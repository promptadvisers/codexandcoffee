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99164b31ad4c26" /><Relationship Type="http://schemas.openxmlformats.org/officeDocument/2006/relationships/extended-properties" Target="/docProps/app.xml" Id="Re91c0c0ee009429f" /><Relationship Type="http://schemas.openxmlformats.org/officeDocument/2006/relationships/officeDocument" Target="/ppt/presentation.xml" Id="R11a961e9894e43bb" /></Relationships>
</file>

<file path=ppt/presentation.xml><?xml version="1.0" encoding="utf-8"?>
<p:presentation xmlns:p="http://schemas.openxmlformats.org/presentationml/2006/main">
  <p:sldMasterIdLst>
    <p:sldMasterId xmlns:r="http://schemas.openxmlformats.org/officeDocument/2006/relationships" id="2147483648" r:id="R2b36d6780d654635"/>
  </p:sldMasterIdLst>
  <p:notesMasterIdLst>
    <p:notesMasterId xmlns:r="http://schemas.openxmlformats.org/officeDocument/2006/relationships" r:id="Radefafebbd824330"/>
  </p:notesMasterIdLst>
  <p:sldIdLst>
    <p:sldId xmlns:r="http://schemas.openxmlformats.org/officeDocument/2006/relationships" id="256" r:id="R6a9ce1d38f3047f8"/>
    <p:sldId xmlns:r="http://schemas.openxmlformats.org/officeDocument/2006/relationships" id="257" r:id="R6ec3055344034dc4"/>
    <p:sldId xmlns:r="http://schemas.openxmlformats.org/officeDocument/2006/relationships" id="258" r:id="R2c78a19678214433"/>
    <p:sldId xmlns:r="http://schemas.openxmlformats.org/officeDocument/2006/relationships" id="259" r:id="R8884abd1ef484d25"/>
    <p:sldId xmlns:r="http://schemas.openxmlformats.org/officeDocument/2006/relationships" id="260" r:id="Ra5fa898971b845ef"/>
    <p:sldId xmlns:r="http://schemas.openxmlformats.org/officeDocument/2006/relationships" id="261" r:id="R6e4afca54c18410d"/>
    <p:sldId xmlns:r="http://schemas.openxmlformats.org/officeDocument/2006/relationships" id="262" r:id="R35604bb466e0400e"/>
    <p:sldId xmlns:r="http://schemas.openxmlformats.org/officeDocument/2006/relationships" id="263" r:id="Red2ae63dc864476b"/>
    <p:sldId xmlns:r="http://schemas.openxmlformats.org/officeDocument/2006/relationships" id="264" r:id="R145a161572cb44c1"/>
    <p:sldId xmlns:r="http://schemas.openxmlformats.org/officeDocument/2006/relationships" id="265" r:id="R370bc40ae3be424d"/>
    <p:sldId xmlns:r="http://schemas.openxmlformats.org/officeDocument/2006/relationships" id="266" r:id="R6af5e04b338d4f6f"/>
    <p:sldId xmlns:r="http://schemas.openxmlformats.org/officeDocument/2006/relationships" id="267" r:id="R362f321723d844d6"/>
    <p:sldId xmlns:r="http://schemas.openxmlformats.org/officeDocument/2006/relationships" id="268" r:id="Rfc6105b4c62947bc"/>
    <p:sldId xmlns:r="http://schemas.openxmlformats.org/officeDocument/2006/relationships" id="269" r:id="R1e5dd847109644c6"/>
    <p:sldId xmlns:r="http://schemas.openxmlformats.org/officeDocument/2006/relationships" id="270" r:id="R4adcd69cf1894c6f"/>
    <p:sldId xmlns:r="http://schemas.openxmlformats.org/officeDocument/2006/relationships" id="271" r:id="Ra85deb77b49a44a2"/>
    <p:sldId xmlns:r="http://schemas.openxmlformats.org/officeDocument/2006/relationships" id="272" r:id="Recc6ed8da81b4663"/>
    <p:sldId xmlns:r="http://schemas.openxmlformats.org/officeDocument/2006/relationships" id="273" r:id="R0d04c172bcf24fe0"/>
    <p:sldId xmlns:r="http://schemas.openxmlformats.org/officeDocument/2006/relationships" id="274" r:id="R2ef7de35d9314f23"/>
    <p:sldId xmlns:r="http://schemas.openxmlformats.org/officeDocument/2006/relationships" id="275" r:id="R3e03aa03fc3e4516"/>
    <p:sldId xmlns:r="http://schemas.openxmlformats.org/officeDocument/2006/relationships" id="276" r:id="R0605c613fdf84971"/>
    <p:sldId xmlns:r="http://schemas.openxmlformats.org/officeDocument/2006/relationships" id="277" r:id="R61da3ad3ee9f4ee1"/>
    <p:sldId xmlns:r="http://schemas.openxmlformats.org/officeDocument/2006/relationships" id="278" r:id="Ra324ab2e604f4b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fd8683c98e4c05" /><Relationship Type="http://schemas.openxmlformats.org/officeDocument/2006/relationships/slideMaster" Target="/ppt/slideMasters/slideMaster1.xml" Id="R2b36d6780d654635" /><Relationship Type="http://schemas.openxmlformats.org/officeDocument/2006/relationships/notesMaster" Target="/ppt/notesMasters/notesMaster1.xml" Id="Radefafebbd824330" /><Relationship Type="http://schemas.openxmlformats.org/officeDocument/2006/relationships/presProps" Target="/ppt/presProps.xml" Id="Re8a0c9c21e654869" /><Relationship Type="http://schemas.openxmlformats.org/officeDocument/2006/relationships/tableStyles" Target="/ppt/tableStyles.xml" Id="R68383b3a9cc24a20" /><Relationship Type="http://schemas.openxmlformats.org/officeDocument/2006/relationships/slide" Target="/ppt/slides/slide1.xml" Id="R6a9ce1d38f3047f8" /><Relationship Type="http://schemas.openxmlformats.org/officeDocument/2006/relationships/slide" Target="/ppt/slides/slide2.xml" Id="R6ec3055344034dc4" /><Relationship Type="http://schemas.openxmlformats.org/officeDocument/2006/relationships/slide" Target="/ppt/slides/slide3.xml" Id="R2c78a19678214433" /><Relationship Type="http://schemas.openxmlformats.org/officeDocument/2006/relationships/slide" Target="/ppt/slides/slide4.xml" Id="R8884abd1ef484d25" /><Relationship Type="http://schemas.openxmlformats.org/officeDocument/2006/relationships/slide" Target="/ppt/slides/slide5.xml" Id="Ra5fa898971b845ef" /><Relationship Type="http://schemas.openxmlformats.org/officeDocument/2006/relationships/slide" Target="/ppt/slides/slide6.xml" Id="R6e4afca54c18410d" /><Relationship Type="http://schemas.openxmlformats.org/officeDocument/2006/relationships/slide" Target="/ppt/slides/slide7.xml" Id="R35604bb466e0400e" /><Relationship Type="http://schemas.openxmlformats.org/officeDocument/2006/relationships/slide" Target="/ppt/slides/slide8.xml" Id="Red2ae63dc864476b" /><Relationship Type="http://schemas.openxmlformats.org/officeDocument/2006/relationships/slide" Target="/ppt/slides/slide9.xml" Id="R145a161572cb44c1" /><Relationship Type="http://schemas.openxmlformats.org/officeDocument/2006/relationships/slide" Target="/ppt/slides/slide10.xml" Id="R370bc40ae3be424d" /><Relationship Type="http://schemas.openxmlformats.org/officeDocument/2006/relationships/slide" Target="/ppt/slides/slide11.xml" Id="R6af5e04b338d4f6f" /><Relationship Type="http://schemas.openxmlformats.org/officeDocument/2006/relationships/slide" Target="/ppt/slides/slide12.xml" Id="R362f321723d844d6" /><Relationship Type="http://schemas.openxmlformats.org/officeDocument/2006/relationships/slide" Target="/ppt/slides/slide13.xml" Id="Rfc6105b4c62947bc" /><Relationship Type="http://schemas.openxmlformats.org/officeDocument/2006/relationships/slide" Target="/ppt/slides/slide14.xml" Id="R1e5dd847109644c6" /><Relationship Type="http://schemas.openxmlformats.org/officeDocument/2006/relationships/slide" Target="/ppt/slides/slide15.xml" Id="R4adcd69cf1894c6f" /><Relationship Type="http://schemas.openxmlformats.org/officeDocument/2006/relationships/slide" Target="/ppt/slides/slide16.xml" Id="Ra85deb77b49a44a2" /><Relationship Type="http://schemas.openxmlformats.org/officeDocument/2006/relationships/slide" Target="/ppt/slides/slide17.xml" Id="Recc6ed8da81b4663" /><Relationship Type="http://schemas.openxmlformats.org/officeDocument/2006/relationships/slide" Target="/ppt/slides/slide18.xml" Id="R0d04c172bcf24fe0" /><Relationship Type="http://schemas.openxmlformats.org/officeDocument/2006/relationships/slide" Target="/ppt/slides/slide19.xml" Id="R2ef7de35d9314f23" /><Relationship Type="http://schemas.openxmlformats.org/officeDocument/2006/relationships/slide" Target="/ppt/slides/slide20.xml" Id="R3e03aa03fc3e4516" /><Relationship Type="http://schemas.openxmlformats.org/officeDocument/2006/relationships/slide" Target="/ppt/slides/slide21.xml" Id="R0605c613fdf84971" /><Relationship Type="http://schemas.openxmlformats.org/officeDocument/2006/relationships/slide" Target="/ppt/slides/slide22.xml" Id="R61da3ad3ee9f4ee1" /><Relationship Type="http://schemas.openxmlformats.org/officeDocument/2006/relationships/slide" Target="/ppt/slides/slide23.xml" Id="Ra324ab2e604f4b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b64374c39b41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66abd70d404c70" /><Relationship Type="http://schemas.openxmlformats.org/officeDocument/2006/relationships/notesMaster" Target="/ppt/notesMasters/notesMaster1.xml" Id="R3e66f078bb0e4e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fe5fa4c850445a" /><Relationship Type="http://schemas.openxmlformats.org/officeDocument/2006/relationships/notesMaster" Target="/ppt/notesMasters/notesMaster1.xml" Id="R53c2566b541945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1e74f5737b4643" /><Relationship Type="http://schemas.openxmlformats.org/officeDocument/2006/relationships/notesMaster" Target="/ppt/notesMasters/notesMaster1.xml" Id="R3ed5ff62efc248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455514063444ef" /><Relationship Type="http://schemas.openxmlformats.org/officeDocument/2006/relationships/notesMaster" Target="/ppt/notesMasters/notesMaster1.xml" Id="R8ada45ed4c1e4d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65555c420c45ba" /><Relationship Type="http://schemas.openxmlformats.org/officeDocument/2006/relationships/notesMaster" Target="/ppt/notesMasters/notesMaster1.xml" Id="Rea5f41bd276b47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798fc5a1c845b4" /><Relationship Type="http://schemas.openxmlformats.org/officeDocument/2006/relationships/notesMaster" Target="/ppt/notesMasters/notesMaster1.xml" Id="R2f077ceb1d064d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4775eb0a3e4ea9" /><Relationship Type="http://schemas.openxmlformats.org/officeDocument/2006/relationships/notesMaster" Target="/ppt/notesMasters/notesMaster1.xml" Id="R0e73114155604e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4fd1376b3441aa" /><Relationship Type="http://schemas.openxmlformats.org/officeDocument/2006/relationships/notesMaster" Target="/ppt/notesMasters/notesMaster1.xml" Id="R8cee1f369d8942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82c419e39043e0" /><Relationship Type="http://schemas.openxmlformats.org/officeDocument/2006/relationships/notesMaster" Target="/ppt/notesMasters/notesMaster1.xml" Id="Rcc1991c3bb574e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13a05e5f5c49a8" /><Relationship Type="http://schemas.openxmlformats.org/officeDocument/2006/relationships/notesMaster" Target="/ppt/notesMasters/notesMaster1.xml" Id="R6887a401d3444e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324c9178464cbe" /><Relationship Type="http://schemas.openxmlformats.org/officeDocument/2006/relationships/notesMaster" Target="/ppt/notesMasters/notesMaster1.xml" Id="R11478388443d4e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01a69f562e41bd" /><Relationship Type="http://schemas.openxmlformats.org/officeDocument/2006/relationships/notesMaster" Target="/ppt/notesMasters/notesMaster1.xml" Id="Reac1ea61a3fb40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e5dcee351942f3" /><Relationship Type="http://schemas.openxmlformats.org/officeDocument/2006/relationships/notesMaster" Target="/ppt/notesMasters/notesMaster1.xml" Id="R8fa6c7fdb8034c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2d9de2faaf41f4" /><Relationship Type="http://schemas.openxmlformats.org/officeDocument/2006/relationships/notesMaster" Target="/ppt/notesMasters/notesMaster1.xml" Id="Ra87168f6191948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ea6885902a4d11" /><Relationship Type="http://schemas.openxmlformats.org/officeDocument/2006/relationships/notesMaster" Target="/ppt/notesMasters/notesMaster1.xml" Id="R97f91c07ddfe4c8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c2b32d5518420c" /><Relationship Type="http://schemas.openxmlformats.org/officeDocument/2006/relationships/notesMaster" Target="/ppt/notesMasters/notesMaster1.xml" Id="R95a05ab74b194b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69026ea8ff44f7" /><Relationship Type="http://schemas.openxmlformats.org/officeDocument/2006/relationships/notesMaster" Target="/ppt/notesMasters/notesMaster1.xml" Id="R2ef5143476754e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8b774f4d9024588" /><Relationship Type="http://schemas.openxmlformats.org/officeDocument/2006/relationships/notesMaster" Target="/ppt/notesMasters/notesMaster1.xml" Id="R81f0e010b5224e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f51d1a7f3d4876" /><Relationship Type="http://schemas.openxmlformats.org/officeDocument/2006/relationships/notesMaster" Target="/ppt/notesMasters/notesMaster1.xml" Id="R1cec1615d388479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0e7898d3df49ba" /><Relationship Type="http://schemas.openxmlformats.org/officeDocument/2006/relationships/notesMaster" Target="/ppt/notesMasters/notesMaster1.xml" Id="R857261398a1d4d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6addd4c5bd040d6" /><Relationship Type="http://schemas.openxmlformats.org/officeDocument/2006/relationships/notesMaster" Target="/ppt/notesMasters/notesMaster1.xml" Id="Raa410a06573948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546c63339304b80" /><Relationship Type="http://schemas.openxmlformats.org/officeDocument/2006/relationships/notesMaster" Target="/ppt/notesMasters/notesMaster1.xml" Id="R217e3d705c8a439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0ef249ad4fb4636" /><Relationship Type="http://schemas.openxmlformats.org/officeDocument/2006/relationships/notesMaster" Target="/ppt/notesMasters/notesMaster1.xml" Id="R33dbb6e784274f10" /></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Introduce the self-contained theme: Building a Workspace You Can Use. No previous-day files required.</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Eight sections, in the same order as the Excalidraw. First define the structure, then compare five jobs, then choose the right guidance. 30 minutes teaching and examples followed by 15 minutes of Q&amp;A and prepared discussion.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what belongs in a workspace?</ns1:t>
            </ns1:r>
          </ns1:p>
          <ns1:p>
            <ns1:r>
              <ns1:t>TIMING: 1.5 minutes</ns1:t>
            </ns1:r>
          </ns1:p>
          <ns1:p>
            <ns1:r>
              <ns1:t>Trace input, guidance, method, output and review.</ns1:t>
            </ns1:r>
          </ns1:p>
          <ns1:p>
            <ns1:r>
              <ns1:t>Define workspace as the work’s organized context and materials. AI operating system is our shorthand for that arrangement, not a required framework or product install. Trace a request through the diagram. Rules constrain recurring behavior, references supply facts, and skills package a repeatable method. A connected tool enables an action or access; a written rule does not enforce a permission.</ns1:t>
            </ns1:r>
          </ns1:p>
          <ns1:p>
            <ns1:r>
              <ns1:t>DISCUSSION: What must be true before this result is useful?</ns1:t>
            </ns1:r>
          </ns1:p>
          <ns1:p>
            <ns1:r>
              <ns1:t>BOARD: Open the matching .excalidraw file in this day folder — what belongs in a workspace?. Full document set beneath that section.</ns1:t>
            </ns1:r>
          </ns1:p>
          <ns1:p>
            <ns1:r>
              <ns1:t>VISUAL: Hypothetical illustration from built-in image_gen, Assets/workspace-illustrations/anatomy.png.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what belongs in a workspace?</ns1:t>
            </ns1:r>
          </ns1:p>
          <ns1:p>
            <ns1:r>
              <ns1:t>TIMING: 1 minutes</ns1:t>
            </ns1:r>
          </ns1:p>
          <ns1:p>
            <ns1:r>
              <ns1:t>Read the two document samples. Explain why each file exists and what to verify.</ns1:t>
            </ns1:r>
          </ns1:p>
          <ns1:p>
            <ns1:r>
              <ns1:t>Define workspace as the work’s organized context and materials. AI operating system is our shorthand for that arrangement, not a required framework or product install. Trace a request through the diagram. Rules constrain recurring behavior, references supply facts, and skills package a repeatable method. A connected tool enables an action or access; a written rule does not enforce a permission.</ns1:t>
            </ns1:r>
          </ns1:p>
          <ns1:p>
            <ns1:r>
              <ns1:t>DISCUSSION: What must be true before this result is useful?</ns1:t>
            </ns1:r>
          </ns1:p>
          <ns1:p>
            <ns1:r>
              <ns1:t>BOARD: Open the matching .excalidraw file in this day folder — what belongs in a workspace?. Full document set beneath that section.</ns1:t>
            </ns1:r>
          </ns1:p>
          <ns1:p>
            <ns1:r>
              <ns1:t>VISUAL: Hypothetical illustration from built-in image_gen, Assets/workspace-illustrations/anatomy.png.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shared rules and local context</ns1:t>
            </ns1:r>
          </ns1:p>
          <ns1:p>
            <ns1:r>
              <ns1:t>TIMING: 1.5 minutes</ns1:t>
            </ns1:r>
          </ns1:p>
          <ns1:p>
            <ns1:r>
              <ns1:t>Trace input, guidance, method, output and review.</ns1:t>
            </ns1:r>
          </ns1:p>
          <ns1:p>
            <ns1:r>
              <ns1:t>The two areas can share genuine working preferences while keeping domain facts separate. Diagram arrows mean deliberate selection and inheritance of relevant guidance, not access isolation. Folder separation is not a security boundary. Codex instruction discovery depends on the working directory; verify active instructions. Do not infer identical loading in other assistant hosts.</ns1:t>
            </ns1:r>
          </ns1:p>
          <ns1:p>
            <ns1:r>
              <ns1:t>DISCUSSION: Which rule belongs in both workspaces?</ns1:t>
            </ns1:r>
          </ns1:p>
          <ns1:p>
            <ns1:r>
              <ns1:t>BOARD: Open the matching .excalidraw file in this day folder — shared rules and local context. Full document set beneath that section.</ns1:t>
            </ns1:r>
          </ns1:p>
          <ns1:p>
            <ns1:r>
              <ns1:t>VISUAL: Hypothetical illustration from built-in image_gen, Assets/workspace-illustrations/scope.png.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shared rules and local context</ns1:t>
            </ns1:r>
          </ns1:p>
          <ns1:p>
            <ns1:r>
              <ns1:t>TIMING: 1 minutes</ns1:t>
            </ns1:r>
          </ns1:p>
          <ns1:p>
            <ns1:r>
              <ns1:t>Read the two document samples. Explain why each file exists and what to verify.</ns1:t>
            </ns1:r>
          </ns1:p>
          <ns1:p>
            <ns1:r>
              <ns1:t>The two areas can share genuine working preferences while keeping domain facts separate. Diagram arrows mean deliberate selection and inheritance of relevant guidance, not access isolation. Folder separation is not a security boundary. Codex instruction discovery depends on the working directory; verify active instructions. Do not infer identical loading in other assistant hosts.</ns1:t>
            </ns1:r>
          </ns1:p>
          <ns1:p>
            <ns1:r>
              <ns1:t>DISCUSSION: Which rule belongs in both workspaces?</ns1:t>
            </ns1:r>
          </ns1:p>
          <ns1:p>
            <ns1:r>
              <ns1:t>BOARD: Open the matching .excalidraw file in this day folder — shared rules and local context. Full document set beneath that section.</ns1:t>
            </ns1:r>
          </ns1:p>
          <ns1:p>
            <ns1:r>
              <ns1:t>VISUAL: Hypothetical illustration from built-in image_gen, Assets/workspace-illustrations/scope.png.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a content operating system</ns1:t>
            </ns1:r>
          </ns1:p>
          <ns1:p>
            <ns1:r>
              <ns1:t>TIMING: 2 minutes</ns1:t>
            </ns1:r>
          </ns1:p>
          <ns1:p>
            <ns1:r>
              <ns1:t>Trace input, guidance, method, output and review.</ns1:t>
            </ns1:r>
          </ns1:p>
          <ns1:p>
            <ns1:r>
              <ns1:t>Begin with the audience and the desired post. Separate brand voice and approved claims from the repeated drafting method. The skill prepares a draft; the editor decides whether to publish. A scheduler connection is optional and not configured by this example. Point at the source for every substantive claim. Compare a plain reference file with a skill before assuming the skill is necessary.</ns1:t>
            </ns1:r>
          </ns1:p>
          <ns1:p>
            <ns1:r>
              <ns1:t>DISCUSSION: What could go wrong if two brands share one voice file?</ns1:t>
            </ns1:r>
          </ns1:p>
          <ns1:p>
            <ns1:r>
              <ns1:t>BOARD: Open the matching .excalidraw file in this day folder — a content operating system. Full document set beneath that section.</ns1:t>
            </ns1:r>
          </ns1:p>
          <ns1:p>
            <ns1:r>
              <ns1:t>VISUAL: Hypothetical illustration from built-in image_gen, Assets/workspace-illustrations/content.png.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a content operating system</ns1:t>
            </ns1:r>
          </ns1:p>
          <ns1:p>
            <ns1:r>
              <ns1:t>TIMING: 2 minutes</ns1:t>
            </ns1:r>
          </ns1:p>
          <ns1:p>
            <ns1:r>
              <ns1:t>Read the two document samples. Explain why each file exists and what to verify.</ns1:t>
            </ns1:r>
          </ns1:p>
          <ns1:p>
            <ns1:r>
              <ns1:t>Begin with the audience and the desired post. Separate brand voice and approved claims from the repeated drafting method. The skill prepares a draft; the editor decides whether to publish. A scheduler connection is optional and not configured by this example. Point at the source for every substantive claim. Compare a plain reference file with a skill before assuming the skill is necessary.</ns1:t>
            </ns1:r>
          </ns1:p>
          <ns1:p>
            <ns1:r>
              <ns1:t>DISCUSSION: What could go wrong if two brands share one voice file?</ns1:t>
            </ns1:r>
          </ns1:p>
          <ns1:p>
            <ns1:r>
              <ns1:t>BOARD: Open the matching .excalidraw file in this day folder — a content operating system. Full document set beneath that section.</ns1:t>
            </ns1:r>
          </ns1:p>
          <ns1:p>
            <ns1:r>
              <ns1:t>VISUAL: Hypothetical illustration from built-in image_gen, Assets/workspace-illustrations/content.png.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a business automation system</ns1:t>
            </ns1:r>
          </ns1:p>
          <ns1:p>
            <ns1:r>
              <ns1:t>TIMING: 1.5 minutes</ns1:t>
            </ns1:r>
          </ns1:p>
          <ns1:p>
            <ns1:r>
              <ns1:t>Trace input, guidance, method, output and review.</ns1:t>
            </ns1:r>
          </ns1:p>
          <ns1:p>
            <ns1:r>
              <ns1:t>Show the full trigger-to-result story. A trigger starts a run; a skill defines its method; a connector reads or writes external data. Include deduplication and a visible exception path. This is a proposed workflow, not an activated automation. First run manually using fictional inputs. The queue is a useful output even before any live integration is added.</ns1:t>
            </ns1:r>
          </ns1:p>
          <ns1:p>
            <ns1:r>
              <ns1:t>DISCUSSION: What happens when the same request arrives twice?</ns1:t>
            </ns1:r>
          </ns1:p>
          <ns1:p>
            <ns1:r>
              <ns1:t>BOARD: Open the matching .excalidraw file in this day folder — a business automation system. Full document set beneath that section.</ns1:t>
            </ns1:r>
          </ns1:p>
          <ns1:p>
            <ns1:r>
              <ns1:t>VISUAL: Hypothetical illustration from built-in image_gen, Assets/workspace-illustrations/automation.png.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0.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a business automation system</ns1:t>
            </ns1:r>
          </ns1:p>
          <ns1:p>
            <ns1:r>
              <ns1:t>TIMING: 1.5 minutes</ns1:t>
            </ns1:r>
          </ns1:p>
          <ns1:p>
            <ns1:r>
              <ns1:t>Read the two document samples. Explain why each file exists and what to verify.</ns1:t>
            </ns1:r>
          </ns1:p>
          <ns1:p>
            <ns1:r>
              <ns1:t>Show the full trigger-to-result story. A trigger starts a run; a skill defines its method; a connector reads or writes external data. Include deduplication and a visible exception path. This is a proposed workflow, not an activated automation. First run manually using fictional inputs. The queue is a useful output even before any live integration is added.</ns1:t>
            </ns1:r>
          </ns1:p>
          <ns1:p>
            <ns1:r>
              <ns1:t>DISCUSSION: What happens when the same request arrives twice?</ns1:t>
            </ns1:r>
          </ns1:p>
          <ns1:p>
            <ns1:r>
              <ns1:t>BOARD: Open the matching .excalidraw file in this day folder — a business automation system. Full document set beneath that section.</ns1:t>
            </ns1:r>
          </ns1:p>
          <ns1:p>
            <ns1:r>
              <ns1:t>VISUAL: Hypothetical illustration from built-in image_gen, Assets/workspace-illustrations/automation.png.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a finance operating system</ns1:t>
            </ns1:r>
          </ns1:p>
          <ns1:p>
            <ns1:r>
              <ns1:t>TIMING: 1.5 minutes</ns1:t>
            </ns1:r>
          </ns1:p>
          <ns1:p>
            <ns1:r>
              <ns1:t>Trace input, guidance, method, output and review.</ns1:t>
            </ns1:r>
          </ns1:p>
          <ns1:p>
            <ns1:r>
              <ns1:t>Use synthetic transactions only. The topic is workspace design and reconciliation, not investment or tax advice. Keep the raw export, the category reference, the repeatable processing method, and the reviewed output distinct. Calculate totals deterministically, preserve source row IDs, and send ambiguous categories to review. No bank connection, payment, or filing is part of this example.</ns1:t>
            </ns1:r>
          </ns1:p>
          <ns1:p>
            <ns1:r>
              <ns1:t>DISCUSSION: Where does an unexplained difference go?</ns1:t>
            </ns1:r>
          </ns1:p>
          <ns1:p>
            <ns1:r>
              <ns1:t>BOARD: Open the matching .excalidraw file in this day folder — a finance operating system. Full document set beneath that section.</ns1:t>
            </ns1:r>
          </ns1:p>
          <ns1:p>
            <ns1:r>
              <ns1:t>VISUAL: Hypothetical illustration from built-in image_gen, Assets/workspace-illustrations/finance.png.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a finance operating system</ns1:t>
            </ns1:r>
          </ns1:p>
          <ns1:p>
            <ns1:r>
              <ns1:t>TIMING: 1.5 minutes</ns1:t>
            </ns1:r>
          </ns1:p>
          <ns1:p>
            <ns1:r>
              <ns1:t>Read the two document samples. Explain why each file exists and what to verify.</ns1:t>
            </ns1:r>
          </ns1:p>
          <ns1:p>
            <ns1:r>
              <ns1:t>Use synthetic transactions only. The topic is workspace design and reconciliation, not investment or tax advice. Keep the raw export, the category reference, the repeatable processing method, and the reviewed output distinct. Calculate totals deterministically, preserve source row IDs, and send ambiguous categories to review. No bank connection, payment, or filing is part of this example.</ns1:t>
            </ns1:r>
          </ns1:p>
          <ns1:p>
            <ns1:r>
              <ns1:t>DISCUSSION: Where does an unexplained difference go?</ns1:t>
            </ns1:r>
          </ns1:p>
          <ns1:p>
            <ns1:r>
              <ns1:t>BOARD: Open the matching .excalidraw file in this day folder — a finance operating system. Full document set beneath that section.</ns1:t>
            </ns1:r>
          </ns1:p>
          <ns1:p>
            <ns1:r>
              <ns1:t>VISUAL: Hypothetical illustration from built-in image_gen, Assets/workspace-illustrations/finance.png.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a client delivery system</ns1:t>
            </ns1:r>
          </ns1:p>
          <ns1:p>
            <ns1:r>
              <ns1:t>TIMING: 1.5 minutes</ns1:t>
            </ns1:r>
          </ns1:p>
          <ns1:p>
            <ns1:r>
              <ns1:t>Trace input, guidance, method, output and review.</ns1:t>
            </ns1:r>
          </ns1:p>
          <ns1:p>
            <ns1:r>
              <ns1:t>Inspired by the video’s client and playbook section. Reuse professional method across clients, while selecting only the relevant client facts. A plain playbook can be sufficient; avoid turning every document into a skill. The folder structure reduces accidental mixing but does not enforce technical access controls. Verify the selected sources and inspect the output for wrong-client names and claims.</ns1:t>
            </ns1:r>
          </ns1:p>
          <ns1:p>
            <ns1:r>
              <ns1:t>DISCUSSION: What would reveal that Client A leaked into Client B?</ns1:t>
            </ns1:r>
          </ns1:p>
          <ns1:p>
            <ns1:r>
              <ns1:t>BOARD: Open the matching .excalidraw file in this day folder — a client delivery system. Full document set beneath that section.</ns1:t>
            </ns1:r>
          </ns1:p>
          <ns1:p>
            <ns1:r>
              <ns1:t>VISUAL: Hypothetical illustration from built-in image_gen, Assets/workspace-illustrations/client-delivery.png.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a client delivery system</ns1:t>
            </ns1:r>
          </ns1:p>
          <ns1:p>
            <ns1:r>
              <ns1:t>TIMING: 1.5 minutes</ns1:t>
            </ns1:r>
          </ns1:p>
          <ns1:p>
            <ns1:r>
              <ns1:t>Read the two document samples. Explain why each file exists and what to verify.</ns1:t>
            </ns1:r>
          </ns1:p>
          <ns1:p>
            <ns1:r>
              <ns1:t>Inspired by the video’s client and playbook section. Reuse professional method across clients, while selecting only the relevant client facts. A plain playbook can be sufficient; avoid turning every document into a skill. The folder structure reduces accidental mixing but does not enforce technical access controls. Verify the selected sources and inspect the output for wrong-client names and claims.</ns1:t>
            </ns1:r>
          </ns1:p>
          <ns1:p>
            <ns1:r>
              <ns1:t>DISCUSSION: What would reveal that Client A leaked into Client B?</ns1:t>
            </ns1:r>
          </ns1:p>
          <ns1:p>
            <ns1:r>
              <ns1:t>BOARD: Open the matching .excalidraw file in this day folder — a client delivery system. Full document set beneath that section.</ns1:t>
            </ns1:r>
          </ns1:p>
          <ns1:p>
            <ns1:r>
              <ns1:t>VISUAL: Hypothetical illustration from built-in image_gen, Assets/workspace-illustrations/client-delivery.png.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an employee onboarding system</ns1:t>
            </ns1:r>
          </ns1:p>
          <ns1:p>
            <ns1:r>
              <ns1:t>TIMING: 1.5 minutes</ns1:t>
            </ns1:r>
          </ns1:p>
          <ns1:p>
            <ns1:r>
              <ns1:t>Trace input, guidance, method, output and review.</ns1:t>
            </ns1:r>
          </ns1:p>
          <ns1:p>
            <ns1:r>
              <ns1:t>Keep this example administrative: onboarding checklists, document preparation, and policy lookup. It makes no hiring, ranking, compensation, or eligibility decisions. Use a fictional role and no personal records. The system can prepare access requests, but authorization remains with the responsible person. This illustrates why a workspace needs both source ownership and a review point.</ns1:t>
            </ns1:r>
          </ns1:p>
          <ns1:p>
            <ns1:r>
              <ns1:t>DISCUSSION: Which steps need a person to authorize them?</ns1:t>
            </ns1:r>
          </ns1:p>
          <ns1:p>
            <ns1:r>
              <ns1:t>BOARD: Open the matching .excalidraw file in this day folder — an employee onboarding system. Full document set beneath that section.</ns1:t>
            </ns1:r>
          </ns1:p>
          <ns1:p>
            <ns1:r>
              <ns1:t>VISUAL: Hypothetical illustration from built-in image_gen, Assets/workspace-illustrations/onboarding.png.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an employee onboarding system</ns1:t>
            </ns1:r>
          </ns1:p>
          <ns1:p>
            <ns1:r>
              <ns1:t>TIMING: 1.5 minutes</ns1:t>
            </ns1:r>
          </ns1:p>
          <ns1:p>
            <ns1:r>
              <ns1:t>Read the two document samples. Explain why each file exists and what to verify.</ns1:t>
            </ns1:r>
          </ns1:p>
          <ns1:p>
            <ns1:r>
              <ns1:t>Keep this example administrative: onboarding checklists, document preparation, and policy lookup. It makes no hiring, ranking, compensation, or eligibility decisions. Use a fictional role and no personal records. The system can prepare access requests, but authorization remains with the responsible person. This illustrates why a workspace needs both source ownership and a review point.</ns1:t>
            </ns1:r>
          </ns1:p>
          <ns1:p>
            <ns1:r>
              <ns1:t>DISCUSSION: Which steps need a person to authorize them?</ns1:t>
            </ns1:r>
          </ns1:p>
          <ns1:p>
            <ns1:r>
              <ns1:t>BOARD: Open the matching .excalidraw file in this day folder — an employee onboarding system. Full document set beneath that section.</ns1:t>
            </ns1:r>
          </ns1:p>
          <ns1:p>
            <ns1:r>
              <ns1:t>VISUAL: Hypothetical illustration from built-in image_gen, Assets/workspace-illustrations/onboarding.png.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7.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rule, reference, or skill?</ns1:t>
            </ns1:r>
          </ns1:p>
          <ns1:p>
            <ns1:r>
              <ns1:t>TIMING: 1.5 minutes</ns1:t>
            </ns1:r>
          </ns1:p>
          <ns1:p>
            <ns1:r>
              <ns1:t>Trace input, guidance, method, output and review.</ns1:t>
            </ns1:r>
          </ns1:p>
          <ns1:p>
            <ns1:r>
              <ns1:t>Read the labels as different jobs, not steps in a pipeline. Rules describe recurring behavior. Reference documents supply facts and examples. A playbook records a method in ordinary prose. A skill packages instructions and optional resources for a recurring task and is selected according to its description. Start with the smallest useful form. Evaluate the skill on fresh work before making it a default.</ns1:t>
            </ns1:r>
          </ns1:p>
          <ns1:p>
            <ns1:r>
              <ns1:t>DISCUSSION: Does this need a skill, or would a clear instruction do?</ns1:t>
            </ns1:r>
          </ns1:p>
          <ns1:p>
            <ns1:r>
              <ns1:t>BOARD: Open the matching .excalidraw file in this day folder — rule, reference, or skill?. Full document set beneath that section.</ns1:t>
            </ns1:r>
          </ns1:p>
          <ns1:p>
            <ns1:r>
              <ns1:t>VISUAL: Hypothetical illustration from built-in image_gen, Assets/workspace-illustrations/choose-method.png.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SECTION: rule, reference, or skill?</ns1:t>
            </ns1:r>
          </ns1:p>
          <ns1:p>
            <ns1:r>
              <ns1:t>TIMING: 1.5 minutes</ns1:t>
            </ns1:r>
          </ns1:p>
          <ns1:p>
            <ns1:r>
              <ns1:t>Read the two document samples. Explain why each file exists and what to verify.</ns1:t>
            </ns1:r>
          </ns1:p>
          <ns1:p>
            <ns1:r>
              <ns1:t>Read the labels as different jobs, not steps in a pipeline. Rules describe recurring behavior. Reference documents supply facts and examples. A playbook records a method in ordinary prose. A skill packages instructions and optional resources for a recurring task and is selected according to its description. Start with the smallest useful form. Evaluate the skill on fresh work before making it a default.</ns1:t>
            </ns1:r>
          </ns1:p>
          <ns1:p>
            <ns1:r>
              <ns1:t>DISCUSSION: Does this need a skill, or would a clear instruction do?</ns1:t>
            </ns1:r>
          </ns1:p>
          <ns1:p>
            <ns1:r>
              <ns1:t>BOARD: Open the matching .excalidraw file in this day folder — rule, reference, or skill?. Full document set beneath that section.</ns1:t>
            </ns1:r>
          </ns1:p>
          <ns1:p>
            <ns1:r>
              <ns1:t>VISUAL: Hypothetical illustration from built-in image_gen, Assets/workspace-illustrations/choose-method.png.</ns1:t>
            </ns1:r>
          </ns1:p>
          <ns1:p>
            <ns1:r>
              <ns1:t>SOURCE: Mark Kashef, https://www.youtube.com/watch?v=eXoBC1TY8m4. Approved examples in figures.json and documents.json.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Replace the bracketed phrase with a recurring job. Paste into a new Codex conversation. Expected: a proposed folder structure, rules, methods, and review points. Check that each proposed file has a clear job. If the response stalls, use the prepared content map and samples. No external actions required.</ns1:t>
            </ns1:r>
          </ns1:p>
          <ns1:p>
            <ns1:r>
              <ns1:t>EXACT PROMPT</ns1:t>
            </ns1:r>
          </ns1:p>
          <ns1:p>
            <ns1:r>
              <ns1:t>Help me design a workspace for this recurring job: [describe the job]. Ask about the user, inputs, output, and success check. Then propose the smallest useful folder structure, recurring rules, and any reusable method. Explain whether each method needs a skill or a plain reference. Identify actions that need my review. Show the design before creating files or connecting tools.</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0.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Q&amp;A is minutes 30–45. If quiet, use slides 21–23 as five-minute discussions inside this slot, not extra time. Every example is self-contained.</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OPTIONAL: Up to five minutes inside Q&amp;A. Use the client-delivery section. Identify the selected client, audience, deliverable and excluded facts. Show a corrected Cedar sentence. Folder separation does not enforce access permissions.</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OPTIONAL: Up to five minutes inside Q&amp;A. Use the finance section. Raw total is CAD 280; CAD 200 is only a proposal until duplicate confirmed. Equal amounts do not prove duplication. Preserve source rows and ask the owner.</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OPTIONAL: Up to five minutes inside Q&amp;A. Use the final section. A recurring preference can live in AGENTS.md. A skill earns a package through its trigger, method and references. Ask for a multi-step example.</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a60c8c256e4d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40be3564ae4b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151936d3564b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68ef12bb7246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678132376341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d6f06adc994a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43BBA9-9CE7-4CE3-B865-CFF675A8D4E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05B3DD-1A74-4739-B365-9CB0F22DACD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C81943B-B687-45AF-B70B-F067A9870D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0DECE0-45DF-4D43-9050-7132ED7F7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F100AB-B018-4591-87BC-AD88261943E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058F5E-8171-4C24-B5D7-A474B0EF76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D06EC0-9CDF-4BF1-BF56-EE90235F59E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227DE3E-BDAC-4D45-BD5B-20DC27A650A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4535F0-7EF9-476B-BF8A-92AE508F23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B2CA09-D95E-4D8F-9D5B-F0FC9A0F40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80b6326e4446d0" /><Relationship Type="http://schemas.openxmlformats.org/officeDocument/2006/relationships/slideLayout" Target="/ppt/slideLayouts/slideLayout1.xml" Id="Rfd829f4814c240ae" /><Relationship Type="http://schemas.openxmlformats.org/officeDocument/2006/relationships/slideLayout" Target="/ppt/slideLayouts/slideLayout2.xml" Id="R776d2b7a448a4d92" /><Relationship Type="http://schemas.openxmlformats.org/officeDocument/2006/relationships/slideLayout" Target="/ppt/slideLayouts/slideLayout3.xml" Id="Rc9d97e3d9b00448c" /><Relationship Type="http://schemas.openxmlformats.org/officeDocument/2006/relationships/slideLayout" Target="/ppt/slideLayouts/slideLayout4.xml" Id="R71f948ee3fca4f72" /><Relationship Type="http://schemas.openxmlformats.org/officeDocument/2006/relationships/slideLayout" Target="/ppt/slideLayouts/slideLayout5.xml" Id="Ra040b41dd92c4192" /><Relationship Type="http://schemas.openxmlformats.org/officeDocument/2006/relationships/slideLayout" Target="/ppt/slideLayouts/slideLayout6.xml" Id="R15a0dccaf9524b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829f4814c240ae"/>
    <p:sldLayoutId xmlns:r="http://schemas.openxmlformats.org/officeDocument/2006/relationships" id="2147483650" r:id="R776d2b7a448a4d92"/>
    <p:sldLayoutId xmlns:r="http://schemas.openxmlformats.org/officeDocument/2006/relationships" id="2147483651" r:id="Rc9d97e3d9b00448c"/>
    <p:sldLayoutId xmlns:r="http://schemas.openxmlformats.org/officeDocument/2006/relationships" id="2147483652" r:id="R71f948ee3fca4f72"/>
    <p:sldLayoutId xmlns:r="http://schemas.openxmlformats.org/officeDocument/2006/relationships" id="2147483653" r:id="Ra040b41dd92c4192"/>
    <p:sldLayoutId xmlns:r="http://schemas.openxmlformats.org/officeDocument/2006/relationships" id="2147483654" r:id="R15a0dccaf9524b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4135be70254887" /><Relationship Type="http://schemas.openxmlformats.org/officeDocument/2006/relationships/image" Target="/ppt/media/image.png" Id="Rf331058ac41e4305" /><Relationship Type="http://schemas.openxmlformats.org/officeDocument/2006/relationships/notesSlide" Target="/ppt/notesSlides/notesSlide1.xml" Id="R6d0c9f86804549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ee5d4b450554c63" /><Relationship Type="http://schemas.openxmlformats.org/officeDocument/2006/relationships/notesSlide" Target="/ppt/notesSlides/notesSlide2.xml" Id="Rf082b4af76654e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271919dc974273" /><Relationship Type="http://schemas.openxmlformats.org/officeDocument/2006/relationships/image" Target="/ppt/media/image2.png" Id="R0975c4cacfe44c85" /><Relationship Type="http://schemas.openxmlformats.org/officeDocument/2006/relationships/notesSlide" Target="/ppt/notesSlides/notesSlide3.xml" Id="Rdabfd645c31e43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5970c0e0024fe4" /><Relationship Type="http://schemas.openxmlformats.org/officeDocument/2006/relationships/notesSlide" Target="/ppt/notesSlides/notesSlide4.xml" Id="R93f1b1b213ef48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14937436cd547ed" /><Relationship Type="http://schemas.openxmlformats.org/officeDocument/2006/relationships/image" Target="/ppt/media/image3.png" Id="R9262897a4e7c413f" /><Relationship Type="http://schemas.openxmlformats.org/officeDocument/2006/relationships/notesSlide" Target="/ppt/notesSlides/notesSlide5.xml" Id="R422befe0bb3145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a5e3a392a824000" /><Relationship Type="http://schemas.openxmlformats.org/officeDocument/2006/relationships/notesSlide" Target="/ppt/notesSlides/notesSlide6.xml" Id="Rda0817c9991b49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9b1f542dcd4c94" /><Relationship Type="http://schemas.openxmlformats.org/officeDocument/2006/relationships/image" Target="/ppt/media/image4.png" Id="Ra512af0b5c184dcd" /><Relationship Type="http://schemas.openxmlformats.org/officeDocument/2006/relationships/notesSlide" Target="/ppt/notesSlides/notesSlide7.xml" Id="R6892cdbca43e4f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ae62a2f93664608" /><Relationship Type="http://schemas.openxmlformats.org/officeDocument/2006/relationships/notesSlide" Target="/ppt/notesSlides/notesSlide8.xml" Id="Rb7c96db9c10841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a49799cabb2414d" /><Relationship Type="http://schemas.openxmlformats.org/officeDocument/2006/relationships/image" Target="/ppt/media/image5.png" Id="Rc72be537d1634020" /><Relationship Type="http://schemas.openxmlformats.org/officeDocument/2006/relationships/notesSlide" Target="/ppt/notesSlides/notesSlide9.xml" Id="R6341ec85fcdf4a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85a8b0403744fd9" /><Relationship Type="http://schemas.openxmlformats.org/officeDocument/2006/relationships/notesSlide" Target="/ppt/notesSlides/notesSlide10.xml" Id="Rf13cbc2c88f249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791f9a52fa04f17" /><Relationship Type="http://schemas.openxmlformats.org/officeDocument/2006/relationships/image" Target="/ppt/media/image6.png" Id="R6254e50403124996" /><Relationship Type="http://schemas.openxmlformats.org/officeDocument/2006/relationships/notesSlide" Target="/ppt/notesSlides/notesSlide11.xml" Id="R07b99208e6b648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1ab7da8b790456e" /><Relationship Type="http://schemas.openxmlformats.org/officeDocument/2006/relationships/notesSlide" Target="/ppt/notesSlides/notesSlide12.xml" Id="R42905bd3d99443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8652903c48e4570" /><Relationship Type="http://schemas.openxmlformats.org/officeDocument/2006/relationships/image" Target="/ppt/media/image7.png" Id="R5214f10ca4754ec6" /><Relationship Type="http://schemas.openxmlformats.org/officeDocument/2006/relationships/notesSlide" Target="/ppt/notesSlides/notesSlide13.xml" Id="R9dd3722107704c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9fe39fc6b574da5" /><Relationship Type="http://schemas.openxmlformats.org/officeDocument/2006/relationships/notesSlide" Target="/ppt/notesSlides/notesSlide14.xml" Id="R9849766edcfe44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49b02a7f40746d4" /><Relationship Type="http://schemas.openxmlformats.org/officeDocument/2006/relationships/image" Target="/ppt/media/image8.png" Id="R36a25f4c45f94e76" /><Relationship Type="http://schemas.openxmlformats.org/officeDocument/2006/relationships/notesSlide" Target="/ppt/notesSlides/notesSlide15.xml" Id="R0a0e7e4237644ee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e2a24d2e8b94655" /><Relationship Type="http://schemas.openxmlformats.org/officeDocument/2006/relationships/notesSlide" Target="/ppt/notesSlides/notesSlide16.xml" Id="Rb8452d0a020e4f3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abbc8ba10664b61" /><Relationship Type="http://schemas.openxmlformats.org/officeDocument/2006/relationships/image" Target="/ppt/media/image9.png" Id="Re337468dbbf24158" /><Relationship Type="http://schemas.openxmlformats.org/officeDocument/2006/relationships/notesSlide" Target="/ppt/notesSlides/notesSlide17.xml" Id="R3b57bdbb7883430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b6fcd4604df4e5b" /><Relationship Type="http://schemas.openxmlformats.org/officeDocument/2006/relationships/notesSlide" Target="/ppt/notesSlides/notesSlide18.xml" Id="Rbaef066c0c734e5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0c7cf5ce96e47df" /><Relationship Type="http://schemas.openxmlformats.org/officeDocument/2006/relationships/notesSlide" Target="/ppt/notesSlides/notesSlide19.xml" Id="R26fd77bb20ad4e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e2f45f55bd249fe" /><Relationship Type="http://schemas.openxmlformats.org/officeDocument/2006/relationships/notesSlide" Target="/ppt/notesSlides/notesSlide20.xml" Id="R7297f6ff4e15403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b8773140bf64546" /><Relationship Type="http://schemas.openxmlformats.org/officeDocument/2006/relationships/notesSlide" Target="/ppt/notesSlides/notesSlide21.xml" Id="R60a5d1daa83d4fa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74424b462e644fe" /><Relationship Type="http://schemas.openxmlformats.org/officeDocument/2006/relationships/notesSlide" Target="/ppt/notesSlides/notesSlide22.xml" Id="Rb07b6b032265455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0e7e88879e44f46" /><Relationship Type="http://schemas.openxmlformats.org/officeDocument/2006/relationships/notesSlide" Target="/ppt/notesSlides/notesSlide23.xml" Id="R69b10e2267794a8b" /></Relationships>
</file>

<file path=ppt/slides/slide1.xml><?xml version="1.0" encoding="utf-8"?>
<p:sld xmlns:p="http://schemas.openxmlformats.org/presentationml/2006/main">
  <p:cSld>
    <p:bg>
      <p:bgPr>
        <a:solidFill xmlns:a="http://schemas.openxmlformats.org/drawingml/2006/main">
          <a:srgbClr val="07162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83B1736-A39B-42B3-B3A5-56035CF68CF9}"/>
              </a:ext>
            </a:extLst>
          </p:cNvPr>
          <p:cNvPicPr>
            <a:picLocks xmlns:a="http://schemas.openxmlformats.org/drawingml/2006/main" noChangeAspect="1"/>
          </p:cNvPicPr>
          <p:nvPr/>
        </p:nvPicPr>
        <p:blipFill>
          <a:blip xmlns:r="http://schemas.openxmlformats.org/officeDocument/2006/relationships" xmlns:a="http://schemas.openxmlformats.org/drawingml/2006/main" r:embed="Rf331058ac41e4305"/>
          <a:srcRect xmlns:a="http://schemas.openxmlformats.org/drawingml/2006/main" l="27" t="0" r="2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0">
            <a:extLst xmlns:a="http://schemas.openxmlformats.org/drawingml/2006/main">
              <a:ext uri="{FF2B5EF4-FFF2-40B4-BE49-F238E27FC236}">
                <a16:creationId xmlns:a16="http://schemas.microsoft.com/office/drawing/2014/main" id="{3CB29DE4-DE00-4538-8393-AEA540CD06ED}"/>
              </a:ext>
            </a:extLst>
          </p:cNvPr>
          <p:cNvSpPr>
            <a:spLocks xmlns:a="http://schemas.openxmlformats.org/drawingml/2006/main" noGrp="1"/>
          </p:cNvSpPr>
          <p:nvPr/>
        </p:nvSpPr>
        <p:spPr>
          <a:xfrm xmlns:a="http://schemas.openxmlformats.org/drawingml/2006/main">
            <a:off x="723900" y="523875"/>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5F7FF"/>
                </a:solidFill>
                <a:latin typeface="Arial"/>
                <a:ea typeface="Arial"/>
                <a:cs typeface="Arial"/>
              </a:defRPr>
            </a:defPPr>
            <a:lvl1pPr algn="l">
              <a:buNone/>
              <a:defRPr sz="1725" b="1">
                <a:solidFill>
                  <a:srgbClr val="F5F7FF"/>
                </a:solidFill>
                <a:latin typeface="Arial"/>
                <a:ea typeface="Arial"/>
                <a:cs typeface="Arial"/>
              </a:defRPr>
            </a:lvl1pPr>
            <a:lvl2pPr algn="l">
              <a:buNone/>
              <a:defRPr sz="1725" b="1">
                <a:solidFill>
                  <a:srgbClr val="F5F7FF"/>
                </a:solidFill>
                <a:latin typeface="Arial"/>
                <a:ea typeface="Arial"/>
                <a:cs typeface="Arial"/>
              </a:defRPr>
            </a:lvl2pPr>
            <a:lvl3pPr algn="l">
              <a:buNone/>
              <a:defRPr sz="1725" b="1">
                <a:solidFill>
                  <a:srgbClr val="F5F7FF"/>
                </a:solidFill>
                <a:latin typeface="Arial"/>
                <a:ea typeface="Arial"/>
                <a:cs typeface="Arial"/>
              </a:defRPr>
            </a:lvl3pPr>
            <a:lvl4pPr algn="l">
              <a:buNone/>
              <a:defRPr sz="1725" b="1">
                <a:solidFill>
                  <a:srgbClr val="F5F7FF"/>
                </a:solidFill>
                <a:latin typeface="Arial"/>
                <a:ea typeface="Arial"/>
                <a:cs typeface="Arial"/>
              </a:defRPr>
            </a:lvl4pPr>
            <a:lvl5pPr algn="l">
              <a:buNone/>
              <a:defRPr sz="1725" b="1">
                <a:solidFill>
                  <a:srgbClr val="F5F7FF"/>
                </a:solidFill>
                <a:latin typeface="Arial"/>
                <a:ea typeface="Arial"/>
                <a:cs typeface="Arial"/>
              </a:defRPr>
            </a:lvl5pPr>
            <a:lvl6pPr algn="l">
              <a:buNone/>
              <a:defRPr sz="1725" b="1">
                <a:solidFill>
                  <a:srgbClr val="F5F7FF"/>
                </a:solidFill>
                <a:latin typeface="Arial"/>
                <a:ea typeface="Arial"/>
                <a:cs typeface="Arial"/>
              </a:defRPr>
            </a:lvl6pPr>
            <a:lvl7pPr algn="l">
              <a:buNone/>
              <a:defRPr sz="1725" b="1">
                <a:solidFill>
                  <a:srgbClr val="F5F7FF"/>
                </a:solidFill>
                <a:latin typeface="Arial"/>
                <a:ea typeface="Arial"/>
                <a:cs typeface="Arial"/>
              </a:defRPr>
            </a:lvl7pPr>
            <a:lvl8pPr algn="l">
              <a:buNone/>
              <a:defRPr sz="1725" b="1">
                <a:solidFill>
                  <a:srgbClr val="F5F7FF"/>
                </a:solidFill>
                <a:latin typeface="Arial"/>
                <a:ea typeface="Arial"/>
                <a:cs typeface="Arial"/>
              </a:defRPr>
            </a:lvl8pPr>
            <a:lvl9pPr algn="l">
              <a:buNone/>
              <a:defRPr sz="1725" b="1">
                <a:solidFill>
                  <a:srgbClr val="F5F7FF"/>
                </a:solidFill>
                <a:latin typeface="Arial"/>
                <a:ea typeface="Arial"/>
                <a:cs typeface="Arial"/>
              </a:defRPr>
            </a:lvl9pPr>
          </a:lstStyle>
          <a:p xmlns:a="http://schemas.openxmlformats.org/drawingml/2006/main">
            <a:pPr algn="l">
              <a:buNone/>
              <a:defRPr sz="1725" b="1">
                <a:solidFill>
                  <a:srgbClr val="F5F7FF"/>
                </a:solidFill>
                <a:latin typeface="Arial"/>
                <a:ea typeface="Arial"/>
                <a:cs typeface="Arial"/>
              </a:defRPr>
            </a:pPr>
            <a:r>
              <a:rPr sz="1725" b="1">
                <a:solidFill>
                  <a:srgbClr val="F5F7FF"/>
                </a:solidFill>
                <a:latin typeface="Arial"/>
                <a:ea typeface="Arial"/>
                <a:cs typeface="Arial"/>
              </a:rPr>
              <a:t>O’REILLY LIVE</a:t>
            </a:r>
          </a:p>
        </p:txBody>
      </p:sp>
      <p:sp>
        <p:nvSpPr>
          <p:cNvPr id="3" name="shape-1">
            <a:extLst xmlns:a="http://schemas.openxmlformats.org/drawingml/2006/main">
              <a:ext uri="{FF2B5EF4-FFF2-40B4-BE49-F238E27FC236}">
                <a16:creationId xmlns:a16="http://schemas.microsoft.com/office/drawing/2014/main" id="{CB6C25FF-9CBC-4E37-AF3A-43BC844CD6E0}"/>
              </a:ext>
            </a:extLst>
          </p:cNvPr>
          <p:cNvSpPr>
            <a:spLocks xmlns:a="http://schemas.openxmlformats.org/drawingml/2006/main" noGrp="1"/>
          </p:cNvSpPr>
          <p:nvPr/>
        </p:nvSpPr>
        <p:spPr>
          <a:xfrm xmlns:a="http://schemas.openxmlformats.org/drawingml/2006/main">
            <a:off x="685800" y="1895475"/>
            <a:ext cx="5762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8400" b="1">
                <a:solidFill>
                  <a:srgbClr val="F5F7FF"/>
                </a:solidFill>
                <a:latin typeface="Arial"/>
                <a:ea typeface="Arial"/>
                <a:cs typeface="Arial"/>
              </a:defRPr>
            </a:defPPr>
            <a:lvl1pPr algn="l">
              <a:buNone/>
              <a:defRPr sz="8400" b="1">
                <a:solidFill>
                  <a:srgbClr val="F5F7FF"/>
                </a:solidFill>
                <a:latin typeface="Arial"/>
                <a:ea typeface="Arial"/>
                <a:cs typeface="Arial"/>
              </a:defRPr>
            </a:lvl1pPr>
            <a:lvl2pPr algn="l">
              <a:buNone/>
              <a:defRPr sz="8400" b="1">
                <a:solidFill>
                  <a:srgbClr val="F5F7FF"/>
                </a:solidFill>
                <a:latin typeface="Arial"/>
                <a:ea typeface="Arial"/>
                <a:cs typeface="Arial"/>
              </a:defRPr>
            </a:lvl2pPr>
            <a:lvl3pPr algn="l">
              <a:buNone/>
              <a:defRPr sz="8400" b="1">
                <a:solidFill>
                  <a:srgbClr val="F5F7FF"/>
                </a:solidFill>
                <a:latin typeface="Arial"/>
                <a:ea typeface="Arial"/>
                <a:cs typeface="Arial"/>
              </a:defRPr>
            </a:lvl3pPr>
            <a:lvl4pPr algn="l">
              <a:buNone/>
              <a:defRPr sz="8400" b="1">
                <a:solidFill>
                  <a:srgbClr val="F5F7FF"/>
                </a:solidFill>
                <a:latin typeface="Arial"/>
                <a:ea typeface="Arial"/>
                <a:cs typeface="Arial"/>
              </a:defRPr>
            </a:lvl4pPr>
            <a:lvl5pPr algn="l">
              <a:buNone/>
              <a:defRPr sz="8400" b="1">
                <a:solidFill>
                  <a:srgbClr val="F5F7FF"/>
                </a:solidFill>
                <a:latin typeface="Arial"/>
                <a:ea typeface="Arial"/>
                <a:cs typeface="Arial"/>
              </a:defRPr>
            </a:lvl5pPr>
            <a:lvl6pPr algn="l">
              <a:buNone/>
              <a:defRPr sz="8400" b="1">
                <a:solidFill>
                  <a:srgbClr val="F5F7FF"/>
                </a:solidFill>
                <a:latin typeface="Arial"/>
                <a:ea typeface="Arial"/>
                <a:cs typeface="Arial"/>
              </a:defRPr>
            </a:lvl6pPr>
            <a:lvl7pPr algn="l">
              <a:buNone/>
              <a:defRPr sz="8400" b="1">
                <a:solidFill>
                  <a:srgbClr val="F5F7FF"/>
                </a:solidFill>
                <a:latin typeface="Arial"/>
                <a:ea typeface="Arial"/>
                <a:cs typeface="Arial"/>
              </a:defRPr>
            </a:lvl7pPr>
            <a:lvl8pPr algn="l">
              <a:buNone/>
              <a:defRPr sz="8400" b="1">
                <a:solidFill>
                  <a:srgbClr val="F5F7FF"/>
                </a:solidFill>
                <a:latin typeface="Arial"/>
                <a:ea typeface="Arial"/>
                <a:cs typeface="Arial"/>
              </a:defRPr>
            </a:lvl8pPr>
            <a:lvl9pPr algn="l">
              <a:buNone/>
              <a:defRPr sz="8400" b="1">
                <a:solidFill>
                  <a:srgbClr val="F5F7FF"/>
                </a:solidFill>
                <a:latin typeface="Arial"/>
                <a:ea typeface="Arial"/>
                <a:cs typeface="Arial"/>
              </a:defRPr>
            </a:lvl9pPr>
          </a:lstStyle>
          <a:p xmlns:a="http://schemas.openxmlformats.org/drawingml/2006/main">
            <a:pPr algn="l">
              <a:buNone/>
              <a:defRPr sz="8400" b="1">
                <a:solidFill>
                  <a:srgbClr val="F5F7FF"/>
                </a:solidFill>
                <a:latin typeface="Arial"/>
                <a:ea typeface="Arial"/>
                <a:cs typeface="Arial"/>
              </a:defRPr>
            </a:pPr>
            <a:r>
              <a:rPr sz="8400" b="1">
                <a:solidFill>
                  <a:srgbClr val="F5F7FF"/>
                </a:solidFill>
                <a:latin typeface="Arial"/>
                <a:ea typeface="Arial"/>
                <a:cs typeface="Arial"/>
              </a:rPr>
              <a:t>Codex</a:t>
            </a:r>
          </a:p>
        </p:txBody>
      </p:sp>
      <p:sp>
        <p:nvSpPr>
          <p:cNvPr id="4" name="shape-2">
            <a:extLst xmlns:a="http://schemas.openxmlformats.org/drawingml/2006/main">
              <a:ext uri="{FF2B5EF4-FFF2-40B4-BE49-F238E27FC236}">
                <a16:creationId xmlns:a16="http://schemas.microsoft.com/office/drawing/2014/main" id="{10F0593F-AD0D-4F7E-842B-06425DB806AE}"/>
              </a:ext>
            </a:extLst>
          </p:cNvPr>
          <p:cNvSpPr>
            <a:spLocks xmlns:a="http://schemas.openxmlformats.org/drawingml/2006/main" noGrp="1"/>
          </p:cNvSpPr>
          <p:nvPr/>
        </p:nvSpPr>
        <p:spPr>
          <a:xfrm xmlns:a="http://schemas.openxmlformats.org/drawingml/2006/main">
            <a:off x="723900" y="3171825"/>
            <a:ext cx="56769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6600" b="1">
                <a:solidFill>
                  <a:srgbClr val="AABEFF"/>
                </a:solidFill>
                <a:latin typeface="Arial"/>
                <a:ea typeface="Arial"/>
                <a:cs typeface="Arial"/>
              </a:defRPr>
            </a:defPPr>
            <a:lvl1pPr algn="l">
              <a:buNone/>
              <a:defRPr sz="6600" b="1">
                <a:solidFill>
                  <a:srgbClr val="AABEFF"/>
                </a:solidFill>
                <a:latin typeface="Arial"/>
                <a:ea typeface="Arial"/>
                <a:cs typeface="Arial"/>
              </a:defRPr>
            </a:lvl1pPr>
            <a:lvl2pPr algn="l">
              <a:buNone/>
              <a:defRPr sz="6600" b="1">
                <a:solidFill>
                  <a:srgbClr val="AABEFF"/>
                </a:solidFill>
                <a:latin typeface="Arial"/>
                <a:ea typeface="Arial"/>
                <a:cs typeface="Arial"/>
              </a:defRPr>
            </a:lvl2pPr>
            <a:lvl3pPr algn="l">
              <a:buNone/>
              <a:defRPr sz="6600" b="1">
                <a:solidFill>
                  <a:srgbClr val="AABEFF"/>
                </a:solidFill>
                <a:latin typeface="Arial"/>
                <a:ea typeface="Arial"/>
                <a:cs typeface="Arial"/>
              </a:defRPr>
            </a:lvl3pPr>
            <a:lvl4pPr algn="l">
              <a:buNone/>
              <a:defRPr sz="6600" b="1">
                <a:solidFill>
                  <a:srgbClr val="AABEFF"/>
                </a:solidFill>
                <a:latin typeface="Arial"/>
                <a:ea typeface="Arial"/>
                <a:cs typeface="Arial"/>
              </a:defRPr>
            </a:lvl4pPr>
            <a:lvl5pPr algn="l">
              <a:buNone/>
              <a:defRPr sz="6600" b="1">
                <a:solidFill>
                  <a:srgbClr val="AABEFF"/>
                </a:solidFill>
                <a:latin typeface="Arial"/>
                <a:ea typeface="Arial"/>
                <a:cs typeface="Arial"/>
              </a:defRPr>
            </a:lvl5pPr>
            <a:lvl6pPr algn="l">
              <a:buNone/>
              <a:defRPr sz="6600" b="1">
                <a:solidFill>
                  <a:srgbClr val="AABEFF"/>
                </a:solidFill>
                <a:latin typeface="Arial"/>
                <a:ea typeface="Arial"/>
                <a:cs typeface="Arial"/>
              </a:defRPr>
            </a:lvl6pPr>
            <a:lvl7pPr algn="l">
              <a:buNone/>
              <a:defRPr sz="6600" b="1">
                <a:solidFill>
                  <a:srgbClr val="AABEFF"/>
                </a:solidFill>
                <a:latin typeface="Arial"/>
                <a:ea typeface="Arial"/>
                <a:cs typeface="Arial"/>
              </a:defRPr>
            </a:lvl7pPr>
            <a:lvl8pPr algn="l">
              <a:buNone/>
              <a:defRPr sz="6600" b="1">
                <a:solidFill>
                  <a:srgbClr val="AABEFF"/>
                </a:solidFill>
                <a:latin typeface="Arial"/>
                <a:ea typeface="Arial"/>
                <a:cs typeface="Arial"/>
              </a:defRPr>
            </a:lvl8pPr>
            <a:lvl9pPr algn="l">
              <a:buNone/>
              <a:defRPr sz="6600" b="1">
                <a:solidFill>
                  <a:srgbClr val="AABEFF"/>
                </a:solidFill>
                <a:latin typeface="Arial"/>
                <a:ea typeface="Arial"/>
                <a:cs typeface="Arial"/>
              </a:defRPr>
            </a:lvl9pPr>
          </a:lstStyle>
          <a:p xmlns:a="http://schemas.openxmlformats.org/drawingml/2006/main">
            <a:pPr algn="l">
              <a:buNone/>
              <a:defRPr sz="6600" b="1">
                <a:solidFill>
                  <a:srgbClr val="AABEFF"/>
                </a:solidFill>
                <a:latin typeface="Arial"/>
                <a:ea typeface="Arial"/>
                <a:cs typeface="Arial"/>
              </a:defRPr>
            </a:pPr>
            <a:r>
              <a:rPr sz="6600" b="1">
                <a:solidFill>
                  <a:srgbClr val="AABEFF"/>
                </a:solidFill>
                <a:latin typeface="Arial"/>
                <a:ea typeface="Arial"/>
                <a:cs typeface="Arial"/>
              </a:rPr>
              <a:t>&amp; Coffee</a:t>
            </a:r>
          </a:p>
        </p:txBody>
      </p:sp>
      <p:sp>
        <p:nvSpPr>
          <p:cNvPr id="5" name="shape-3">
            <a:extLst xmlns:a="http://schemas.openxmlformats.org/drawingml/2006/main">
              <a:ext uri="{FF2B5EF4-FFF2-40B4-BE49-F238E27FC236}">
                <a16:creationId xmlns:a16="http://schemas.microsoft.com/office/drawing/2014/main" id="{185674BA-F390-48D8-93BD-109094822101}"/>
              </a:ext>
            </a:extLst>
          </p:cNvPr>
          <p:cNvSpPr>
            <a:spLocks xmlns:a="http://schemas.openxmlformats.org/drawingml/2006/main" noGrp="1"/>
          </p:cNvSpPr>
          <p:nvPr/>
        </p:nvSpPr>
        <p:spPr>
          <a:xfrm xmlns:a="http://schemas.openxmlformats.org/drawingml/2006/main">
            <a:off x="742950" y="49434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F5F7FF"/>
                </a:solidFill>
                <a:latin typeface="Arial"/>
                <a:ea typeface="Arial"/>
                <a:cs typeface="Arial"/>
              </a:defRPr>
            </a:defPPr>
            <a:lvl1pPr algn="l">
              <a:buNone/>
              <a:defRPr sz="2100" b="0">
                <a:solidFill>
                  <a:srgbClr val="F5F7FF"/>
                </a:solidFill>
                <a:latin typeface="Arial"/>
                <a:ea typeface="Arial"/>
                <a:cs typeface="Arial"/>
              </a:defRPr>
            </a:lvl1pPr>
            <a:lvl2pPr algn="l">
              <a:buNone/>
              <a:defRPr sz="2100" b="0">
                <a:solidFill>
                  <a:srgbClr val="F5F7FF"/>
                </a:solidFill>
                <a:latin typeface="Arial"/>
                <a:ea typeface="Arial"/>
                <a:cs typeface="Arial"/>
              </a:defRPr>
            </a:lvl2pPr>
            <a:lvl3pPr algn="l">
              <a:buNone/>
              <a:defRPr sz="2100" b="0">
                <a:solidFill>
                  <a:srgbClr val="F5F7FF"/>
                </a:solidFill>
                <a:latin typeface="Arial"/>
                <a:ea typeface="Arial"/>
                <a:cs typeface="Arial"/>
              </a:defRPr>
            </a:lvl3pPr>
            <a:lvl4pPr algn="l">
              <a:buNone/>
              <a:defRPr sz="2100" b="0">
                <a:solidFill>
                  <a:srgbClr val="F5F7FF"/>
                </a:solidFill>
                <a:latin typeface="Arial"/>
                <a:ea typeface="Arial"/>
                <a:cs typeface="Arial"/>
              </a:defRPr>
            </a:lvl4pPr>
            <a:lvl5pPr algn="l">
              <a:buNone/>
              <a:defRPr sz="2100" b="0">
                <a:solidFill>
                  <a:srgbClr val="F5F7FF"/>
                </a:solidFill>
                <a:latin typeface="Arial"/>
                <a:ea typeface="Arial"/>
                <a:cs typeface="Arial"/>
              </a:defRPr>
            </a:lvl5pPr>
            <a:lvl6pPr algn="l">
              <a:buNone/>
              <a:defRPr sz="2100" b="0">
                <a:solidFill>
                  <a:srgbClr val="F5F7FF"/>
                </a:solidFill>
                <a:latin typeface="Arial"/>
                <a:ea typeface="Arial"/>
                <a:cs typeface="Arial"/>
              </a:defRPr>
            </a:lvl6pPr>
            <a:lvl7pPr algn="l">
              <a:buNone/>
              <a:defRPr sz="2100" b="0">
                <a:solidFill>
                  <a:srgbClr val="F5F7FF"/>
                </a:solidFill>
                <a:latin typeface="Arial"/>
                <a:ea typeface="Arial"/>
                <a:cs typeface="Arial"/>
              </a:defRPr>
            </a:lvl7pPr>
            <a:lvl8pPr algn="l">
              <a:buNone/>
              <a:defRPr sz="2100" b="0">
                <a:solidFill>
                  <a:srgbClr val="F5F7FF"/>
                </a:solidFill>
                <a:latin typeface="Arial"/>
                <a:ea typeface="Arial"/>
                <a:cs typeface="Arial"/>
              </a:defRPr>
            </a:lvl8pPr>
            <a:lvl9pPr algn="l">
              <a:buNone/>
              <a:defRPr sz="2100" b="0">
                <a:solidFill>
                  <a:srgbClr val="F5F7FF"/>
                </a:solidFill>
                <a:latin typeface="Arial"/>
                <a:ea typeface="Arial"/>
                <a:cs typeface="Arial"/>
              </a:defRPr>
            </a:lvl9pPr>
          </a:lstStyle>
          <a:p xmlns:a="http://schemas.openxmlformats.org/drawingml/2006/main">
            <a:pPr algn="l">
              <a:buNone/>
              <a:defRPr sz="2100" b="0">
                <a:solidFill>
                  <a:srgbClr val="F5F7FF"/>
                </a:solidFill>
                <a:latin typeface="Arial"/>
                <a:ea typeface="Arial"/>
                <a:cs typeface="Arial"/>
              </a:defRPr>
            </a:pPr>
            <a:r>
              <a:rPr sz="2100" b="0">
                <a:solidFill>
                  <a:srgbClr val="F5F7FF"/>
                </a:solidFill>
                <a:latin typeface="Arial"/>
                <a:ea typeface="Arial"/>
                <a:cs typeface="Arial"/>
              </a:rPr>
              <a:t>Mark Kashef</a:t>
            </a:r>
          </a:p>
        </p:txBody>
      </p:sp>
      <p:sp>
        <p:nvSpPr>
          <p:cNvPr id="6" name="shape-4">
            <a:extLst xmlns:a="http://schemas.openxmlformats.org/drawingml/2006/main">
              <a:ext uri="{FF2B5EF4-FFF2-40B4-BE49-F238E27FC236}">
                <a16:creationId xmlns:a16="http://schemas.microsoft.com/office/drawing/2014/main" id="{8B4B64C9-1FBC-4710-96A6-A73F2855804F}"/>
              </a:ext>
            </a:extLst>
          </p:cNvPr>
          <p:cNvSpPr>
            <a:spLocks xmlns:a="http://schemas.openxmlformats.org/drawingml/2006/main" noGrp="1"/>
          </p:cNvSpPr>
          <p:nvPr/>
        </p:nvSpPr>
        <p:spPr>
          <a:xfrm xmlns:a="http://schemas.openxmlformats.org/drawingml/2006/main">
            <a:off x="752475" y="57721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1">
                <a:solidFill>
                  <a:srgbClr val="AABEFF"/>
                </a:solidFill>
                <a:latin typeface="Arial"/>
                <a:ea typeface="Arial"/>
                <a:cs typeface="Arial"/>
              </a:defRPr>
            </a:defPPr>
            <a:lvl1pPr algn="l">
              <a:buNone/>
              <a:defRPr sz="1350" b="1">
                <a:solidFill>
                  <a:srgbClr val="AABEFF"/>
                </a:solidFill>
                <a:latin typeface="Arial"/>
                <a:ea typeface="Arial"/>
                <a:cs typeface="Arial"/>
              </a:defRPr>
            </a:lvl1pPr>
            <a:lvl2pPr algn="l">
              <a:buNone/>
              <a:defRPr sz="1350" b="1">
                <a:solidFill>
                  <a:srgbClr val="AABEFF"/>
                </a:solidFill>
                <a:latin typeface="Arial"/>
                <a:ea typeface="Arial"/>
                <a:cs typeface="Arial"/>
              </a:defRPr>
            </a:lvl2pPr>
            <a:lvl3pPr algn="l">
              <a:buNone/>
              <a:defRPr sz="1350" b="1">
                <a:solidFill>
                  <a:srgbClr val="AABEFF"/>
                </a:solidFill>
                <a:latin typeface="Arial"/>
                <a:ea typeface="Arial"/>
                <a:cs typeface="Arial"/>
              </a:defRPr>
            </a:lvl3pPr>
            <a:lvl4pPr algn="l">
              <a:buNone/>
              <a:defRPr sz="1350" b="1">
                <a:solidFill>
                  <a:srgbClr val="AABEFF"/>
                </a:solidFill>
                <a:latin typeface="Arial"/>
                <a:ea typeface="Arial"/>
                <a:cs typeface="Arial"/>
              </a:defRPr>
            </a:lvl4pPr>
            <a:lvl5pPr algn="l">
              <a:buNone/>
              <a:defRPr sz="1350" b="1">
                <a:solidFill>
                  <a:srgbClr val="AABEFF"/>
                </a:solidFill>
                <a:latin typeface="Arial"/>
                <a:ea typeface="Arial"/>
                <a:cs typeface="Arial"/>
              </a:defRPr>
            </a:lvl5pPr>
            <a:lvl6pPr algn="l">
              <a:buNone/>
              <a:defRPr sz="1350" b="1">
                <a:solidFill>
                  <a:srgbClr val="AABEFF"/>
                </a:solidFill>
                <a:latin typeface="Arial"/>
                <a:ea typeface="Arial"/>
                <a:cs typeface="Arial"/>
              </a:defRPr>
            </a:lvl6pPr>
            <a:lvl7pPr algn="l">
              <a:buNone/>
              <a:defRPr sz="1350" b="1">
                <a:solidFill>
                  <a:srgbClr val="AABEFF"/>
                </a:solidFill>
                <a:latin typeface="Arial"/>
                <a:ea typeface="Arial"/>
                <a:cs typeface="Arial"/>
              </a:defRPr>
            </a:lvl7pPr>
            <a:lvl8pPr algn="l">
              <a:buNone/>
              <a:defRPr sz="1350" b="1">
                <a:solidFill>
                  <a:srgbClr val="AABEFF"/>
                </a:solidFill>
                <a:latin typeface="Arial"/>
                <a:ea typeface="Arial"/>
                <a:cs typeface="Arial"/>
              </a:defRPr>
            </a:lvl8pPr>
            <a:lvl9pPr algn="l">
              <a:buNone/>
              <a:defRPr sz="1350" b="1">
                <a:solidFill>
                  <a:srgbClr val="AABEFF"/>
                </a:solidFill>
                <a:latin typeface="Arial"/>
                <a:ea typeface="Arial"/>
                <a:cs typeface="Arial"/>
              </a:defRPr>
            </a:lvl9pPr>
          </a:lstStyle>
          <a:p xmlns:a="http://schemas.openxmlformats.org/drawingml/2006/main">
            <a:pPr algn="l">
              <a:buNone/>
              <a:defRPr sz="1350" b="1">
                <a:solidFill>
                  <a:srgbClr val="AABEFF"/>
                </a:solidFill>
                <a:latin typeface="Arial"/>
                <a:ea typeface="Arial"/>
                <a:cs typeface="Arial"/>
              </a:defRPr>
            </a:pPr>
            <a:r>
              <a:rPr sz="1350" b="1">
                <a:solidFill>
                  <a:srgbClr val="AABEFF"/>
                </a:solidFill>
                <a:latin typeface="Arial"/>
                <a:ea typeface="Arial"/>
                <a:cs typeface="Arial"/>
              </a:rPr>
              <a:t>DAY 2</a:t>
            </a:r>
          </a:p>
        </p:txBody>
      </p:sp>
      <p:sp>
        <p:nvSpPr>
          <p:cNvPr id="7" name="shape-5">
            <a:extLst xmlns:a="http://schemas.openxmlformats.org/drawingml/2006/main">
              <a:ext uri="{FF2B5EF4-FFF2-40B4-BE49-F238E27FC236}">
                <a16:creationId xmlns:a16="http://schemas.microsoft.com/office/drawing/2014/main" id="{5983771A-C00A-4465-971A-C83AD33E2D0F}"/>
              </a:ext>
            </a:extLst>
          </p:cNvPr>
          <p:cNvSpPr>
            <a:spLocks xmlns:a="http://schemas.openxmlformats.org/drawingml/2006/main" noGrp="1"/>
          </p:cNvSpPr>
          <p:nvPr/>
        </p:nvSpPr>
        <p:spPr>
          <a:xfrm xmlns:a="http://schemas.openxmlformats.org/drawingml/2006/main">
            <a:off x="752475" y="6115050"/>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F5F7FF"/>
                </a:solidFill>
                <a:latin typeface="Arial"/>
                <a:ea typeface="Arial"/>
                <a:cs typeface="Arial"/>
              </a:defRPr>
            </a:defPPr>
            <a:lvl1pPr algn="l">
              <a:buNone/>
              <a:defRPr sz="2025" b="0">
                <a:solidFill>
                  <a:srgbClr val="F5F7FF"/>
                </a:solidFill>
                <a:latin typeface="Arial"/>
                <a:ea typeface="Arial"/>
                <a:cs typeface="Arial"/>
              </a:defRPr>
            </a:lvl1pPr>
            <a:lvl2pPr algn="l">
              <a:buNone/>
              <a:defRPr sz="2025" b="0">
                <a:solidFill>
                  <a:srgbClr val="F5F7FF"/>
                </a:solidFill>
                <a:latin typeface="Arial"/>
                <a:ea typeface="Arial"/>
                <a:cs typeface="Arial"/>
              </a:defRPr>
            </a:lvl2pPr>
            <a:lvl3pPr algn="l">
              <a:buNone/>
              <a:defRPr sz="2025" b="0">
                <a:solidFill>
                  <a:srgbClr val="F5F7FF"/>
                </a:solidFill>
                <a:latin typeface="Arial"/>
                <a:ea typeface="Arial"/>
                <a:cs typeface="Arial"/>
              </a:defRPr>
            </a:lvl3pPr>
            <a:lvl4pPr algn="l">
              <a:buNone/>
              <a:defRPr sz="2025" b="0">
                <a:solidFill>
                  <a:srgbClr val="F5F7FF"/>
                </a:solidFill>
                <a:latin typeface="Arial"/>
                <a:ea typeface="Arial"/>
                <a:cs typeface="Arial"/>
              </a:defRPr>
            </a:lvl4pPr>
            <a:lvl5pPr algn="l">
              <a:buNone/>
              <a:defRPr sz="2025" b="0">
                <a:solidFill>
                  <a:srgbClr val="F5F7FF"/>
                </a:solidFill>
                <a:latin typeface="Arial"/>
                <a:ea typeface="Arial"/>
                <a:cs typeface="Arial"/>
              </a:defRPr>
            </a:lvl5pPr>
            <a:lvl6pPr algn="l">
              <a:buNone/>
              <a:defRPr sz="2025" b="0">
                <a:solidFill>
                  <a:srgbClr val="F5F7FF"/>
                </a:solidFill>
                <a:latin typeface="Arial"/>
                <a:ea typeface="Arial"/>
                <a:cs typeface="Arial"/>
              </a:defRPr>
            </a:lvl6pPr>
            <a:lvl7pPr algn="l">
              <a:buNone/>
              <a:defRPr sz="2025" b="0">
                <a:solidFill>
                  <a:srgbClr val="F5F7FF"/>
                </a:solidFill>
                <a:latin typeface="Arial"/>
                <a:ea typeface="Arial"/>
                <a:cs typeface="Arial"/>
              </a:defRPr>
            </a:lvl7pPr>
            <a:lvl8pPr algn="l">
              <a:buNone/>
              <a:defRPr sz="2025" b="0">
                <a:solidFill>
                  <a:srgbClr val="F5F7FF"/>
                </a:solidFill>
                <a:latin typeface="Arial"/>
                <a:ea typeface="Arial"/>
                <a:cs typeface="Arial"/>
              </a:defRPr>
            </a:lvl8pPr>
            <a:lvl9pPr algn="l">
              <a:buNone/>
              <a:defRPr sz="2025" b="0">
                <a:solidFill>
                  <a:srgbClr val="F5F7FF"/>
                </a:solidFill>
                <a:latin typeface="Arial"/>
                <a:ea typeface="Arial"/>
                <a:cs typeface="Arial"/>
              </a:defRPr>
            </a:lvl9pPr>
          </a:lstStyle>
          <a:p xmlns:a="http://schemas.openxmlformats.org/drawingml/2006/main">
            <a:pPr algn="l">
              <a:buNone/>
              <a:defRPr sz="2025" b="0">
                <a:solidFill>
                  <a:srgbClr val="F5F7FF"/>
                </a:solidFill>
                <a:latin typeface="Arial"/>
                <a:ea typeface="Arial"/>
                <a:cs typeface="Arial"/>
              </a:defRPr>
            </a:pPr>
            <a:r>
              <a:rPr sz="2025" b="0">
                <a:solidFill>
                  <a:srgbClr val="F5F7FF"/>
                </a:solidFill>
                <a:latin typeface="Arial"/>
                <a:ea typeface="Arial"/>
                <a:cs typeface="Arial"/>
              </a:rPr>
              <a:t>Building a Workspace You Can Use</a:t>
            </a:r>
          </a:p>
        </p:txBody>
      </p:sp>
    </p:spTree>
    <p:extLst>
      <p:ext uri="{BB962C8B-B14F-4D97-AF65-F5344CB8AC3E}">
        <p14:creationId xmlns:p14="http://schemas.microsoft.com/office/powerpoint/2010/main" val="3998979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day2-0">
            <a:extLst xmlns:a="http://schemas.openxmlformats.org/drawingml/2006/main">
              <a:ext uri="{FF2B5EF4-FFF2-40B4-BE49-F238E27FC236}">
                <a16:creationId xmlns:a16="http://schemas.microsoft.com/office/drawing/2014/main" id="{EF747C20-5817-4B93-812E-4DBE7B1973FB}"/>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Today’s agenda</a:t>
            </a:r>
          </a:p>
        </p:txBody>
      </p:sp>
      <p:sp>
        <p:nvSpPr>
          <p:cNvPr id="2" name="day2-1">
            <a:extLst xmlns:a="http://schemas.openxmlformats.org/drawingml/2006/main">
              <a:ext uri="{FF2B5EF4-FFF2-40B4-BE49-F238E27FC236}">
                <a16:creationId xmlns:a16="http://schemas.microsoft.com/office/drawing/2014/main" id="{AF6FF1A4-49E5-4F56-BC90-ECC1A7E65689}"/>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2">
            <a:extLst xmlns:a="http://schemas.openxmlformats.org/drawingml/2006/main">
              <a:ext uri="{FF2B5EF4-FFF2-40B4-BE49-F238E27FC236}">
                <a16:creationId xmlns:a16="http://schemas.microsoft.com/office/drawing/2014/main" id="{90146D53-ED62-4E60-A1C9-5A78E53C3B91}"/>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2</a:t>
            </a:r>
          </a:p>
        </p:txBody>
      </p:sp>
      <p:sp>
        <p:nvSpPr>
          <p:cNvPr id="4" name="day2-3">
            <a:extLst xmlns:a="http://schemas.openxmlformats.org/drawingml/2006/main">
              <a:ext uri="{FF2B5EF4-FFF2-40B4-BE49-F238E27FC236}">
                <a16:creationId xmlns:a16="http://schemas.microsoft.com/office/drawing/2014/main" id="{0C81D01E-9E37-4CF1-AB7B-87DAFA78F6AD}"/>
              </a:ext>
            </a:extLst>
          </p:cNvPr>
          <p:cNvSpPr>
            <a:spLocks xmlns:a="http://schemas.openxmlformats.org/drawingml/2006/main" noGrp="1"/>
          </p:cNvSpPr>
          <p:nvPr/>
        </p:nvSpPr>
        <p:spPr>
          <a:xfrm xmlns:a="http://schemas.openxmlformats.org/drawingml/2006/main">
            <a:off x="809625" y="1533525"/>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3D709F"/>
                </a:solidFill>
                <a:latin typeface="Arial"/>
                <a:ea typeface="Arial"/>
                <a:cs typeface="Arial"/>
              </a:defRPr>
            </a:defPPr>
            <a:lvl1pPr algn="l">
              <a:defRPr sz="2175" b="1">
                <a:solidFill>
                  <a:srgbClr val="3D709F"/>
                </a:solidFill>
                <a:latin typeface="Arial"/>
                <a:ea typeface="Arial"/>
                <a:cs typeface="Arial"/>
              </a:defRPr>
            </a:lvl1pPr>
            <a:lvl2pPr algn="l">
              <a:defRPr sz="2175" b="1">
                <a:solidFill>
                  <a:srgbClr val="3D709F"/>
                </a:solidFill>
                <a:latin typeface="Arial"/>
                <a:ea typeface="Arial"/>
                <a:cs typeface="Arial"/>
              </a:defRPr>
            </a:lvl2pPr>
            <a:lvl3pPr algn="l">
              <a:defRPr sz="2175" b="1">
                <a:solidFill>
                  <a:srgbClr val="3D709F"/>
                </a:solidFill>
                <a:latin typeface="Arial"/>
                <a:ea typeface="Arial"/>
                <a:cs typeface="Arial"/>
              </a:defRPr>
            </a:lvl3pPr>
            <a:lvl4pPr algn="l">
              <a:defRPr sz="2175" b="1">
                <a:solidFill>
                  <a:srgbClr val="3D709F"/>
                </a:solidFill>
                <a:latin typeface="Arial"/>
                <a:ea typeface="Arial"/>
                <a:cs typeface="Arial"/>
              </a:defRPr>
            </a:lvl4pPr>
            <a:lvl5pPr algn="l">
              <a:defRPr sz="2175" b="1">
                <a:solidFill>
                  <a:srgbClr val="3D709F"/>
                </a:solidFill>
                <a:latin typeface="Arial"/>
                <a:ea typeface="Arial"/>
                <a:cs typeface="Arial"/>
              </a:defRPr>
            </a:lvl5pPr>
            <a:lvl6pPr algn="l">
              <a:defRPr sz="2175" b="1">
                <a:solidFill>
                  <a:srgbClr val="3D709F"/>
                </a:solidFill>
                <a:latin typeface="Arial"/>
                <a:ea typeface="Arial"/>
                <a:cs typeface="Arial"/>
              </a:defRPr>
            </a:lvl6pPr>
            <a:lvl7pPr algn="l">
              <a:defRPr sz="2175" b="1">
                <a:solidFill>
                  <a:srgbClr val="3D709F"/>
                </a:solidFill>
                <a:latin typeface="Arial"/>
                <a:ea typeface="Arial"/>
                <a:cs typeface="Arial"/>
              </a:defRPr>
            </a:lvl7pPr>
            <a:lvl8pPr algn="l">
              <a:defRPr sz="2175" b="1">
                <a:solidFill>
                  <a:srgbClr val="3D709F"/>
                </a:solidFill>
                <a:latin typeface="Arial"/>
                <a:ea typeface="Arial"/>
                <a:cs typeface="Arial"/>
              </a:defRPr>
            </a:lvl8pPr>
            <a:lvl9pPr algn="l">
              <a:defRPr sz="2175" b="1">
                <a:solidFill>
                  <a:srgbClr val="3D709F"/>
                </a:solidFill>
                <a:latin typeface="Arial"/>
                <a:ea typeface="Arial"/>
                <a:cs typeface="Arial"/>
              </a:defRPr>
            </a:lvl9pPr>
          </a:lstStyle>
          <a:p xmlns:a="http://schemas.openxmlformats.org/drawingml/2006/main">
            <a:pPr algn="l">
              <a:defRPr sz="2175" b="1">
                <a:solidFill>
                  <a:srgbClr val="3D709F"/>
                </a:solidFill>
                <a:latin typeface="Arial"/>
                <a:ea typeface="Arial"/>
                <a:cs typeface="Arial"/>
              </a:defRPr>
            </a:pPr>
            <a:r>
              <a:rPr sz="2175" b="1">
                <a:solidFill>
                  <a:srgbClr val="3D709F"/>
                </a:solidFill>
                <a:latin typeface="Arial"/>
                <a:ea typeface="Arial"/>
                <a:cs typeface="Arial"/>
              </a:rPr>
              <a:t>01</a:t>
            </a:r>
          </a:p>
        </p:txBody>
      </p:sp>
      <p:sp>
        <p:nvSpPr>
          <p:cNvPr id="5" name="day2-4">
            <a:extLst xmlns:a="http://schemas.openxmlformats.org/drawingml/2006/main">
              <a:ext uri="{FF2B5EF4-FFF2-40B4-BE49-F238E27FC236}">
                <a16:creationId xmlns:a16="http://schemas.microsoft.com/office/drawing/2014/main" id="{FAD2D3B1-267E-4078-9399-509C5DAA54B2}"/>
              </a:ext>
            </a:extLst>
          </p:cNvPr>
          <p:cNvSpPr>
            <a:spLocks xmlns:a="http://schemas.openxmlformats.org/drawingml/2006/main" noGrp="1"/>
          </p:cNvSpPr>
          <p:nvPr/>
        </p:nvSpPr>
        <p:spPr>
          <a:xfrm xmlns:a="http://schemas.openxmlformats.org/drawingml/2006/main">
            <a:off x="1524000" y="1533525"/>
            <a:ext cx="433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Workspace anatomy</a:t>
            </a:r>
          </a:p>
        </p:txBody>
      </p:sp>
      <p:sp>
        <p:nvSpPr>
          <p:cNvPr id="6" name="day2-5">
            <a:extLst xmlns:a="http://schemas.openxmlformats.org/drawingml/2006/main">
              <a:ext uri="{FF2B5EF4-FFF2-40B4-BE49-F238E27FC236}">
                <a16:creationId xmlns:a16="http://schemas.microsoft.com/office/drawing/2014/main" id="{1457AE8F-60B6-4E39-8CFF-A45140061EC6}"/>
              </a:ext>
            </a:extLst>
          </p:cNvPr>
          <p:cNvSpPr>
            <a:spLocks xmlns:a="http://schemas.openxmlformats.org/drawingml/2006/main" noGrp="1"/>
          </p:cNvSpPr>
          <p:nvPr/>
        </p:nvSpPr>
        <p:spPr>
          <a:xfrm xmlns:a="http://schemas.openxmlformats.org/drawingml/2006/main">
            <a:off x="809625" y="2486025"/>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7360A1"/>
                </a:solidFill>
                <a:latin typeface="Arial"/>
                <a:ea typeface="Arial"/>
                <a:cs typeface="Arial"/>
              </a:defRPr>
            </a:defPPr>
            <a:lvl1pPr algn="l">
              <a:defRPr sz="2175" b="1">
                <a:solidFill>
                  <a:srgbClr val="7360A1"/>
                </a:solidFill>
                <a:latin typeface="Arial"/>
                <a:ea typeface="Arial"/>
                <a:cs typeface="Arial"/>
              </a:defRPr>
            </a:lvl1pPr>
            <a:lvl2pPr algn="l">
              <a:defRPr sz="2175" b="1">
                <a:solidFill>
                  <a:srgbClr val="7360A1"/>
                </a:solidFill>
                <a:latin typeface="Arial"/>
                <a:ea typeface="Arial"/>
                <a:cs typeface="Arial"/>
              </a:defRPr>
            </a:lvl2pPr>
            <a:lvl3pPr algn="l">
              <a:defRPr sz="2175" b="1">
                <a:solidFill>
                  <a:srgbClr val="7360A1"/>
                </a:solidFill>
                <a:latin typeface="Arial"/>
                <a:ea typeface="Arial"/>
                <a:cs typeface="Arial"/>
              </a:defRPr>
            </a:lvl3pPr>
            <a:lvl4pPr algn="l">
              <a:defRPr sz="2175" b="1">
                <a:solidFill>
                  <a:srgbClr val="7360A1"/>
                </a:solidFill>
                <a:latin typeface="Arial"/>
                <a:ea typeface="Arial"/>
                <a:cs typeface="Arial"/>
              </a:defRPr>
            </a:lvl4pPr>
            <a:lvl5pPr algn="l">
              <a:defRPr sz="2175" b="1">
                <a:solidFill>
                  <a:srgbClr val="7360A1"/>
                </a:solidFill>
                <a:latin typeface="Arial"/>
                <a:ea typeface="Arial"/>
                <a:cs typeface="Arial"/>
              </a:defRPr>
            </a:lvl5pPr>
            <a:lvl6pPr algn="l">
              <a:defRPr sz="2175" b="1">
                <a:solidFill>
                  <a:srgbClr val="7360A1"/>
                </a:solidFill>
                <a:latin typeface="Arial"/>
                <a:ea typeface="Arial"/>
                <a:cs typeface="Arial"/>
              </a:defRPr>
            </a:lvl6pPr>
            <a:lvl7pPr algn="l">
              <a:defRPr sz="2175" b="1">
                <a:solidFill>
                  <a:srgbClr val="7360A1"/>
                </a:solidFill>
                <a:latin typeface="Arial"/>
                <a:ea typeface="Arial"/>
                <a:cs typeface="Arial"/>
              </a:defRPr>
            </a:lvl7pPr>
            <a:lvl8pPr algn="l">
              <a:defRPr sz="2175" b="1">
                <a:solidFill>
                  <a:srgbClr val="7360A1"/>
                </a:solidFill>
                <a:latin typeface="Arial"/>
                <a:ea typeface="Arial"/>
                <a:cs typeface="Arial"/>
              </a:defRPr>
            </a:lvl8pPr>
            <a:lvl9pPr algn="l">
              <a:defRPr sz="2175" b="1">
                <a:solidFill>
                  <a:srgbClr val="7360A1"/>
                </a:solidFill>
                <a:latin typeface="Arial"/>
                <a:ea typeface="Arial"/>
                <a:cs typeface="Arial"/>
              </a:defRPr>
            </a:lvl9pPr>
          </a:lstStyle>
          <a:p xmlns:a="http://schemas.openxmlformats.org/drawingml/2006/main">
            <a:pPr algn="l">
              <a:defRPr sz="2175" b="1">
                <a:solidFill>
                  <a:srgbClr val="7360A1"/>
                </a:solidFill>
                <a:latin typeface="Arial"/>
                <a:ea typeface="Arial"/>
                <a:cs typeface="Arial"/>
              </a:defRPr>
            </a:pPr>
            <a:r>
              <a:rPr sz="2175" b="1">
                <a:solidFill>
                  <a:srgbClr val="7360A1"/>
                </a:solidFill>
                <a:latin typeface="Arial"/>
                <a:ea typeface="Arial"/>
                <a:cs typeface="Arial"/>
              </a:rPr>
              <a:t>02</a:t>
            </a:r>
          </a:p>
        </p:txBody>
      </p:sp>
      <p:sp>
        <p:nvSpPr>
          <p:cNvPr id="7" name="day2-6">
            <a:extLst xmlns:a="http://schemas.openxmlformats.org/drawingml/2006/main">
              <a:ext uri="{FF2B5EF4-FFF2-40B4-BE49-F238E27FC236}">
                <a16:creationId xmlns:a16="http://schemas.microsoft.com/office/drawing/2014/main" id="{E2F158AD-E432-45BF-AEFC-866C5394A401}"/>
              </a:ext>
            </a:extLst>
          </p:cNvPr>
          <p:cNvSpPr>
            <a:spLocks xmlns:a="http://schemas.openxmlformats.org/drawingml/2006/main" noGrp="1"/>
          </p:cNvSpPr>
          <p:nvPr/>
        </p:nvSpPr>
        <p:spPr>
          <a:xfrm xmlns:a="http://schemas.openxmlformats.org/drawingml/2006/main">
            <a:off x="1524000" y="2486025"/>
            <a:ext cx="433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Shared rules and local context</a:t>
            </a:r>
          </a:p>
        </p:txBody>
      </p:sp>
      <p:sp>
        <p:nvSpPr>
          <p:cNvPr id="8" name="day2-7">
            <a:extLst xmlns:a="http://schemas.openxmlformats.org/drawingml/2006/main">
              <a:ext uri="{FF2B5EF4-FFF2-40B4-BE49-F238E27FC236}">
                <a16:creationId xmlns:a16="http://schemas.microsoft.com/office/drawing/2014/main" id="{C724435D-0E8D-4088-BEB7-86FE79915747}"/>
              </a:ext>
            </a:extLst>
          </p:cNvPr>
          <p:cNvSpPr>
            <a:spLocks xmlns:a="http://schemas.openxmlformats.org/drawingml/2006/main" noGrp="1"/>
          </p:cNvSpPr>
          <p:nvPr/>
        </p:nvSpPr>
        <p:spPr>
          <a:xfrm xmlns:a="http://schemas.openxmlformats.org/drawingml/2006/main">
            <a:off x="809625" y="3438525"/>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9D752B"/>
                </a:solidFill>
                <a:latin typeface="Arial"/>
                <a:ea typeface="Arial"/>
                <a:cs typeface="Arial"/>
              </a:defRPr>
            </a:defPPr>
            <a:lvl1pPr algn="l">
              <a:defRPr sz="2175" b="1">
                <a:solidFill>
                  <a:srgbClr val="9D752B"/>
                </a:solidFill>
                <a:latin typeface="Arial"/>
                <a:ea typeface="Arial"/>
                <a:cs typeface="Arial"/>
              </a:defRPr>
            </a:lvl1pPr>
            <a:lvl2pPr algn="l">
              <a:defRPr sz="2175" b="1">
                <a:solidFill>
                  <a:srgbClr val="9D752B"/>
                </a:solidFill>
                <a:latin typeface="Arial"/>
                <a:ea typeface="Arial"/>
                <a:cs typeface="Arial"/>
              </a:defRPr>
            </a:lvl2pPr>
            <a:lvl3pPr algn="l">
              <a:defRPr sz="2175" b="1">
                <a:solidFill>
                  <a:srgbClr val="9D752B"/>
                </a:solidFill>
                <a:latin typeface="Arial"/>
                <a:ea typeface="Arial"/>
                <a:cs typeface="Arial"/>
              </a:defRPr>
            </a:lvl3pPr>
            <a:lvl4pPr algn="l">
              <a:defRPr sz="2175" b="1">
                <a:solidFill>
                  <a:srgbClr val="9D752B"/>
                </a:solidFill>
                <a:latin typeface="Arial"/>
                <a:ea typeface="Arial"/>
                <a:cs typeface="Arial"/>
              </a:defRPr>
            </a:lvl4pPr>
            <a:lvl5pPr algn="l">
              <a:defRPr sz="2175" b="1">
                <a:solidFill>
                  <a:srgbClr val="9D752B"/>
                </a:solidFill>
                <a:latin typeface="Arial"/>
                <a:ea typeface="Arial"/>
                <a:cs typeface="Arial"/>
              </a:defRPr>
            </a:lvl5pPr>
            <a:lvl6pPr algn="l">
              <a:defRPr sz="2175" b="1">
                <a:solidFill>
                  <a:srgbClr val="9D752B"/>
                </a:solidFill>
                <a:latin typeface="Arial"/>
                <a:ea typeface="Arial"/>
                <a:cs typeface="Arial"/>
              </a:defRPr>
            </a:lvl6pPr>
            <a:lvl7pPr algn="l">
              <a:defRPr sz="2175" b="1">
                <a:solidFill>
                  <a:srgbClr val="9D752B"/>
                </a:solidFill>
                <a:latin typeface="Arial"/>
                <a:ea typeface="Arial"/>
                <a:cs typeface="Arial"/>
              </a:defRPr>
            </a:lvl7pPr>
            <a:lvl8pPr algn="l">
              <a:defRPr sz="2175" b="1">
                <a:solidFill>
                  <a:srgbClr val="9D752B"/>
                </a:solidFill>
                <a:latin typeface="Arial"/>
                <a:ea typeface="Arial"/>
                <a:cs typeface="Arial"/>
              </a:defRPr>
            </a:lvl8pPr>
            <a:lvl9pPr algn="l">
              <a:defRPr sz="2175" b="1">
                <a:solidFill>
                  <a:srgbClr val="9D752B"/>
                </a:solidFill>
                <a:latin typeface="Arial"/>
                <a:ea typeface="Arial"/>
                <a:cs typeface="Arial"/>
              </a:defRPr>
            </a:lvl9pPr>
          </a:lstStyle>
          <a:p xmlns:a="http://schemas.openxmlformats.org/drawingml/2006/main">
            <a:pPr algn="l">
              <a:defRPr sz="2175" b="1">
                <a:solidFill>
                  <a:srgbClr val="9D752B"/>
                </a:solidFill>
                <a:latin typeface="Arial"/>
                <a:ea typeface="Arial"/>
                <a:cs typeface="Arial"/>
              </a:defRPr>
            </a:pPr>
            <a:r>
              <a:rPr sz="2175" b="1">
                <a:solidFill>
                  <a:srgbClr val="9D752B"/>
                </a:solidFill>
                <a:latin typeface="Arial"/>
                <a:ea typeface="Arial"/>
                <a:cs typeface="Arial"/>
              </a:rPr>
              <a:t>03</a:t>
            </a:r>
          </a:p>
        </p:txBody>
      </p:sp>
      <p:sp>
        <p:nvSpPr>
          <p:cNvPr id="9" name="day2-8">
            <a:extLst xmlns:a="http://schemas.openxmlformats.org/drawingml/2006/main">
              <a:ext uri="{FF2B5EF4-FFF2-40B4-BE49-F238E27FC236}">
                <a16:creationId xmlns:a16="http://schemas.microsoft.com/office/drawing/2014/main" id="{5D211044-A6CC-439F-9C11-F0BFC33F41AA}"/>
              </a:ext>
            </a:extLst>
          </p:cNvPr>
          <p:cNvSpPr>
            <a:spLocks xmlns:a="http://schemas.openxmlformats.org/drawingml/2006/main" noGrp="1"/>
          </p:cNvSpPr>
          <p:nvPr/>
        </p:nvSpPr>
        <p:spPr>
          <a:xfrm xmlns:a="http://schemas.openxmlformats.org/drawingml/2006/main">
            <a:off x="1524000" y="3438525"/>
            <a:ext cx="433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A content operating system</a:t>
            </a:r>
          </a:p>
        </p:txBody>
      </p:sp>
      <p:sp>
        <p:nvSpPr>
          <p:cNvPr id="10" name="day2-9">
            <a:extLst xmlns:a="http://schemas.openxmlformats.org/drawingml/2006/main">
              <a:ext uri="{FF2B5EF4-FFF2-40B4-BE49-F238E27FC236}">
                <a16:creationId xmlns:a16="http://schemas.microsoft.com/office/drawing/2014/main" id="{7318D630-A50B-4D3A-9176-E42EBEE88300}"/>
              </a:ext>
            </a:extLst>
          </p:cNvPr>
          <p:cNvSpPr>
            <a:spLocks xmlns:a="http://schemas.openxmlformats.org/drawingml/2006/main" noGrp="1"/>
          </p:cNvSpPr>
          <p:nvPr/>
        </p:nvSpPr>
        <p:spPr>
          <a:xfrm xmlns:a="http://schemas.openxmlformats.org/drawingml/2006/main">
            <a:off x="809625" y="4391025"/>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5F7289"/>
                </a:solidFill>
                <a:latin typeface="Arial"/>
                <a:ea typeface="Arial"/>
                <a:cs typeface="Arial"/>
              </a:defRPr>
            </a:defPPr>
            <a:lvl1pPr algn="l">
              <a:defRPr sz="2175" b="1">
                <a:solidFill>
                  <a:srgbClr val="5F7289"/>
                </a:solidFill>
                <a:latin typeface="Arial"/>
                <a:ea typeface="Arial"/>
                <a:cs typeface="Arial"/>
              </a:defRPr>
            </a:lvl1pPr>
            <a:lvl2pPr algn="l">
              <a:defRPr sz="2175" b="1">
                <a:solidFill>
                  <a:srgbClr val="5F7289"/>
                </a:solidFill>
                <a:latin typeface="Arial"/>
                <a:ea typeface="Arial"/>
                <a:cs typeface="Arial"/>
              </a:defRPr>
            </a:lvl2pPr>
            <a:lvl3pPr algn="l">
              <a:defRPr sz="2175" b="1">
                <a:solidFill>
                  <a:srgbClr val="5F7289"/>
                </a:solidFill>
                <a:latin typeface="Arial"/>
                <a:ea typeface="Arial"/>
                <a:cs typeface="Arial"/>
              </a:defRPr>
            </a:lvl3pPr>
            <a:lvl4pPr algn="l">
              <a:defRPr sz="2175" b="1">
                <a:solidFill>
                  <a:srgbClr val="5F7289"/>
                </a:solidFill>
                <a:latin typeface="Arial"/>
                <a:ea typeface="Arial"/>
                <a:cs typeface="Arial"/>
              </a:defRPr>
            </a:lvl4pPr>
            <a:lvl5pPr algn="l">
              <a:defRPr sz="2175" b="1">
                <a:solidFill>
                  <a:srgbClr val="5F7289"/>
                </a:solidFill>
                <a:latin typeface="Arial"/>
                <a:ea typeface="Arial"/>
                <a:cs typeface="Arial"/>
              </a:defRPr>
            </a:lvl5pPr>
            <a:lvl6pPr algn="l">
              <a:defRPr sz="2175" b="1">
                <a:solidFill>
                  <a:srgbClr val="5F7289"/>
                </a:solidFill>
                <a:latin typeface="Arial"/>
                <a:ea typeface="Arial"/>
                <a:cs typeface="Arial"/>
              </a:defRPr>
            </a:lvl6pPr>
            <a:lvl7pPr algn="l">
              <a:defRPr sz="2175" b="1">
                <a:solidFill>
                  <a:srgbClr val="5F7289"/>
                </a:solidFill>
                <a:latin typeface="Arial"/>
                <a:ea typeface="Arial"/>
                <a:cs typeface="Arial"/>
              </a:defRPr>
            </a:lvl7pPr>
            <a:lvl8pPr algn="l">
              <a:defRPr sz="2175" b="1">
                <a:solidFill>
                  <a:srgbClr val="5F7289"/>
                </a:solidFill>
                <a:latin typeface="Arial"/>
                <a:ea typeface="Arial"/>
                <a:cs typeface="Arial"/>
              </a:defRPr>
            </a:lvl8pPr>
            <a:lvl9pPr algn="l">
              <a:defRPr sz="2175" b="1">
                <a:solidFill>
                  <a:srgbClr val="5F7289"/>
                </a:solidFill>
                <a:latin typeface="Arial"/>
                <a:ea typeface="Arial"/>
                <a:cs typeface="Arial"/>
              </a:defRPr>
            </a:lvl9pPr>
          </a:lstStyle>
          <a:p xmlns:a="http://schemas.openxmlformats.org/drawingml/2006/main">
            <a:pPr algn="l">
              <a:defRPr sz="2175" b="1">
                <a:solidFill>
                  <a:srgbClr val="5F7289"/>
                </a:solidFill>
                <a:latin typeface="Arial"/>
                <a:ea typeface="Arial"/>
                <a:cs typeface="Arial"/>
              </a:defRPr>
            </a:pPr>
            <a:r>
              <a:rPr sz="2175" b="1">
                <a:solidFill>
                  <a:srgbClr val="5F7289"/>
                </a:solidFill>
                <a:latin typeface="Arial"/>
                <a:ea typeface="Arial"/>
                <a:cs typeface="Arial"/>
              </a:rPr>
              <a:t>04</a:t>
            </a:r>
          </a:p>
        </p:txBody>
      </p:sp>
      <p:sp>
        <p:nvSpPr>
          <p:cNvPr id="11" name="day2-10">
            <a:extLst xmlns:a="http://schemas.openxmlformats.org/drawingml/2006/main">
              <a:ext uri="{FF2B5EF4-FFF2-40B4-BE49-F238E27FC236}">
                <a16:creationId xmlns:a16="http://schemas.microsoft.com/office/drawing/2014/main" id="{96566E64-37B0-423E-AB77-DE577CE72D36}"/>
              </a:ext>
            </a:extLst>
          </p:cNvPr>
          <p:cNvSpPr>
            <a:spLocks xmlns:a="http://schemas.openxmlformats.org/drawingml/2006/main" noGrp="1"/>
          </p:cNvSpPr>
          <p:nvPr/>
        </p:nvSpPr>
        <p:spPr>
          <a:xfrm xmlns:a="http://schemas.openxmlformats.org/drawingml/2006/main">
            <a:off x="1524000" y="4391025"/>
            <a:ext cx="433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A business automation system</a:t>
            </a:r>
          </a:p>
        </p:txBody>
      </p:sp>
      <p:sp>
        <p:nvSpPr>
          <p:cNvPr id="12" name="day2-11">
            <a:extLst xmlns:a="http://schemas.openxmlformats.org/drawingml/2006/main">
              <a:ext uri="{FF2B5EF4-FFF2-40B4-BE49-F238E27FC236}">
                <a16:creationId xmlns:a16="http://schemas.microsoft.com/office/drawing/2014/main" id="{AD3D224D-31B9-4502-9F95-0A37A794929A}"/>
              </a:ext>
            </a:extLst>
          </p:cNvPr>
          <p:cNvSpPr>
            <a:spLocks xmlns:a="http://schemas.openxmlformats.org/drawingml/2006/main" noGrp="1"/>
          </p:cNvSpPr>
          <p:nvPr/>
        </p:nvSpPr>
        <p:spPr>
          <a:xfrm xmlns:a="http://schemas.openxmlformats.org/drawingml/2006/main">
            <a:off x="6572250" y="1533525"/>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327D6B"/>
                </a:solidFill>
                <a:latin typeface="Arial"/>
                <a:ea typeface="Arial"/>
                <a:cs typeface="Arial"/>
              </a:defRPr>
            </a:defPPr>
            <a:lvl1pPr algn="l">
              <a:defRPr sz="2175" b="1">
                <a:solidFill>
                  <a:srgbClr val="327D6B"/>
                </a:solidFill>
                <a:latin typeface="Arial"/>
                <a:ea typeface="Arial"/>
                <a:cs typeface="Arial"/>
              </a:defRPr>
            </a:lvl1pPr>
            <a:lvl2pPr algn="l">
              <a:defRPr sz="2175" b="1">
                <a:solidFill>
                  <a:srgbClr val="327D6B"/>
                </a:solidFill>
                <a:latin typeface="Arial"/>
                <a:ea typeface="Arial"/>
                <a:cs typeface="Arial"/>
              </a:defRPr>
            </a:lvl2pPr>
            <a:lvl3pPr algn="l">
              <a:defRPr sz="2175" b="1">
                <a:solidFill>
                  <a:srgbClr val="327D6B"/>
                </a:solidFill>
                <a:latin typeface="Arial"/>
                <a:ea typeface="Arial"/>
                <a:cs typeface="Arial"/>
              </a:defRPr>
            </a:lvl3pPr>
            <a:lvl4pPr algn="l">
              <a:defRPr sz="2175" b="1">
                <a:solidFill>
                  <a:srgbClr val="327D6B"/>
                </a:solidFill>
                <a:latin typeface="Arial"/>
                <a:ea typeface="Arial"/>
                <a:cs typeface="Arial"/>
              </a:defRPr>
            </a:lvl4pPr>
            <a:lvl5pPr algn="l">
              <a:defRPr sz="2175" b="1">
                <a:solidFill>
                  <a:srgbClr val="327D6B"/>
                </a:solidFill>
                <a:latin typeface="Arial"/>
                <a:ea typeface="Arial"/>
                <a:cs typeface="Arial"/>
              </a:defRPr>
            </a:lvl5pPr>
            <a:lvl6pPr algn="l">
              <a:defRPr sz="2175" b="1">
                <a:solidFill>
                  <a:srgbClr val="327D6B"/>
                </a:solidFill>
                <a:latin typeface="Arial"/>
                <a:ea typeface="Arial"/>
                <a:cs typeface="Arial"/>
              </a:defRPr>
            </a:lvl6pPr>
            <a:lvl7pPr algn="l">
              <a:defRPr sz="2175" b="1">
                <a:solidFill>
                  <a:srgbClr val="327D6B"/>
                </a:solidFill>
                <a:latin typeface="Arial"/>
                <a:ea typeface="Arial"/>
                <a:cs typeface="Arial"/>
              </a:defRPr>
            </a:lvl7pPr>
            <a:lvl8pPr algn="l">
              <a:defRPr sz="2175" b="1">
                <a:solidFill>
                  <a:srgbClr val="327D6B"/>
                </a:solidFill>
                <a:latin typeface="Arial"/>
                <a:ea typeface="Arial"/>
                <a:cs typeface="Arial"/>
              </a:defRPr>
            </a:lvl8pPr>
            <a:lvl9pPr algn="l">
              <a:defRPr sz="2175" b="1">
                <a:solidFill>
                  <a:srgbClr val="327D6B"/>
                </a:solidFill>
                <a:latin typeface="Arial"/>
                <a:ea typeface="Arial"/>
                <a:cs typeface="Arial"/>
              </a:defRPr>
            </a:lvl9pPr>
          </a:lstStyle>
          <a:p xmlns:a="http://schemas.openxmlformats.org/drawingml/2006/main">
            <a:pPr algn="l">
              <a:defRPr sz="2175" b="1">
                <a:solidFill>
                  <a:srgbClr val="327D6B"/>
                </a:solidFill>
                <a:latin typeface="Arial"/>
                <a:ea typeface="Arial"/>
                <a:cs typeface="Arial"/>
              </a:defRPr>
            </a:pPr>
            <a:r>
              <a:rPr sz="2175" b="1">
                <a:solidFill>
                  <a:srgbClr val="327D6B"/>
                </a:solidFill>
                <a:latin typeface="Arial"/>
                <a:ea typeface="Arial"/>
                <a:cs typeface="Arial"/>
              </a:rPr>
              <a:t>05</a:t>
            </a:r>
          </a:p>
        </p:txBody>
      </p:sp>
      <p:sp>
        <p:nvSpPr>
          <p:cNvPr id="13" name="day2-12">
            <a:extLst xmlns:a="http://schemas.openxmlformats.org/drawingml/2006/main">
              <a:ext uri="{FF2B5EF4-FFF2-40B4-BE49-F238E27FC236}">
                <a16:creationId xmlns:a16="http://schemas.microsoft.com/office/drawing/2014/main" id="{0F76419D-DF98-44B5-9F93-5ACC3C0CDE0E}"/>
              </a:ext>
            </a:extLst>
          </p:cNvPr>
          <p:cNvSpPr>
            <a:spLocks xmlns:a="http://schemas.openxmlformats.org/drawingml/2006/main" noGrp="1"/>
          </p:cNvSpPr>
          <p:nvPr/>
        </p:nvSpPr>
        <p:spPr>
          <a:xfrm xmlns:a="http://schemas.openxmlformats.org/drawingml/2006/main">
            <a:off x="7286625" y="1533525"/>
            <a:ext cx="433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A finance operating system</a:t>
            </a:r>
          </a:p>
        </p:txBody>
      </p:sp>
      <p:sp>
        <p:nvSpPr>
          <p:cNvPr id="14" name="day2-13">
            <a:extLst xmlns:a="http://schemas.openxmlformats.org/drawingml/2006/main">
              <a:ext uri="{FF2B5EF4-FFF2-40B4-BE49-F238E27FC236}">
                <a16:creationId xmlns:a16="http://schemas.microsoft.com/office/drawing/2014/main" id="{8961711F-9A31-41D5-A4FD-48F923DD8EE9}"/>
              </a:ext>
            </a:extLst>
          </p:cNvPr>
          <p:cNvSpPr>
            <a:spLocks xmlns:a="http://schemas.openxmlformats.org/drawingml/2006/main" noGrp="1"/>
          </p:cNvSpPr>
          <p:nvPr/>
        </p:nvSpPr>
        <p:spPr>
          <a:xfrm xmlns:a="http://schemas.openxmlformats.org/drawingml/2006/main">
            <a:off x="6572250" y="2486025"/>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AC6154"/>
                </a:solidFill>
                <a:latin typeface="Arial"/>
                <a:ea typeface="Arial"/>
                <a:cs typeface="Arial"/>
              </a:defRPr>
            </a:defPPr>
            <a:lvl1pPr algn="l">
              <a:defRPr sz="2175" b="1">
                <a:solidFill>
                  <a:srgbClr val="AC6154"/>
                </a:solidFill>
                <a:latin typeface="Arial"/>
                <a:ea typeface="Arial"/>
                <a:cs typeface="Arial"/>
              </a:defRPr>
            </a:lvl1pPr>
            <a:lvl2pPr algn="l">
              <a:defRPr sz="2175" b="1">
                <a:solidFill>
                  <a:srgbClr val="AC6154"/>
                </a:solidFill>
                <a:latin typeface="Arial"/>
                <a:ea typeface="Arial"/>
                <a:cs typeface="Arial"/>
              </a:defRPr>
            </a:lvl2pPr>
            <a:lvl3pPr algn="l">
              <a:defRPr sz="2175" b="1">
                <a:solidFill>
                  <a:srgbClr val="AC6154"/>
                </a:solidFill>
                <a:latin typeface="Arial"/>
                <a:ea typeface="Arial"/>
                <a:cs typeface="Arial"/>
              </a:defRPr>
            </a:lvl3pPr>
            <a:lvl4pPr algn="l">
              <a:defRPr sz="2175" b="1">
                <a:solidFill>
                  <a:srgbClr val="AC6154"/>
                </a:solidFill>
                <a:latin typeface="Arial"/>
                <a:ea typeface="Arial"/>
                <a:cs typeface="Arial"/>
              </a:defRPr>
            </a:lvl4pPr>
            <a:lvl5pPr algn="l">
              <a:defRPr sz="2175" b="1">
                <a:solidFill>
                  <a:srgbClr val="AC6154"/>
                </a:solidFill>
                <a:latin typeface="Arial"/>
                <a:ea typeface="Arial"/>
                <a:cs typeface="Arial"/>
              </a:defRPr>
            </a:lvl5pPr>
            <a:lvl6pPr algn="l">
              <a:defRPr sz="2175" b="1">
                <a:solidFill>
                  <a:srgbClr val="AC6154"/>
                </a:solidFill>
                <a:latin typeface="Arial"/>
                <a:ea typeface="Arial"/>
                <a:cs typeface="Arial"/>
              </a:defRPr>
            </a:lvl6pPr>
            <a:lvl7pPr algn="l">
              <a:defRPr sz="2175" b="1">
                <a:solidFill>
                  <a:srgbClr val="AC6154"/>
                </a:solidFill>
                <a:latin typeface="Arial"/>
                <a:ea typeface="Arial"/>
                <a:cs typeface="Arial"/>
              </a:defRPr>
            </a:lvl7pPr>
            <a:lvl8pPr algn="l">
              <a:defRPr sz="2175" b="1">
                <a:solidFill>
                  <a:srgbClr val="AC6154"/>
                </a:solidFill>
                <a:latin typeface="Arial"/>
                <a:ea typeface="Arial"/>
                <a:cs typeface="Arial"/>
              </a:defRPr>
            </a:lvl8pPr>
            <a:lvl9pPr algn="l">
              <a:defRPr sz="2175" b="1">
                <a:solidFill>
                  <a:srgbClr val="AC6154"/>
                </a:solidFill>
                <a:latin typeface="Arial"/>
                <a:ea typeface="Arial"/>
                <a:cs typeface="Arial"/>
              </a:defRPr>
            </a:lvl9pPr>
          </a:lstStyle>
          <a:p xmlns:a="http://schemas.openxmlformats.org/drawingml/2006/main">
            <a:pPr algn="l">
              <a:defRPr sz="2175" b="1">
                <a:solidFill>
                  <a:srgbClr val="AC6154"/>
                </a:solidFill>
                <a:latin typeface="Arial"/>
                <a:ea typeface="Arial"/>
                <a:cs typeface="Arial"/>
              </a:defRPr>
            </a:pPr>
            <a:r>
              <a:rPr sz="2175" b="1">
                <a:solidFill>
                  <a:srgbClr val="AC6154"/>
                </a:solidFill>
                <a:latin typeface="Arial"/>
                <a:ea typeface="Arial"/>
                <a:cs typeface="Arial"/>
              </a:rPr>
              <a:t>06</a:t>
            </a:r>
          </a:p>
        </p:txBody>
      </p:sp>
      <p:sp>
        <p:nvSpPr>
          <p:cNvPr id="15" name="day2-14">
            <a:extLst xmlns:a="http://schemas.openxmlformats.org/drawingml/2006/main">
              <a:ext uri="{FF2B5EF4-FFF2-40B4-BE49-F238E27FC236}">
                <a16:creationId xmlns:a16="http://schemas.microsoft.com/office/drawing/2014/main" id="{9BC9D99E-0B15-4DB7-8F5C-198C6CF35F79}"/>
              </a:ext>
            </a:extLst>
          </p:cNvPr>
          <p:cNvSpPr>
            <a:spLocks xmlns:a="http://schemas.openxmlformats.org/drawingml/2006/main" noGrp="1"/>
          </p:cNvSpPr>
          <p:nvPr/>
        </p:nvSpPr>
        <p:spPr>
          <a:xfrm xmlns:a="http://schemas.openxmlformats.org/drawingml/2006/main">
            <a:off x="7286625" y="2486025"/>
            <a:ext cx="433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A client delivery system</a:t>
            </a:r>
          </a:p>
        </p:txBody>
      </p:sp>
      <p:sp>
        <p:nvSpPr>
          <p:cNvPr id="16" name="day2-15">
            <a:extLst xmlns:a="http://schemas.openxmlformats.org/drawingml/2006/main">
              <a:ext uri="{FF2B5EF4-FFF2-40B4-BE49-F238E27FC236}">
                <a16:creationId xmlns:a16="http://schemas.microsoft.com/office/drawing/2014/main" id="{DD82B23E-7EC4-457F-B36E-88A5CF29C7E9}"/>
              </a:ext>
            </a:extLst>
          </p:cNvPr>
          <p:cNvSpPr>
            <a:spLocks xmlns:a="http://schemas.openxmlformats.org/drawingml/2006/main" noGrp="1"/>
          </p:cNvSpPr>
          <p:nvPr/>
        </p:nvSpPr>
        <p:spPr>
          <a:xfrm xmlns:a="http://schemas.openxmlformats.org/drawingml/2006/main">
            <a:off x="6572250" y="3438525"/>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3D709F"/>
                </a:solidFill>
                <a:latin typeface="Arial"/>
                <a:ea typeface="Arial"/>
                <a:cs typeface="Arial"/>
              </a:defRPr>
            </a:defPPr>
            <a:lvl1pPr algn="l">
              <a:defRPr sz="2175" b="1">
                <a:solidFill>
                  <a:srgbClr val="3D709F"/>
                </a:solidFill>
                <a:latin typeface="Arial"/>
                <a:ea typeface="Arial"/>
                <a:cs typeface="Arial"/>
              </a:defRPr>
            </a:lvl1pPr>
            <a:lvl2pPr algn="l">
              <a:defRPr sz="2175" b="1">
                <a:solidFill>
                  <a:srgbClr val="3D709F"/>
                </a:solidFill>
                <a:latin typeface="Arial"/>
                <a:ea typeface="Arial"/>
                <a:cs typeface="Arial"/>
              </a:defRPr>
            </a:lvl2pPr>
            <a:lvl3pPr algn="l">
              <a:defRPr sz="2175" b="1">
                <a:solidFill>
                  <a:srgbClr val="3D709F"/>
                </a:solidFill>
                <a:latin typeface="Arial"/>
                <a:ea typeface="Arial"/>
                <a:cs typeface="Arial"/>
              </a:defRPr>
            </a:lvl3pPr>
            <a:lvl4pPr algn="l">
              <a:defRPr sz="2175" b="1">
                <a:solidFill>
                  <a:srgbClr val="3D709F"/>
                </a:solidFill>
                <a:latin typeface="Arial"/>
                <a:ea typeface="Arial"/>
                <a:cs typeface="Arial"/>
              </a:defRPr>
            </a:lvl4pPr>
            <a:lvl5pPr algn="l">
              <a:defRPr sz="2175" b="1">
                <a:solidFill>
                  <a:srgbClr val="3D709F"/>
                </a:solidFill>
                <a:latin typeface="Arial"/>
                <a:ea typeface="Arial"/>
                <a:cs typeface="Arial"/>
              </a:defRPr>
            </a:lvl5pPr>
            <a:lvl6pPr algn="l">
              <a:defRPr sz="2175" b="1">
                <a:solidFill>
                  <a:srgbClr val="3D709F"/>
                </a:solidFill>
                <a:latin typeface="Arial"/>
                <a:ea typeface="Arial"/>
                <a:cs typeface="Arial"/>
              </a:defRPr>
            </a:lvl6pPr>
            <a:lvl7pPr algn="l">
              <a:defRPr sz="2175" b="1">
                <a:solidFill>
                  <a:srgbClr val="3D709F"/>
                </a:solidFill>
                <a:latin typeface="Arial"/>
                <a:ea typeface="Arial"/>
                <a:cs typeface="Arial"/>
              </a:defRPr>
            </a:lvl7pPr>
            <a:lvl8pPr algn="l">
              <a:defRPr sz="2175" b="1">
                <a:solidFill>
                  <a:srgbClr val="3D709F"/>
                </a:solidFill>
                <a:latin typeface="Arial"/>
                <a:ea typeface="Arial"/>
                <a:cs typeface="Arial"/>
              </a:defRPr>
            </a:lvl8pPr>
            <a:lvl9pPr algn="l">
              <a:defRPr sz="2175" b="1">
                <a:solidFill>
                  <a:srgbClr val="3D709F"/>
                </a:solidFill>
                <a:latin typeface="Arial"/>
                <a:ea typeface="Arial"/>
                <a:cs typeface="Arial"/>
              </a:defRPr>
            </a:lvl9pPr>
          </a:lstStyle>
          <a:p xmlns:a="http://schemas.openxmlformats.org/drawingml/2006/main">
            <a:pPr algn="l">
              <a:defRPr sz="2175" b="1">
                <a:solidFill>
                  <a:srgbClr val="3D709F"/>
                </a:solidFill>
                <a:latin typeface="Arial"/>
                <a:ea typeface="Arial"/>
                <a:cs typeface="Arial"/>
              </a:defRPr>
            </a:pPr>
            <a:r>
              <a:rPr sz="2175" b="1">
                <a:solidFill>
                  <a:srgbClr val="3D709F"/>
                </a:solidFill>
                <a:latin typeface="Arial"/>
                <a:ea typeface="Arial"/>
                <a:cs typeface="Arial"/>
              </a:rPr>
              <a:t>07</a:t>
            </a:r>
          </a:p>
        </p:txBody>
      </p:sp>
      <p:sp>
        <p:nvSpPr>
          <p:cNvPr id="17" name="day2-16">
            <a:extLst xmlns:a="http://schemas.openxmlformats.org/drawingml/2006/main">
              <a:ext uri="{FF2B5EF4-FFF2-40B4-BE49-F238E27FC236}">
                <a16:creationId xmlns:a16="http://schemas.microsoft.com/office/drawing/2014/main" id="{DAA73FA1-0921-4FE0-8E85-27ABDC9E9A6A}"/>
              </a:ext>
            </a:extLst>
          </p:cNvPr>
          <p:cNvSpPr>
            <a:spLocks xmlns:a="http://schemas.openxmlformats.org/drawingml/2006/main" noGrp="1"/>
          </p:cNvSpPr>
          <p:nvPr/>
        </p:nvSpPr>
        <p:spPr>
          <a:xfrm xmlns:a="http://schemas.openxmlformats.org/drawingml/2006/main">
            <a:off x="7286625" y="3438525"/>
            <a:ext cx="433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Employee onboarding</a:t>
            </a:r>
          </a:p>
        </p:txBody>
      </p:sp>
      <p:sp>
        <p:nvSpPr>
          <p:cNvPr id="18" name="day2-17">
            <a:extLst xmlns:a="http://schemas.openxmlformats.org/drawingml/2006/main">
              <a:ext uri="{FF2B5EF4-FFF2-40B4-BE49-F238E27FC236}">
                <a16:creationId xmlns:a16="http://schemas.microsoft.com/office/drawing/2014/main" id="{1B30602E-D15B-4086-98F2-EE61B1A94B16}"/>
              </a:ext>
            </a:extLst>
          </p:cNvPr>
          <p:cNvSpPr>
            <a:spLocks xmlns:a="http://schemas.openxmlformats.org/drawingml/2006/main" noGrp="1"/>
          </p:cNvSpPr>
          <p:nvPr/>
        </p:nvSpPr>
        <p:spPr>
          <a:xfrm xmlns:a="http://schemas.openxmlformats.org/drawingml/2006/main">
            <a:off x="6572250" y="4391025"/>
            <a:ext cx="61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9D752B"/>
                </a:solidFill>
                <a:latin typeface="Arial"/>
                <a:ea typeface="Arial"/>
                <a:cs typeface="Arial"/>
              </a:defRPr>
            </a:defPPr>
            <a:lvl1pPr algn="l">
              <a:defRPr sz="2175" b="1">
                <a:solidFill>
                  <a:srgbClr val="9D752B"/>
                </a:solidFill>
                <a:latin typeface="Arial"/>
                <a:ea typeface="Arial"/>
                <a:cs typeface="Arial"/>
              </a:defRPr>
            </a:lvl1pPr>
            <a:lvl2pPr algn="l">
              <a:defRPr sz="2175" b="1">
                <a:solidFill>
                  <a:srgbClr val="9D752B"/>
                </a:solidFill>
                <a:latin typeface="Arial"/>
                <a:ea typeface="Arial"/>
                <a:cs typeface="Arial"/>
              </a:defRPr>
            </a:lvl2pPr>
            <a:lvl3pPr algn="l">
              <a:defRPr sz="2175" b="1">
                <a:solidFill>
                  <a:srgbClr val="9D752B"/>
                </a:solidFill>
                <a:latin typeface="Arial"/>
                <a:ea typeface="Arial"/>
                <a:cs typeface="Arial"/>
              </a:defRPr>
            </a:lvl3pPr>
            <a:lvl4pPr algn="l">
              <a:defRPr sz="2175" b="1">
                <a:solidFill>
                  <a:srgbClr val="9D752B"/>
                </a:solidFill>
                <a:latin typeface="Arial"/>
                <a:ea typeface="Arial"/>
                <a:cs typeface="Arial"/>
              </a:defRPr>
            </a:lvl4pPr>
            <a:lvl5pPr algn="l">
              <a:defRPr sz="2175" b="1">
                <a:solidFill>
                  <a:srgbClr val="9D752B"/>
                </a:solidFill>
                <a:latin typeface="Arial"/>
                <a:ea typeface="Arial"/>
                <a:cs typeface="Arial"/>
              </a:defRPr>
            </a:lvl5pPr>
            <a:lvl6pPr algn="l">
              <a:defRPr sz="2175" b="1">
                <a:solidFill>
                  <a:srgbClr val="9D752B"/>
                </a:solidFill>
                <a:latin typeface="Arial"/>
                <a:ea typeface="Arial"/>
                <a:cs typeface="Arial"/>
              </a:defRPr>
            </a:lvl6pPr>
            <a:lvl7pPr algn="l">
              <a:defRPr sz="2175" b="1">
                <a:solidFill>
                  <a:srgbClr val="9D752B"/>
                </a:solidFill>
                <a:latin typeface="Arial"/>
                <a:ea typeface="Arial"/>
                <a:cs typeface="Arial"/>
              </a:defRPr>
            </a:lvl7pPr>
            <a:lvl8pPr algn="l">
              <a:defRPr sz="2175" b="1">
                <a:solidFill>
                  <a:srgbClr val="9D752B"/>
                </a:solidFill>
                <a:latin typeface="Arial"/>
                <a:ea typeface="Arial"/>
                <a:cs typeface="Arial"/>
              </a:defRPr>
            </a:lvl8pPr>
            <a:lvl9pPr algn="l">
              <a:defRPr sz="2175" b="1">
                <a:solidFill>
                  <a:srgbClr val="9D752B"/>
                </a:solidFill>
                <a:latin typeface="Arial"/>
                <a:ea typeface="Arial"/>
                <a:cs typeface="Arial"/>
              </a:defRPr>
            </a:lvl9pPr>
          </a:lstStyle>
          <a:p xmlns:a="http://schemas.openxmlformats.org/drawingml/2006/main">
            <a:pPr algn="l">
              <a:defRPr sz="2175" b="1">
                <a:solidFill>
                  <a:srgbClr val="9D752B"/>
                </a:solidFill>
                <a:latin typeface="Arial"/>
                <a:ea typeface="Arial"/>
                <a:cs typeface="Arial"/>
              </a:defRPr>
            </a:pPr>
            <a:r>
              <a:rPr sz="2175" b="1">
                <a:solidFill>
                  <a:srgbClr val="9D752B"/>
                </a:solidFill>
                <a:latin typeface="Arial"/>
                <a:ea typeface="Arial"/>
                <a:cs typeface="Arial"/>
              </a:rPr>
              <a:t>08</a:t>
            </a:r>
          </a:p>
        </p:txBody>
      </p:sp>
      <p:sp>
        <p:nvSpPr>
          <p:cNvPr id="19" name="day2-18">
            <a:extLst xmlns:a="http://schemas.openxmlformats.org/drawingml/2006/main">
              <a:ext uri="{FF2B5EF4-FFF2-40B4-BE49-F238E27FC236}">
                <a16:creationId xmlns:a16="http://schemas.microsoft.com/office/drawing/2014/main" id="{66655912-5E46-4708-9864-B2FD19AF76E3}"/>
              </a:ext>
            </a:extLst>
          </p:cNvPr>
          <p:cNvSpPr>
            <a:spLocks xmlns:a="http://schemas.openxmlformats.org/drawingml/2006/main" noGrp="1"/>
          </p:cNvSpPr>
          <p:nvPr/>
        </p:nvSpPr>
        <p:spPr>
          <a:xfrm xmlns:a="http://schemas.openxmlformats.org/drawingml/2006/main">
            <a:off x="7286625" y="4391025"/>
            <a:ext cx="433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Rules, references, playbooks, skills</a:t>
            </a:r>
          </a:p>
        </p:txBody>
      </p:sp>
      <p:sp>
        <p:nvSpPr>
          <p:cNvPr id="20" name="day2-19">
            <a:extLst xmlns:a="http://schemas.openxmlformats.org/drawingml/2006/main">
              <a:ext uri="{FF2B5EF4-FFF2-40B4-BE49-F238E27FC236}">
                <a16:creationId xmlns:a16="http://schemas.microsoft.com/office/drawing/2014/main" id="{CDB089E6-8385-46E0-A2AE-523973CDA860}"/>
              </a:ext>
            </a:extLst>
          </p:cNvPr>
          <p:cNvSpPr>
            <a:spLocks xmlns:a="http://schemas.openxmlformats.org/drawingml/2006/main" noGrp="1"/>
          </p:cNvSpPr>
          <p:nvPr/>
        </p:nvSpPr>
        <p:spPr>
          <a:xfrm xmlns:a="http://schemas.openxmlformats.org/drawingml/2006/main">
            <a:off x="809625" y="57245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03B69"/>
                </a:solidFill>
                <a:latin typeface="Arial"/>
                <a:ea typeface="Arial"/>
                <a:cs typeface="Arial"/>
              </a:defRPr>
            </a:defPPr>
            <a:lvl1pPr algn="l">
              <a:defRPr sz="2100" b="0">
                <a:solidFill>
                  <a:srgbClr val="203B69"/>
                </a:solidFill>
                <a:latin typeface="Arial"/>
                <a:ea typeface="Arial"/>
                <a:cs typeface="Arial"/>
              </a:defRPr>
            </a:lvl1pPr>
            <a:lvl2pPr algn="l">
              <a:defRPr sz="2100" b="0">
                <a:solidFill>
                  <a:srgbClr val="203B69"/>
                </a:solidFill>
                <a:latin typeface="Arial"/>
                <a:ea typeface="Arial"/>
                <a:cs typeface="Arial"/>
              </a:defRPr>
            </a:lvl2pPr>
            <a:lvl3pPr algn="l">
              <a:defRPr sz="2100" b="0">
                <a:solidFill>
                  <a:srgbClr val="203B69"/>
                </a:solidFill>
                <a:latin typeface="Arial"/>
                <a:ea typeface="Arial"/>
                <a:cs typeface="Arial"/>
              </a:defRPr>
            </a:lvl3pPr>
            <a:lvl4pPr algn="l">
              <a:defRPr sz="2100" b="0">
                <a:solidFill>
                  <a:srgbClr val="203B69"/>
                </a:solidFill>
                <a:latin typeface="Arial"/>
                <a:ea typeface="Arial"/>
                <a:cs typeface="Arial"/>
              </a:defRPr>
            </a:lvl4pPr>
            <a:lvl5pPr algn="l">
              <a:defRPr sz="2100" b="0">
                <a:solidFill>
                  <a:srgbClr val="203B69"/>
                </a:solidFill>
                <a:latin typeface="Arial"/>
                <a:ea typeface="Arial"/>
                <a:cs typeface="Arial"/>
              </a:defRPr>
            </a:lvl5pPr>
            <a:lvl6pPr algn="l">
              <a:defRPr sz="2100" b="0">
                <a:solidFill>
                  <a:srgbClr val="203B69"/>
                </a:solidFill>
                <a:latin typeface="Arial"/>
                <a:ea typeface="Arial"/>
                <a:cs typeface="Arial"/>
              </a:defRPr>
            </a:lvl6pPr>
            <a:lvl7pPr algn="l">
              <a:defRPr sz="2100" b="0">
                <a:solidFill>
                  <a:srgbClr val="203B69"/>
                </a:solidFill>
                <a:latin typeface="Arial"/>
                <a:ea typeface="Arial"/>
                <a:cs typeface="Arial"/>
              </a:defRPr>
            </a:lvl7pPr>
            <a:lvl8pPr algn="l">
              <a:defRPr sz="2100" b="0">
                <a:solidFill>
                  <a:srgbClr val="203B69"/>
                </a:solidFill>
                <a:latin typeface="Arial"/>
                <a:ea typeface="Arial"/>
                <a:cs typeface="Arial"/>
              </a:defRPr>
            </a:lvl8pPr>
            <a:lvl9pPr algn="l">
              <a:defRPr sz="2100" b="0">
                <a:solidFill>
                  <a:srgbClr val="203B69"/>
                </a:solidFill>
                <a:latin typeface="Arial"/>
                <a:ea typeface="Arial"/>
                <a:cs typeface="Arial"/>
              </a:defRPr>
            </a:lvl9pPr>
          </a:lstStyle>
          <a:p xmlns:a="http://schemas.openxmlformats.org/drawingml/2006/main">
            <a:pPr algn="l">
              <a:defRPr sz="2100" b="0">
                <a:solidFill>
                  <a:srgbClr val="203B69"/>
                </a:solidFill>
                <a:latin typeface="Arial"/>
                <a:ea typeface="Arial"/>
                <a:cs typeface="Arial"/>
              </a:defRPr>
            </a:pPr>
            <a:r>
              <a:rPr sz="2100" b="0">
                <a:solidFill>
                  <a:srgbClr val="203B69"/>
                </a:solidFill>
                <a:latin typeface="Arial"/>
                <a:ea typeface="Arial"/>
                <a:cs typeface="Arial"/>
              </a:rPr>
              <a:t>Then: design your own workspace and discuss your questions</a:t>
            </a:r>
          </a:p>
        </p:txBody>
      </p:sp>
    </p:spTree>
    <p:extLst>
      <p:ext uri="{BB962C8B-B14F-4D97-AF65-F5344CB8AC3E}">
        <p14:creationId xmlns:p14="http://schemas.microsoft.com/office/powerpoint/2010/main" val="12299544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64904A99-AAEF-496D-BE31-350D01D987EF}"/>
              </a:ext>
            </a:extLst>
          </p:cNvPr>
          <p:cNvCxnSpPr>
            <a:stCxn xmlns:a="http://schemas.openxmlformats.org/drawingml/2006/main" id="24" idx="2"/>
            <a:endCxn xmlns:a="http://schemas.openxmlformats.org/drawingml/2006/main" id="26" idx="0"/>
          </p:cNvCxnSpPr>
          <p:nvPr/>
        </p:nvCxnSpPr>
        <p:spPr>
          <a:xfrm xmlns:a="http://schemas.openxmlformats.org/drawingml/2006/main">
            <a:off x="9936004" y="3903345"/>
            <a:ext cx="0" cy="528638"/>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3" name="">
            <a:extLst xmlns:a="http://schemas.openxmlformats.org/drawingml/2006/main">
              <a:ext uri="{FF2B5EF4-FFF2-40B4-BE49-F238E27FC236}">
                <a16:creationId xmlns:a16="http://schemas.microsoft.com/office/drawing/2014/main" id="{69FDC09B-C58F-43E2-975A-B0AADD611544}"/>
              </a:ext>
            </a:extLst>
          </p:cNvPr>
          <p:cNvCxnSpPr>
            <a:stCxn xmlns:a="http://schemas.openxmlformats.org/drawingml/2006/main" id="22" idx="3"/>
            <a:endCxn xmlns:a="http://schemas.openxmlformats.org/drawingml/2006/main" id="24" idx="1"/>
          </p:cNvCxnSpPr>
          <p:nvPr/>
        </p:nvCxnSpPr>
        <p:spPr>
          <a:xfrm xmlns:a="http://schemas.openxmlformats.org/drawingml/2006/main" flipV="1">
            <a:off x="7764780" y="3233738"/>
            <a:ext cx="671513" cy="740093"/>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cxnSp>
        <p:nvCxnSpPr>
          <p:cNvPr id="32" name="">
            <a:extLst xmlns:a="http://schemas.openxmlformats.org/drawingml/2006/main">
              <a:ext uri="{FF2B5EF4-FFF2-40B4-BE49-F238E27FC236}">
                <a16:creationId xmlns:a16="http://schemas.microsoft.com/office/drawing/2014/main" id="{16CCF248-4F9D-4681-8675-CBC0A6310736}"/>
              </a:ext>
            </a:extLst>
          </p:cNvPr>
          <p:cNvCxnSpPr>
            <a:stCxn xmlns:a="http://schemas.openxmlformats.org/drawingml/2006/main" id="28" idx="3"/>
            <a:endCxn xmlns:a="http://schemas.openxmlformats.org/drawingml/2006/main" id="22" idx="1"/>
          </p:cNvCxnSpPr>
          <p:nvPr/>
        </p:nvCxnSpPr>
        <p:spPr>
          <a:xfrm xmlns:a="http://schemas.openxmlformats.org/drawingml/2006/main" flipV="1">
            <a:off x="2885123" y="3973831"/>
            <a:ext cx="671512" cy="881062"/>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cxnSp>
        <p:nvCxnSpPr>
          <p:cNvPr id="31" name="">
            <a:extLst xmlns:a="http://schemas.openxmlformats.org/drawingml/2006/main">
              <a:ext uri="{FF2B5EF4-FFF2-40B4-BE49-F238E27FC236}">
                <a16:creationId xmlns:a16="http://schemas.microsoft.com/office/drawing/2014/main" id="{BB0758DB-38FA-4A3B-8A2A-A5751CFAA51B}"/>
              </a:ext>
            </a:extLst>
          </p:cNvPr>
          <p:cNvCxnSpPr>
            <a:stCxn xmlns:a="http://schemas.openxmlformats.org/drawingml/2006/main" id="20" idx="2"/>
            <a:endCxn xmlns:a="http://schemas.openxmlformats.org/drawingml/2006/main" id="22" idx="0"/>
          </p:cNvCxnSpPr>
          <p:nvPr/>
        </p:nvCxnSpPr>
        <p:spPr>
          <a:xfrm xmlns:a="http://schemas.openxmlformats.org/drawingml/2006/main">
            <a:off x="5660708" y="3233738"/>
            <a:ext cx="0" cy="281940"/>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0" name="">
            <a:extLst xmlns:a="http://schemas.openxmlformats.org/drawingml/2006/main">
              <a:ext uri="{FF2B5EF4-FFF2-40B4-BE49-F238E27FC236}">
                <a16:creationId xmlns:a16="http://schemas.microsoft.com/office/drawing/2014/main" id="{DEC307B6-60C0-45F6-ADED-442ABD363E68}"/>
              </a:ext>
            </a:extLst>
          </p:cNvPr>
          <p:cNvCxnSpPr>
            <a:stCxn xmlns:a="http://schemas.openxmlformats.org/drawingml/2006/main" id="18" idx="3"/>
            <a:endCxn xmlns:a="http://schemas.openxmlformats.org/drawingml/2006/main" id="22" idx="1"/>
          </p:cNvCxnSpPr>
          <p:nvPr/>
        </p:nvCxnSpPr>
        <p:spPr>
          <a:xfrm xmlns:a="http://schemas.openxmlformats.org/drawingml/2006/main">
            <a:off x="2885123" y="3233738"/>
            <a:ext cx="671512" cy="740093"/>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sp>
        <p:nvSpPr>
          <p:cNvPr id="36" name="day2-20">
            <a:extLst xmlns:a="http://schemas.openxmlformats.org/drawingml/2006/main">
              <a:ext uri="{FF2B5EF4-FFF2-40B4-BE49-F238E27FC236}">
                <a16:creationId xmlns:a16="http://schemas.microsoft.com/office/drawing/2014/main" id="{91303542-D585-46AE-AD1D-8A85BDA1822D}"/>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What belongs in a workspace?</a:t>
            </a:r>
          </a:p>
        </p:txBody>
      </p:sp>
      <p:sp>
        <p:nvSpPr>
          <p:cNvPr id="2" name="day2-21">
            <a:extLst xmlns:a="http://schemas.openxmlformats.org/drawingml/2006/main">
              <a:ext uri="{FF2B5EF4-FFF2-40B4-BE49-F238E27FC236}">
                <a16:creationId xmlns:a16="http://schemas.microsoft.com/office/drawing/2014/main" id="{8BAE5B76-C345-4803-A59D-949E1E5402DA}"/>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22">
            <a:extLst xmlns:a="http://schemas.openxmlformats.org/drawingml/2006/main">
              <a:ext uri="{FF2B5EF4-FFF2-40B4-BE49-F238E27FC236}">
                <a16:creationId xmlns:a16="http://schemas.microsoft.com/office/drawing/2014/main" id="{2160F857-A848-4216-860F-8F783A3C2C9A}"/>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3</a:t>
            </a:r>
          </a:p>
        </p:txBody>
      </p:sp>
      <p:sp>
        <p:nvSpPr>
          <p:cNvPr id="4" name="day2-23">
            <a:extLst xmlns:a="http://schemas.openxmlformats.org/drawingml/2006/main">
              <a:ext uri="{FF2B5EF4-FFF2-40B4-BE49-F238E27FC236}">
                <a16:creationId xmlns:a16="http://schemas.microsoft.com/office/drawing/2014/main" id="{B547A075-9127-4C4B-AC7E-FB4B1E1B46F1}"/>
              </a:ext>
            </a:extLst>
          </p:cNvPr>
          <p:cNvSpPr>
            <a:spLocks xmlns:a="http://schemas.openxmlformats.org/drawingml/2006/main" noGrp="1"/>
          </p:cNvSpPr>
          <p:nvPr/>
        </p:nvSpPr>
        <p:spPr>
          <a:xfrm xmlns:a="http://schemas.openxmlformats.org/drawingml/2006/main">
            <a:off x="619125" y="1000125"/>
            <a:ext cx="895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A workspace contains the context and materials for a specific kind of work</a:t>
            </a:r>
          </a:p>
        </p:txBody>
      </p:sp>
      <p:pic>
        <p:nvPicPr>
          <p:cNvPr id="5" name="">
            <a:extLst xmlns:a="http://schemas.openxmlformats.org/drawingml/2006/main">
              <a:ext uri="{FF2B5EF4-FFF2-40B4-BE49-F238E27FC236}">
                <a16:creationId xmlns:a16="http://schemas.microsoft.com/office/drawing/2014/main" id="{2E29F88D-2BED-4CE1-B692-41EEB615D525}"/>
              </a:ext>
            </a:extLst>
          </p:cNvPr>
          <p:cNvPicPr>
            <a:picLocks xmlns:a="http://schemas.openxmlformats.org/drawingml/2006/main" noChangeAspect="1"/>
          </p:cNvPicPr>
          <p:nvPr/>
        </p:nvPicPr>
        <p:blipFill>
          <a:blip xmlns:r="http://schemas.openxmlformats.org/officeDocument/2006/relationships" xmlns:a="http://schemas.openxmlformats.org/drawingml/2006/main" r:embed="R0975c4cacfe44c85"/>
          <a:stretch xmlns:a="http://schemas.openxmlformats.org/drawingml/2006/main"/>
        </p:blipFill>
        <p:spPr>
          <a:xfrm xmlns:a="http://schemas.openxmlformats.org/drawingml/2006/main">
            <a:off x="9715500" y="963613"/>
            <a:ext cx="1952625" cy="1301750"/>
          </a:xfrm>
          <a:prstGeom xmlns:a="http://schemas.openxmlformats.org/drawingml/2006/main" prst="rect">
            <a:avLst/>
          </a:prstGeom>
        </p:spPr>
      </p:pic>
      <p:sp>
        <p:nvSpPr>
          <p:cNvPr id="6" name="day2-24">
            <a:extLst xmlns:a="http://schemas.openxmlformats.org/drawingml/2006/main">
              <a:ext uri="{FF2B5EF4-FFF2-40B4-BE49-F238E27FC236}">
                <a16:creationId xmlns:a16="http://schemas.microsoft.com/office/drawing/2014/main" id="{24C0B06E-05CC-4EF0-AC98-366EC60E50DD}"/>
              </a:ext>
            </a:extLst>
          </p:cNvPr>
          <p:cNvSpPr>
            <a:spLocks xmlns:a="http://schemas.openxmlformats.org/drawingml/2006/main" noGrp="1"/>
          </p:cNvSpPr>
          <p:nvPr/>
        </p:nvSpPr>
        <p:spPr>
          <a:xfrm xmlns:a="http://schemas.openxmlformats.org/drawingml/2006/main">
            <a:off x="619125" y="1847850"/>
            <a:ext cx="95250" cy="95250"/>
          </a:xfrm>
          <a:prstGeom xmlns:a="http://schemas.openxmlformats.org/drawingml/2006/main" prst="rect">
            <a:avLst/>
          </a:prstGeom>
          <a:solidFill xmlns:a="http://schemas.openxmlformats.org/drawingml/2006/main">
            <a:srgbClr val="3D709F"/>
          </a:solidFill>
          <a:ln xmlns:a="http://schemas.openxmlformats.org/drawingml/2006/main" w="0">
            <a:noFill/>
          </a:ln>
        </p:spPr>
      </p:sp>
      <p:sp>
        <p:nvSpPr>
          <p:cNvPr id="7" name="day2-25">
            <a:extLst xmlns:a="http://schemas.openxmlformats.org/drawingml/2006/main">
              <a:ext uri="{FF2B5EF4-FFF2-40B4-BE49-F238E27FC236}">
                <a16:creationId xmlns:a16="http://schemas.microsoft.com/office/drawing/2014/main" id="{457BEDA7-78B1-4527-BFDE-4EC092DAE49D}"/>
              </a:ext>
            </a:extLst>
          </p:cNvPr>
          <p:cNvSpPr>
            <a:spLocks xmlns:a="http://schemas.openxmlformats.org/drawingml/2006/main" noGrp="1"/>
          </p:cNvSpPr>
          <p:nvPr/>
        </p:nvSpPr>
        <p:spPr>
          <a:xfrm xmlns:a="http://schemas.openxmlformats.org/drawingml/2006/main">
            <a:off x="8001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D709F"/>
                </a:solidFill>
                <a:latin typeface="Arial"/>
                <a:ea typeface="Arial"/>
                <a:cs typeface="Arial"/>
              </a:defRPr>
            </a:defPPr>
            <a:lvl1pPr algn="l">
              <a:defRPr sz="1425" b="0">
                <a:solidFill>
                  <a:srgbClr val="3D709F"/>
                </a:solidFill>
                <a:latin typeface="Arial"/>
                <a:ea typeface="Arial"/>
                <a:cs typeface="Arial"/>
              </a:defRPr>
            </a:lvl1pPr>
            <a:lvl2pPr algn="l">
              <a:defRPr sz="1425" b="0">
                <a:solidFill>
                  <a:srgbClr val="3D709F"/>
                </a:solidFill>
                <a:latin typeface="Arial"/>
                <a:ea typeface="Arial"/>
                <a:cs typeface="Arial"/>
              </a:defRPr>
            </a:lvl2pPr>
            <a:lvl3pPr algn="l">
              <a:defRPr sz="1425" b="0">
                <a:solidFill>
                  <a:srgbClr val="3D709F"/>
                </a:solidFill>
                <a:latin typeface="Arial"/>
                <a:ea typeface="Arial"/>
                <a:cs typeface="Arial"/>
              </a:defRPr>
            </a:lvl3pPr>
            <a:lvl4pPr algn="l">
              <a:defRPr sz="1425" b="0">
                <a:solidFill>
                  <a:srgbClr val="3D709F"/>
                </a:solidFill>
                <a:latin typeface="Arial"/>
                <a:ea typeface="Arial"/>
                <a:cs typeface="Arial"/>
              </a:defRPr>
            </a:lvl4pPr>
            <a:lvl5pPr algn="l">
              <a:defRPr sz="1425" b="0">
                <a:solidFill>
                  <a:srgbClr val="3D709F"/>
                </a:solidFill>
                <a:latin typeface="Arial"/>
                <a:ea typeface="Arial"/>
                <a:cs typeface="Arial"/>
              </a:defRPr>
            </a:lvl5pPr>
            <a:lvl6pPr algn="l">
              <a:defRPr sz="1425" b="0">
                <a:solidFill>
                  <a:srgbClr val="3D709F"/>
                </a:solidFill>
                <a:latin typeface="Arial"/>
                <a:ea typeface="Arial"/>
                <a:cs typeface="Arial"/>
              </a:defRPr>
            </a:lvl6pPr>
            <a:lvl7pPr algn="l">
              <a:defRPr sz="1425" b="0">
                <a:solidFill>
                  <a:srgbClr val="3D709F"/>
                </a:solidFill>
                <a:latin typeface="Arial"/>
                <a:ea typeface="Arial"/>
                <a:cs typeface="Arial"/>
              </a:defRPr>
            </a:lvl7pPr>
            <a:lvl8pPr algn="l">
              <a:defRPr sz="1425" b="0">
                <a:solidFill>
                  <a:srgbClr val="3D709F"/>
                </a:solidFill>
                <a:latin typeface="Arial"/>
                <a:ea typeface="Arial"/>
                <a:cs typeface="Arial"/>
              </a:defRPr>
            </a:lvl8pPr>
            <a:lvl9pPr algn="l">
              <a:defRPr sz="1425" b="0">
                <a:solidFill>
                  <a:srgbClr val="3D709F"/>
                </a:solidFill>
                <a:latin typeface="Arial"/>
                <a:ea typeface="Arial"/>
                <a:cs typeface="Arial"/>
              </a:defRPr>
            </a:lvl9pPr>
          </a:lstStyle>
          <a:p xmlns:a="http://schemas.openxmlformats.org/drawingml/2006/main">
            <a:pPr algn="l">
              <a:defRPr sz="1425" b="0">
                <a:solidFill>
                  <a:srgbClr val="3D709F"/>
                </a:solidFill>
                <a:latin typeface="Arial"/>
                <a:ea typeface="Arial"/>
                <a:cs typeface="Arial"/>
              </a:defRPr>
            </a:pPr>
            <a:r>
              <a:rPr sz="1425" b="0">
                <a:solidFill>
                  <a:srgbClr val="3D709F"/>
                </a:solidFill>
                <a:latin typeface="Arial"/>
                <a:ea typeface="Arial"/>
                <a:cs typeface="Arial"/>
              </a:rPr>
              <a:t>Inputs</a:t>
            </a:r>
          </a:p>
        </p:txBody>
      </p:sp>
      <p:sp>
        <p:nvSpPr>
          <p:cNvPr id="8" name="day2-26">
            <a:extLst xmlns:a="http://schemas.openxmlformats.org/drawingml/2006/main">
              <a:ext uri="{FF2B5EF4-FFF2-40B4-BE49-F238E27FC236}">
                <a16:creationId xmlns:a16="http://schemas.microsoft.com/office/drawing/2014/main" id="{CF56AF4F-1940-4F2E-B9FB-EEED5A08C0C9}"/>
              </a:ext>
            </a:extLst>
          </p:cNvPr>
          <p:cNvSpPr>
            <a:spLocks xmlns:a="http://schemas.openxmlformats.org/drawingml/2006/main" noGrp="1"/>
          </p:cNvSpPr>
          <p:nvPr/>
        </p:nvSpPr>
        <p:spPr>
          <a:xfrm xmlns:a="http://schemas.openxmlformats.org/drawingml/2006/main">
            <a:off x="2124075" y="1847850"/>
            <a:ext cx="95250" cy="95250"/>
          </a:xfrm>
          <a:prstGeom xmlns:a="http://schemas.openxmlformats.org/drawingml/2006/main" prst="rect">
            <a:avLst/>
          </a:prstGeom>
          <a:solidFill xmlns:a="http://schemas.openxmlformats.org/drawingml/2006/main">
            <a:srgbClr val="7360A1"/>
          </a:solidFill>
          <a:ln xmlns:a="http://schemas.openxmlformats.org/drawingml/2006/main" w="0">
            <a:noFill/>
          </a:ln>
        </p:spPr>
      </p:sp>
      <p:sp>
        <p:nvSpPr>
          <p:cNvPr id="9" name="day2-27">
            <a:extLst xmlns:a="http://schemas.openxmlformats.org/drawingml/2006/main">
              <a:ext uri="{FF2B5EF4-FFF2-40B4-BE49-F238E27FC236}">
                <a16:creationId xmlns:a16="http://schemas.microsoft.com/office/drawing/2014/main" id="{B9FE132A-26BC-4CA1-92F1-2766E7D29AED}"/>
              </a:ext>
            </a:extLst>
          </p:cNvPr>
          <p:cNvSpPr>
            <a:spLocks xmlns:a="http://schemas.openxmlformats.org/drawingml/2006/main" noGrp="1"/>
          </p:cNvSpPr>
          <p:nvPr/>
        </p:nvSpPr>
        <p:spPr>
          <a:xfrm xmlns:a="http://schemas.openxmlformats.org/drawingml/2006/main">
            <a:off x="23050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7360A1"/>
                </a:solidFill>
                <a:latin typeface="Arial"/>
                <a:ea typeface="Arial"/>
                <a:cs typeface="Arial"/>
              </a:defRPr>
            </a:defPPr>
            <a:lvl1pPr algn="l">
              <a:defRPr sz="1425" b="0">
                <a:solidFill>
                  <a:srgbClr val="7360A1"/>
                </a:solidFill>
                <a:latin typeface="Arial"/>
                <a:ea typeface="Arial"/>
                <a:cs typeface="Arial"/>
              </a:defRPr>
            </a:lvl1pPr>
            <a:lvl2pPr algn="l">
              <a:defRPr sz="1425" b="0">
                <a:solidFill>
                  <a:srgbClr val="7360A1"/>
                </a:solidFill>
                <a:latin typeface="Arial"/>
                <a:ea typeface="Arial"/>
                <a:cs typeface="Arial"/>
              </a:defRPr>
            </a:lvl2pPr>
            <a:lvl3pPr algn="l">
              <a:defRPr sz="1425" b="0">
                <a:solidFill>
                  <a:srgbClr val="7360A1"/>
                </a:solidFill>
                <a:latin typeface="Arial"/>
                <a:ea typeface="Arial"/>
                <a:cs typeface="Arial"/>
              </a:defRPr>
            </a:lvl3pPr>
            <a:lvl4pPr algn="l">
              <a:defRPr sz="1425" b="0">
                <a:solidFill>
                  <a:srgbClr val="7360A1"/>
                </a:solidFill>
                <a:latin typeface="Arial"/>
                <a:ea typeface="Arial"/>
                <a:cs typeface="Arial"/>
              </a:defRPr>
            </a:lvl4pPr>
            <a:lvl5pPr algn="l">
              <a:defRPr sz="1425" b="0">
                <a:solidFill>
                  <a:srgbClr val="7360A1"/>
                </a:solidFill>
                <a:latin typeface="Arial"/>
                <a:ea typeface="Arial"/>
                <a:cs typeface="Arial"/>
              </a:defRPr>
            </a:lvl5pPr>
            <a:lvl6pPr algn="l">
              <a:defRPr sz="1425" b="0">
                <a:solidFill>
                  <a:srgbClr val="7360A1"/>
                </a:solidFill>
                <a:latin typeface="Arial"/>
                <a:ea typeface="Arial"/>
                <a:cs typeface="Arial"/>
              </a:defRPr>
            </a:lvl6pPr>
            <a:lvl7pPr algn="l">
              <a:defRPr sz="1425" b="0">
                <a:solidFill>
                  <a:srgbClr val="7360A1"/>
                </a:solidFill>
                <a:latin typeface="Arial"/>
                <a:ea typeface="Arial"/>
                <a:cs typeface="Arial"/>
              </a:defRPr>
            </a:lvl7pPr>
            <a:lvl8pPr algn="l">
              <a:defRPr sz="1425" b="0">
                <a:solidFill>
                  <a:srgbClr val="7360A1"/>
                </a:solidFill>
                <a:latin typeface="Arial"/>
                <a:ea typeface="Arial"/>
                <a:cs typeface="Arial"/>
              </a:defRPr>
            </a:lvl8pPr>
            <a:lvl9pPr algn="l">
              <a:defRPr sz="1425" b="0">
                <a:solidFill>
                  <a:srgbClr val="7360A1"/>
                </a:solidFill>
                <a:latin typeface="Arial"/>
                <a:ea typeface="Arial"/>
                <a:cs typeface="Arial"/>
              </a:defRPr>
            </a:lvl9pPr>
          </a:lstStyle>
          <a:p xmlns:a="http://schemas.openxmlformats.org/drawingml/2006/main">
            <a:pPr algn="l">
              <a:defRPr sz="1425" b="0">
                <a:solidFill>
                  <a:srgbClr val="7360A1"/>
                </a:solidFill>
                <a:latin typeface="Arial"/>
                <a:ea typeface="Arial"/>
                <a:cs typeface="Arial"/>
              </a:defRPr>
            </a:pPr>
            <a:r>
              <a:rPr sz="1425" b="0">
                <a:solidFill>
                  <a:srgbClr val="7360A1"/>
                </a:solidFill>
                <a:latin typeface="Arial"/>
                <a:ea typeface="Arial"/>
                <a:cs typeface="Arial"/>
              </a:rPr>
              <a:t>Rules</a:t>
            </a:r>
          </a:p>
        </p:txBody>
      </p:sp>
      <p:sp>
        <p:nvSpPr>
          <p:cNvPr id="10" name="day2-28">
            <a:extLst xmlns:a="http://schemas.openxmlformats.org/drawingml/2006/main">
              <a:ext uri="{FF2B5EF4-FFF2-40B4-BE49-F238E27FC236}">
                <a16:creationId xmlns:a16="http://schemas.microsoft.com/office/drawing/2014/main" id="{9B0239D9-BC87-4559-BC24-D8C237B39A1F}"/>
              </a:ext>
            </a:extLst>
          </p:cNvPr>
          <p:cNvSpPr>
            <a:spLocks xmlns:a="http://schemas.openxmlformats.org/drawingml/2006/main" noGrp="1"/>
          </p:cNvSpPr>
          <p:nvPr/>
        </p:nvSpPr>
        <p:spPr>
          <a:xfrm xmlns:a="http://schemas.openxmlformats.org/drawingml/2006/main">
            <a:off x="3629025" y="1847850"/>
            <a:ext cx="95250" cy="95250"/>
          </a:xfrm>
          <a:prstGeom xmlns:a="http://schemas.openxmlformats.org/drawingml/2006/main" prst="rect">
            <a:avLst/>
          </a:prstGeom>
          <a:solidFill xmlns:a="http://schemas.openxmlformats.org/drawingml/2006/main">
            <a:srgbClr val="9D752B"/>
          </a:solidFill>
          <a:ln xmlns:a="http://schemas.openxmlformats.org/drawingml/2006/main" w="0">
            <a:noFill/>
          </a:ln>
        </p:spPr>
      </p:sp>
      <p:sp>
        <p:nvSpPr>
          <p:cNvPr id="11" name="day2-29">
            <a:extLst xmlns:a="http://schemas.openxmlformats.org/drawingml/2006/main">
              <a:ext uri="{FF2B5EF4-FFF2-40B4-BE49-F238E27FC236}">
                <a16:creationId xmlns:a16="http://schemas.microsoft.com/office/drawing/2014/main" id="{3E77727F-8EE6-4691-BA32-FB9D2DAFB740}"/>
              </a:ext>
            </a:extLst>
          </p:cNvPr>
          <p:cNvSpPr>
            <a:spLocks xmlns:a="http://schemas.openxmlformats.org/drawingml/2006/main" noGrp="1"/>
          </p:cNvSpPr>
          <p:nvPr/>
        </p:nvSpPr>
        <p:spPr>
          <a:xfrm xmlns:a="http://schemas.openxmlformats.org/drawingml/2006/main">
            <a:off x="38100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9D752B"/>
                </a:solidFill>
                <a:latin typeface="Arial"/>
                <a:ea typeface="Arial"/>
                <a:cs typeface="Arial"/>
              </a:defRPr>
            </a:defPPr>
            <a:lvl1pPr algn="l">
              <a:defRPr sz="1425" b="0">
                <a:solidFill>
                  <a:srgbClr val="9D752B"/>
                </a:solidFill>
                <a:latin typeface="Arial"/>
                <a:ea typeface="Arial"/>
                <a:cs typeface="Arial"/>
              </a:defRPr>
            </a:lvl1pPr>
            <a:lvl2pPr algn="l">
              <a:defRPr sz="1425" b="0">
                <a:solidFill>
                  <a:srgbClr val="9D752B"/>
                </a:solidFill>
                <a:latin typeface="Arial"/>
                <a:ea typeface="Arial"/>
                <a:cs typeface="Arial"/>
              </a:defRPr>
            </a:lvl2pPr>
            <a:lvl3pPr algn="l">
              <a:defRPr sz="1425" b="0">
                <a:solidFill>
                  <a:srgbClr val="9D752B"/>
                </a:solidFill>
                <a:latin typeface="Arial"/>
                <a:ea typeface="Arial"/>
                <a:cs typeface="Arial"/>
              </a:defRPr>
            </a:lvl3pPr>
            <a:lvl4pPr algn="l">
              <a:defRPr sz="1425" b="0">
                <a:solidFill>
                  <a:srgbClr val="9D752B"/>
                </a:solidFill>
                <a:latin typeface="Arial"/>
                <a:ea typeface="Arial"/>
                <a:cs typeface="Arial"/>
              </a:defRPr>
            </a:lvl4pPr>
            <a:lvl5pPr algn="l">
              <a:defRPr sz="1425" b="0">
                <a:solidFill>
                  <a:srgbClr val="9D752B"/>
                </a:solidFill>
                <a:latin typeface="Arial"/>
                <a:ea typeface="Arial"/>
                <a:cs typeface="Arial"/>
              </a:defRPr>
            </a:lvl5pPr>
            <a:lvl6pPr algn="l">
              <a:defRPr sz="1425" b="0">
                <a:solidFill>
                  <a:srgbClr val="9D752B"/>
                </a:solidFill>
                <a:latin typeface="Arial"/>
                <a:ea typeface="Arial"/>
                <a:cs typeface="Arial"/>
              </a:defRPr>
            </a:lvl6pPr>
            <a:lvl7pPr algn="l">
              <a:defRPr sz="1425" b="0">
                <a:solidFill>
                  <a:srgbClr val="9D752B"/>
                </a:solidFill>
                <a:latin typeface="Arial"/>
                <a:ea typeface="Arial"/>
                <a:cs typeface="Arial"/>
              </a:defRPr>
            </a:lvl7pPr>
            <a:lvl8pPr algn="l">
              <a:defRPr sz="1425" b="0">
                <a:solidFill>
                  <a:srgbClr val="9D752B"/>
                </a:solidFill>
                <a:latin typeface="Arial"/>
                <a:ea typeface="Arial"/>
                <a:cs typeface="Arial"/>
              </a:defRPr>
            </a:lvl8pPr>
            <a:lvl9pPr algn="l">
              <a:defRPr sz="1425" b="0">
                <a:solidFill>
                  <a:srgbClr val="9D752B"/>
                </a:solidFill>
                <a:latin typeface="Arial"/>
                <a:ea typeface="Arial"/>
                <a:cs typeface="Arial"/>
              </a:defRPr>
            </a:lvl9pPr>
          </a:lstStyle>
          <a:p xmlns:a="http://schemas.openxmlformats.org/drawingml/2006/main">
            <a:pPr algn="l">
              <a:defRPr sz="1425" b="0">
                <a:solidFill>
                  <a:srgbClr val="9D752B"/>
                </a:solidFill>
                <a:latin typeface="Arial"/>
                <a:ea typeface="Arial"/>
                <a:cs typeface="Arial"/>
              </a:defRPr>
            </a:pPr>
            <a:r>
              <a:rPr sz="1425" b="0">
                <a:solidFill>
                  <a:srgbClr val="9D752B"/>
                </a:solidFill>
                <a:latin typeface="Arial"/>
                <a:ea typeface="Arial"/>
                <a:cs typeface="Arial"/>
              </a:rPr>
              <a:t>Method</a:t>
            </a:r>
          </a:p>
        </p:txBody>
      </p:sp>
      <p:sp>
        <p:nvSpPr>
          <p:cNvPr id="12" name="day2-30">
            <a:extLst xmlns:a="http://schemas.openxmlformats.org/drawingml/2006/main">
              <a:ext uri="{FF2B5EF4-FFF2-40B4-BE49-F238E27FC236}">
                <a16:creationId xmlns:a16="http://schemas.microsoft.com/office/drawing/2014/main" id="{0D5C7D74-185E-4DA9-8B0B-AF686DD22546}"/>
              </a:ext>
            </a:extLst>
          </p:cNvPr>
          <p:cNvSpPr>
            <a:spLocks xmlns:a="http://schemas.openxmlformats.org/drawingml/2006/main" noGrp="1"/>
          </p:cNvSpPr>
          <p:nvPr/>
        </p:nvSpPr>
        <p:spPr>
          <a:xfrm xmlns:a="http://schemas.openxmlformats.org/drawingml/2006/main">
            <a:off x="5133975" y="1847850"/>
            <a:ext cx="95250" cy="95250"/>
          </a:xfrm>
          <a:prstGeom xmlns:a="http://schemas.openxmlformats.org/drawingml/2006/main" prst="rect">
            <a:avLst/>
          </a:prstGeom>
          <a:solidFill xmlns:a="http://schemas.openxmlformats.org/drawingml/2006/main">
            <a:srgbClr val="5F7289"/>
          </a:solidFill>
          <a:ln xmlns:a="http://schemas.openxmlformats.org/drawingml/2006/main" w="0">
            <a:noFill/>
          </a:ln>
        </p:spPr>
      </p:sp>
      <p:sp>
        <p:nvSpPr>
          <p:cNvPr id="13" name="day2-31">
            <a:extLst xmlns:a="http://schemas.openxmlformats.org/drawingml/2006/main">
              <a:ext uri="{FF2B5EF4-FFF2-40B4-BE49-F238E27FC236}">
                <a16:creationId xmlns:a16="http://schemas.microsoft.com/office/drawing/2014/main" id="{60D8E57F-7452-4CCF-9958-5427606D18F6}"/>
              </a:ext>
            </a:extLst>
          </p:cNvPr>
          <p:cNvSpPr>
            <a:spLocks xmlns:a="http://schemas.openxmlformats.org/drawingml/2006/main" noGrp="1"/>
          </p:cNvSpPr>
          <p:nvPr/>
        </p:nvSpPr>
        <p:spPr>
          <a:xfrm xmlns:a="http://schemas.openxmlformats.org/drawingml/2006/main">
            <a:off x="53149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5F7289"/>
                </a:solidFill>
                <a:latin typeface="Arial"/>
                <a:ea typeface="Arial"/>
                <a:cs typeface="Arial"/>
              </a:defRPr>
            </a:defPPr>
            <a:lvl1pPr algn="l">
              <a:defRPr sz="1425" b="0">
                <a:solidFill>
                  <a:srgbClr val="5F7289"/>
                </a:solidFill>
                <a:latin typeface="Arial"/>
                <a:ea typeface="Arial"/>
                <a:cs typeface="Arial"/>
              </a:defRPr>
            </a:lvl1pPr>
            <a:lvl2pPr algn="l">
              <a:defRPr sz="1425" b="0">
                <a:solidFill>
                  <a:srgbClr val="5F7289"/>
                </a:solidFill>
                <a:latin typeface="Arial"/>
                <a:ea typeface="Arial"/>
                <a:cs typeface="Arial"/>
              </a:defRPr>
            </a:lvl2pPr>
            <a:lvl3pPr algn="l">
              <a:defRPr sz="1425" b="0">
                <a:solidFill>
                  <a:srgbClr val="5F7289"/>
                </a:solidFill>
                <a:latin typeface="Arial"/>
                <a:ea typeface="Arial"/>
                <a:cs typeface="Arial"/>
              </a:defRPr>
            </a:lvl3pPr>
            <a:lvl4pPr algn="l">
              <a:defRPr sz="1425" b="0">
                <a:solidFill>
                  <a:srgbClr val="5F7289"/>
                </a:solidFill>
                <a:latin typeface="Arial"/>
                <a:ea typeface="Arial"/>
                <a:cs typeface="Arial"/>
              </a:defRPr>
            </a:lvl4pPr>
            <a:lvl5pPr algn="l">
              <a:defRPr sz="1425" b="0">
                <a:solidFill>
                  <a:srgbClr val="5F7289"/>
                </a:solidFill>
                <a:latin typeface="Arial"/>
                <a:ea typeface="Arial"/>
                <a:cs typeface="Arial"/>
              </a:defRPr>
            </a:lvl5pPr>
            <a:lvl6pPr algn="l">
              <a:defRPr sz="1425" b="0">
                <a:solidFill>
                  <a:srgbClr val="5F7289"/>
                </a:solidFill>
                <a:latin typeface="Arial"/>
                <a:ea typeface="Arial"/>
                <a:cs typeface="Arial"/>
              </a:defRPr>
            </a:lvl6pPr>
            <a:lvl7pPr algn="l">
              <a:defRPr sz="1425" b="0">
                <a:solidFill>
                  <a:srgbClr val="5F7289"/>
                </a:solidFill>
                <a:latin typeface="Arial"/>
                <a:ea typeface="Arial"/>
                <a:cs typeface="Arial"/>
              </a:defRPr>
            </a:lvl7pPr>
            <a:lvl8pPr algn="l">
              <a:defRPr sz="1425" b="0">
                <a:solidFill>
                  <a:srgbClr val="5F7289"/>
                </a:solidFill>
                <a:latin typeface="Arial"/>
                <a:ea typeface="Arial"/>
                <a:cs typeface="Arial"/>
              </a:defRPr>
            </a:lvl8pPr>
            <a:lvl9pPr algn="l">
              <a:defRPr sz="1425" b="0">
                <a:solidFill>
                  <a:srgbClr val="5F7289"/>
                </a:solidFill>
                <a:latin typeface="Arial"/>
                <a:ea typeface="Arial"/>
                <a:cs typeface="Arial"/>
              </a:defRPr>
            </a:lvl9pPr>
          </a:lstStyle>
          <a:p xmlns:a="http://schemas.openxmlformats.org/drawingml/2006/main">
            <a:pPr algn="l">
              <a:defRPr sz="1425" b="0">
                <a:solidFill>
                  <a:srgbClr val="5F7289"/>
                </a:solidFill>
                <a:latin typeface="Arial"/>
                <a:ea typeface="Arial"/>
                <a:cs typeface="Arial"/>
              </a:defRPr>
            </a:pPr>
            <a:r>
              <a:rPr sz="1425" b="0">
                <a:solidFill>
                  <a:srgbClr val="5F7289"/>
                </a:solidFill>
                <a:latin typeface="Arial"/>
                <a:ea typeface="Arial"/>
                <a:cs typeface="Arial"/>
              </a:rPr>
              <a:t>Tools</a:t>
            </a:r>
          </a:p>
        </p:txBody>
      </p:sp>
      <p:sp>
        <p:nvSpPr>
          <p:cNvPr id="14" name="day2-32">
            <a:extLst xmlns:a="http://schemas.openxmlformats.org/drawingml/2006/main">
              <a:ext uri="{FF2B5EF4-FFF2-40B4-BE49-F238E27FC236}">
                <a16:creationId xmlns:a16="http://schemas.microsoft.com/office/drawing/2014/main" id="{D1BC7FFD-EB85-4FFD-87CC-9FFA0CC3E834}"/>
              </a:ext>
            </a:extLst>
          </p:cNvPr>
          <p:cNvSpPr>
            <a:spLocks xmlns:a="http://schemas.openxmlformats.org/drawingml/2006/main" noGrp="1"/>
          </p:cNvSpPr>
          <p:nvPr/>
        </p:nvSpPr>
        <p:spPr>
          <a:xfrm xmlns:a="http://schemas.openxmlformats.org/drawingml/2006/main">
            <a:off x="6638925" y="1847850"/>
            <a:ext cx="95250" cy="95250"/>
          </a:xfrm>
          <a:prstGeom xmlns:a="http://schemas.openxmlformats.org/drawingml/2006/main" prst="rect">
            <a:avLst/>
          </a:prstGeom>
          <a:solidFill xmlns:a="http://schemas.openxmlformats.org/drawingml/2006/main">
            <a:srgbClr val="327D6B"/>
          </a:solidFill>
          <a:ln xmlns:a="http://schemas.openxmlformats.org/drawingml/2006/main" w="0">
            <a:noFill/>
          </a:ln>
        </p:spPr>
      </p:sp>
      <p:sp>
        <p:nvSpPr>
          <p:cNvPr id="15" name="day2-33">
            <a:extLst xmlns:a="http://schemas.openxmlformats.org/drawingml/2006/main">
              <a:ext uri="{FF2B5EF4-FFF2-40B4-BE49-F238E27FC236}">
                <a16:creationId xmlns:a16="http://schemas.microsoft.com/office/drawing/2014/main" id="{E653D79F-8E61-40D6-8485-D79CF5275C08}"/>
              </a:ext>
            </a:extLst>
          </p:cNvPr>
          <p:cNvSpPr>
            <a:spLocks xmlns:a="http://schemas.openxmlformats.org/drawingml/2006/main" noGrp="1"/>
          </p:cNvSpPr>
          <p:nvPr/>
        </p:nvSpPr>
        <p:spPr>
          <a:xfrm xmlns:a="http://schemas.openxmlformats.org/drawingml/2006/main">
            <a:off x="68199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27D6B"/>
                </a:solidFill>
                <a:latin typeface="Arial"/>
                <a:ea typeface="Arial"/>
                <a:cs typeface="Arial"/>
              </a:defRPr>
            </a:defPPr>
            <a:lvl1pPr algn="l">
              <a:defRPr sz="1425" b="0">
                <a:solidFill>
                  <a:srgbClr val="327D6B"/>
                </a:solidFill>
                <a:latin typeface="Arial"/>
                <a:ea typeface="Arial"/>
                <a:cs typeface="Arial"/>
              </a:defRPr>
            </a:lvl1pPr>
            <a:lvl2pPr algn="l">
              <a:defRPr sz="1425" b="0">
                <a:solidFill>
                  <a:srgbClr val="327D6B"/>
                </a:solidFill>
                <a:latin typeface="Arial"/>
                <a:ea typeface="Arial"/>
                <a:cs typeface="Arial"/>
              </a:defRPr>
            </a:lvl2pPr>
            <a:lvl3pPr algn="l">
              <a:defRPr sz="1425" b="0">
                <a:solidFill>
                  <a:srgbClr val="327D6B"/>
                </a:solidFill>
                <a:latin typeface="Arial"/>
                <a:ea typeface="Arial"/>
                <a:cs typeface="Arial"/>
              </a:defRPr>
            </a:lvl3pPr>
            <a:lvl4pPr algn="l">
              <a:defRPr sz="1425" b="0">
                <a:solidFill>
                  <a:srgbClr val="327D6B"/>
                </a:solidFill>
                <a:latin typeface="Arial"/>
                <a:ea typeface="Arial"/>
                <a:cs typeface="Arial"/>
              </a:defRPr>
            </a:lvl4pPr>
            <a:lvl5pPr algn="l">
              <a:defRPr sz="1425" b="0">
                <a:solidFill>
                  <a:srgbClr val="327D6B"/>
                </a:solidFill>
                <a:latin typeface="Arial"/>
                <a:ea typeface="Arial"/>
                <a:cs typeface="Arial"/>
              </a:defRPr>
            </a:lvl5pPr>
            <a:lvl6pPr algn="l">
              <a:defRPr sz="1425" b="0">
                <a:solidFill>
                  <a:srgbClr val="327D6B"/>
                </a:solidFill>
                <a:latin typeface="Arial"/>
                <a:ea typeface="Arial"/>
                <a:cs typeface="Arial"/>
              </a:defRPr>
            </a:lvl6pPr>
            <a:lvl7pPr algn="l">
              <a:defRPr sz="1425" b="0">
                <a:solidFill>
                  <a:srgbClr val="327D6B"/>
                </a:solidFill>
                <a:latin typeface="Arial"/>
                <a:ea typeface="Arial"/>
                <a:cs typeface="Arial"/>
              </a:defRPr>
            </a:lvl7pPr>
            <a:lvl8pPr algn="l">
              <a:defRPr sz="1425" b="0">
                <a:solidFill>
                  <a:srgbClr val="327D6B"/>
                </a:solidFill>
                <a:latin typeface="Arial"/>
                <a:ea typeface="Arial"/>
                <a:cs typeface="Arial"/>
              </a:defRPr>
            </a:lvl8pPr>
            <a:lvl9pPr algn="l">
              <a:defRPr sz="1425" b="0">
                <a:solidFill>
                  <a:srgbClr val="327D6B"/>
                </a:solidFill>
                <a:latin typeface="Arial"/>
                <a:ea typeface="Arial"/>
                <a:cs typeface="Arial"/>
              </a:defRPr>
            </a:lvl9pPr>
          </a:lstStyle>
          <a:p xmlns:a="http://schemas.openxmlformats.org/drawingml/2006/main">
            <a:pPr algn="l">
              <a:defRPr sz="1425" b="0">
                <a:solidFill>
                  <a:srgbClr val="327D6B"/>
                </a:solidFill>
                <a:latin typeface="Arial"/>
                <a:ea typeface="Arial"/>
                <a:cs typeface="Arial"/>
              </a:defRPr>
            </a:pPr>
            <a:r>
              <a:rPr sz="1425" b="0">
                <a:solidFill>
                  <a:srgbClr val="327D6B"/>
                </a:solidFill>
                <a:latin typeface="Arial"/>
                <a:ea typeface="Arial"/>
                <a:cs typeface="Arial"/>
              </a:rPr>
              <a:t>Output</a:t>
            </a:r>
          </a:p>
        </p:txBody>
      </p:sp>
      <p:sp>
        <p:nvSpPr>
          <p:cNvPr id="16" name="day2-34">
            <a:extLst xmlns:a="http://schemas.openxmlformats.org/drawingml/2006/main">
              <a:ext uri="{FF2B5EF4-FFF2-40B4-BE49-F238E27FC236}">
                <a16:creationId xmlns:a16="http://schemas.microsoft.com/office/drawing/2014/main" id="{E5032277-B3EA-4836-931A-007A3F3A086B}"/>
              </a:ext>
            </a:extLst>
          </p:cNvPr>
          <p:cNvSpPr>
            <a:spLocks xmlns:a="http://schemas.openxmlformats.org/drawingml/2006/main" noGrp="1"/>
          </p:cNvSpPr>
          <p:nvPr/>
        </p:nvSpPr>
        <p:spPr>
          <a:xfrm xmlns:a="http://schemas.openxmlformats.org/drawingml/2006/main">
            <a:off x="8143875" y="1847850"/>
            <a:ext cx="95250" cy="95250"/>
          </a:xfrm>
          <a:prstGeom xmlns:a="http://schemas.openxmlformats.org/drawingml/2006/main" prst="rect">
            <a:avLst/>
          </a:prstGeom>
          <a:solidFill xmlns:a="http://schemas.openxmlformats.org/drawingml/2006/main">
            <a:srgbClr val="AC6154"/>
          </a:solidFill>
          <a:ln xmlns:a="http://schemas.openxmlformats.org/drawingml/2006/main" w="0">
            <a:noFill/>
          </a:ln>
        </p:spPr>
      </p:sp>
      <p:sp>
        <p:nvSpPr>
          <p:cNvPr id="17" name="day2-35">
            <a:extLst xmlns:a="http://schemas.openxmlformats.org/drawingml/2006/main">
              <a:ext uri="{FF2B5EF4-FFF2-40B4-BE49-F238E27FC236}">
                <a16:creationId xmlns:a16="http://schemas.microsoft.com/office/drawing/2014/main" id="{DDB52583-01B9-482A-9D70-5ADB7DFCD698}"/>
              </a:ext>
            </a:extLst>
          </p:cNvPr>
          <p:cNvSpPr>
            <a:spLocks xmlns:a="http://schemas.openxmlformats.org/drawingml/2006/main" noGrp="1"/>
          </p:cNvSpPr>
          <p:nvPr/>
        </p:nvSpPr>
        <p:spPr>
          <a:xfrm xmlns:a="http://schemas.openxmlformats.org/drawingml/2006/main">
            <a:off x="83248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AC6154"/>
                </a:solidFill>
                <a:latin typeface="Arial"/>
                <a:ea typeface="Arial"/>
                <a:cs typeface="Arial"/>
              </a:defRPr>
            </a:defPPr>
            <a:lvl1pPr algn="l">
              <a:defRPr sz="1425" b="0">
                <a:solidFill>
                  <a:srgbClr val="AC6154"/>
                </a:solidFill>
                <a:latin typeface="Arial"/>
                <a:ea typeface="Arial"/>
                <a:cs typeface="Arial"/>
              </a:defRPr>
            </a:lvl1pPr>
            <a:lvl2pPr algn="l">
              <a:defRPr sz="1425" b="0">
                <a:solidFill>
                  <a:srgbClr val="AC6154"/>
                </a:solidFill>
                <a:latin typeface="Arial"/>
                <a:ea typeface="Arial"/>
                <a:cs typeface="Arial"/>
              </a:defRPr>
            </a:lvl2pPr>
            <a:lvl3pPr algn="l">
              <a:defRPr sz="1425" b="0">
                <a:solidFill>
                  <a:srgbClr val="AC6154"/>
                </a:solidFill>
                <a:latin typeface="Arial"/>
                <a:ea typeface="Arial"/>
                <a:cs typeface="Arial"/>
              </a:defRPr>
            </a:lvl3pPr>
            <a:lvl4pPr algn="l">
              <a:defRPr sz="1425" b="0">
                <a:solidFill>
                  <a:srgbClr val="AC6154"/>
                </a:solidFill>
                <a:latin typeface="Arial"/>
                <a:ea typeface="Arial"/>
                <a:cs typeface="Arial"/>
              </a:defRPr>
            </a:lvl4pPr>
            <a:lvl5pPr algn="l">
              <a:defRPr sz="1425" b="0">
                <a:solidFill>
                  <a:srgbClr val="AC6154"/>
                </a:solidFill>
                <a:latin typeface="Arial"/>
                <a:ea typeface="Arial"/>
                <a:cs typeface="Arial"/>
              </a:defRPr>
            </a:lvl5pPr>
            <a:lvl6pPr algn="l">
              <a:defRPr sz="1425" b="0">
                <a:solidFill>
                  <a:srgbClr val="AC6154"/>
                </a:solidFill>
                <a:latin typeface="Arial"/>
                <a:ea typeface="Arial"/>
                <a:cs typeface="Arial"/>
              </a:defRPr>
            </a:lvl6pPr>
            <a:lvl7pPr algn="l">
              <a:defRPr sz="1425" b="0">
                <a:solidFill>
                  <a:srgbClr val="AC6154"/>
                </a:solidFill>
                <a:latin typeface="Arial"/>
                <a:ea typeface="Arial"/>
                <a:cs typeface="Arial"/>
              </a:defRPr>
            </a:lvl7pPr>
            <a:lvl8pPr algn="l">
              <a:defRPr sz="1425" b="0">
                <a:solidFill>
                  <a:srgbClr val="AC6154"/>
                </a:solidFill>
                <a:latin typeface="Arial"/>
                <a:ea typeface="Arial"/>
                <a:cs typeface="Arial"/>
              </a:defRPr>
            </a:lvl8pPr>
            <a:lvl9pPr algn="l">
              <a:defRPr sz="1425" b="0">
                <a:solidFill>
                  <a:srgbClr val="AC6154"/>
                </a:solidFill>
                <a:latin typeface="Arial"/>
                <a:ea typeface="Arial"/>
                <a:cs typeface="Arial"/>
              </a:defRPr>
            </a:lvl9pPr>
          </a:lstStyle>
          <a:p xmlns:a="http://schemas.openxmlformats.org/drawingml/2006/main">
            <a:pPr algn="l">
              <a:defRPr sz="1425" b="0">
                <a:solidFill>
                  <a:srgbClr val="AC6154"/>
                </a:solidFill>
                <a:latin typeface="Arial"/>
                <a:ea typeface="Arial"/>
                <a:cs typeface="Arial"/>
              </a:defRPr>
            </a:pPr>
            <a:r>
              <a:rPr sz="1425" b="0">
                <a:solidFill>
                  <a:srgbClr val="AC6154"/>
                </a:solidFill>
                <a:latin typeface="Arial"/>
                <a:ea typeface="Arial"/>
                <a:cs typeface="Arial"/>
              </a:rPr>
              <a:t>Review</a:t>
            </a:r>
          </a:p>
        </p:txBody>
      </p:sp>
      <p:sp>
        <p:nvSpPr>
          <p:cNvPr id="18" name="day2-36">
            <a:extLst xmlns:a="http://schemas.openxmlformats.org/drawingml/2006/main">
              <a:ext uri="{FF2B5EF4-FFF2-40B4-BE49-F238E27FC236}">
                <a16:creationId xmlns:a16="http://schemas.microsoft.com/office/drawing/2014/main" id="{F8E8B57A-F3DD-4A2B-BBA8-8E99E7B61DC3}"/>
              </a:ext>
            </a:extLst>
          </p:cNvPr>
          <p:cNvSpPr>
            <a:spLocks xmlns:a="http://schemas.openxmlformats.org/drawingml/2006/main" noGrp="1"/>
          </p:cNvSpPr>
          <p:nvPr/>
        </p:nvSpPr>
        <p:spPr>
          <a:xfrm xmlns:a="http://schemas.openxmlformats.org/drawingml/2006/main">
            <a:off x="691515" y="2564130"/>
            <a:ext cx="2193608" cy="1339215"/>
          </a:xfrm>
          <a:prstGeom xmlns:a="http://schemas.openxmlformats.org/drawingml/2006/main" prst="roundRect">
            <a:avLst>
              <a:gd name="adj" fmla="val 5690"/>
            </a:avLst>
          </a:prstGeom>
          <a:solidFill xmlns:a="http://schemas.openxmlformats.org/drawingml/2006/main">
            <a:srgbClr val="EAF3FC"/>
          </a:solidFill>
          <a:ln xmlns:a="http://schemas.openxmlformats.org/drawingml/2006/main" w="14288">
            <a:solidFill>
              <a:srgbClr val="3D709F"/>
            </a:solidFill>
          </a:ln>
        </p:spPr>
      </p:sp>
      <p:sp>
        <p:nvSpPr>
          <p:cNvPr id="19" name="day2-37">
            <a:extLst xmlns:a="http://schemas.openxmlformats.org/drawingml/2006/main">
              <a:ext uri="{FF2B5EF4-FFF2-40B4-BE49-F238E27FC236}">
                <a16:creationId xmlns:a16="http://schemas.microsoft.com/office/drawing/2014/main" id="{C6C8F4E4-44F1-4AF2-9745-5DA434E11893}"/>
              </a:ext>
            </a:extLst>
          </p:cNvPr>
          <p:cNvSpPr>
            <a:spLocks xmlns:a="http://schemas.openxmlformats.org/drawingml/2006/main" noGrp="1"/>
          </p:cNvSpPr>
          <p:nvPr/>
        </p:nvSpPr>
        <p:spPr>
          <a:xfrm xmlns:a="http://schemas.openxmlformats.org/drawingml/2006/main">
            <a:off x="786765" y="2611755"/>
            <a:ext cx="2003107" cy="1243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Inputs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Files and requests</a:t>
            </a:r>
          </a:p>
        </p:txBody>
      </p:sp>
      <p:sp>
        <p:nvSpPr>
          <p:cNvPr id="20" name="day2-38">
            <a:extLst xmlns:a="http://schemas.openxmlformats.org/drawingml/2006/main">
              <a:ext uri="{FF2B5EF4-FFF2-40B4-BE49-F238E27FC236}">
                <a16:creationId xmlns:a16="http://schemas.microsoft.com/office/drawing/2014/main" id="{DA0B9837-91F5-4809-B43D-397AD0B017A2}"/>
              </a:ext>
            </a:extLst>
          </p:cNvPr>
          <p:cNvSpPr>
            <a:spLocks xmlns:a="http://schemas.openxmlformats.org/drawingml/2006/main" noGrp="1"/>
          </p:cNvSpPr>
          <p:nvPr/>
        </p:nvSpPr>
        <p:spPr>
          <a:xfrm xmlns:a="http://schemas.openxmlformats.org/drawingml/2006/main">
            <a:off x="3556635" y="2352675"/>
            <a:ext cx="4208145" cy="881063"/>
          </a:xfrm>
          <a:prstGeom xmlns:a="http://schemas.openxmlformats.org/drawingml/2006/main" prst="roundRect">
            <a:avLst>
              <a:gd name="adj" fmla="val 8649"/>
            </a:avLst>
          </a:prstGeom>
          <a:solidFill xmlns:a="http://schemas.openxmlformats.org/drawingml/2006/main">
            <a:srgbClr val="F0ECFC"/>
          </a:solidFill>
          <a:ln xmlns:a="http://schemas.openxmlformats.org/drawingml/2006/main" w="14288">
            <a:solidFill>
              <a:srgbClr val="7360A1"/>
            </a:solidFill>
          </a:ln>
        </p:spPr>
      </p:sp>
      <p:sp>
        <p:nvSpPr>
          <p:cNvPr id="21" name="day2-39">
            <a:extLst xmlns:a="http://schemas.openxmlformats.org/drawingml/2006/main">
              <a:ext uri="{FF2B5EF4-FFF2-40B4-BE49-F238E27FC236}">
                <a16:creationId xmlns:a16="http://schemas.microsoft.com/office/drawing/2014/main" id="{D59E9FF2-2BBD-437B-8CC3-5418A2F6E829}"/>
              </a:ext>
            </a:extLst>
          </p:cNvPr>
          <p:cNvSpPr>
            <a:spLocks xmlns:a="http://schemas.openxmlformats.org/drawingml/2006/main" noGrp="1"/>
          </p:cNvSpPr>
          <p:nvPr/>
        </p:nvSpPr>
        <p:spPr>
          <a:xfrm xmlns:a="http://schemas.openxmlformats.org/drawingml/2006/main">
            <a:off x="3651885" y="2400300"/>
            <a:ext cx="4017645" cy="785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Project guidance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Purpose and recurring rules</a:t>
            </a:r>
          </a:p>
        </p:txBody>
      </p:sp>
      <p:sp>
        <p:nvSpPr>
          <p:cNvPr id="22" name="day2-40">
            <a:extLst xmlns:a="http://schemas.openxmlformats.org/drawingml/2006/main">
              <a:ext uri="{FF2B5EF4-FFF2-40B4-BE49-F238E27FC236}">
                <a16:creationId xmlns:a16="http://schemas.microsoft.com/office/drawing/2014/main" id="{A5F7C802-44D1-4350-8D00-83BA72E16E44}"/>
              </a:ext>
            </a:extLst>
          </p:cNvPr>
          <p:cNvSpPr>
            <a:spLocks xmlns:a="http://schemas.openxmlformats.org/drawingml/2006/main" noGrp="1"/>
          </p:cNvSpPr>
          <p:nvPr/>
        </p:nvSpPr>
        <p:spPr>
          <a:xfrm xmlns:a="http://schemas.openxmlformats.org/drawingml/2006/main">
            <a:off x="3556635" y="3515678"/>
            <a:ext cx="4208145" cy="916305"/>
          </a:xfrm>
          <a:prstGeom xmlns:a="http://schemas.openxmlformats.org/drawingml/2006/main" prst="roundRect">
            <a:avLst>
              <a:gd name="adj" fmla="val 8316"/>
            </a:avLst>
          </a:prstGeom>
          <a:solidFill xmlns:a="http://schemas.openxmlformats.org/drawingml/2006/main">
            <a:srgbClr val="FFF2D9"/>
          </a:solidFill>
          <a:ln xmlns:a="http://schemas.openxmlformats.org/drawingml/2006/main" w="14288">
            <a:solidFill>
              <a:srgbClr val="9D752B"/>
            </a:solidFill>
          </a:ln>
        </p:spPr>
      </p:sp>
      <p:sp>
        <p:nvSpPr>
          <p:cNvPr id="23" name="day2-41">
            <a:extLst xmlns:a="http://schemas.openxmlformats.org/drawingml/2006/main">
              <a:ext uri="{FF2B5EF4-FFF2-40B4-BE49-F238E27FC236}">
                <a16:creationId xmlns:a16="http://schemas.microsoft.com/office/drawing/2014/main" id="{0E32D660-8220-4102-8075-936646CA7D9E}"/>
              </a:ext>
            </a:extLst>
          </p:cNvPr>
          <p:cNvSpPr>
            <a:spLocks xmlns:a="http://schemas.openxmlformats.org/drawingml/2006/main" noGrp="1"/>
          </p:cNvSpPr>
          <p:nvPr/>
        </p:nvSpPr>
        <p:spPr>
          <a:xfrm xmlns:a="http://schemas.openxmlformats.org/drawingml/2006/main">
            <a:off x="3651885" y="3563303"/>
            <a:ext cx="4017645" cy="821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Reusable method</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A playbook or skill</a:t>
            </a:r>
          </a:p>
        </p:txBody>
      </p:sp>
      <p:sp>
        <p:nvSpPr>
          <p:cNvPr id="24" name="day2-42">
            <a:extLst xmlns:a="http://schemas.openxmlformats.org/drawingml/2006/main">
              <a:ext uri="{FF2B5EF4-FFF2-40B4-BE49-F238E27FC236}">
                <a16:creationId xmlns:a16="http://schemas.microsoft.com/office/drawing/2014/main" id="{91DBF00E-BECA-440D-B19F-90DA01D2AAD3}"/>
              </a:ext>
            </a:extLst>
          </p:cNvPr>
          <p:cNvSpPr>
            <a:spLocks xmlns:a="http://schemas.openxmlformats.org/drawingml/2006/main" noGrp="1"/>
          </p:cNvSpPr>
          <p:nvPr/>
        </p:nvSpPr>
        <p:spPr>
          <a:xfrm xmlns:a="http://schemas.openxmlformats.org/drawingml/2006/main">
            <a:off x="8436293" y="2564130"/>
            <a:ext cx="2999423" cy="1339215"/>
          </a:xfrm>
          <a:prstGeom xmlns:a="http://schemas.openxmlformats.org/drawingml/2006/main" prst="roundRect">
            <a:avLst>
              <a:gd name="adj" fmla="val 5690"/>
            </a:avLst>
          </a:prstGeom>
          <a:solidFill xmlns:a="http://schemas.openxmlformats.org/drawingml/2006/main">
            <a:srgbClr val="E5F4EF"/>
          </a:solidFill>
          <a:ln xmlns:a="http://schemas.openxmlformats.org/drawingml/2006/main" w="14288">
            <a:solidFill>
              <a:srgbClr val="327D6B"/>
            </a:solidFill>
          </a:ln>
        </p:spPr>
      </p:sp>
      <p:sp>
        <p:nvSpPr>
          <p:cNvPr id="25" name="day2-43">
            <a:extLst xmlns:a="http://schemas.openxmlformats.org/drawingml/2006/main">
              <a:ext uri="{FF2B5EF4-FFF2-40B4-BE49-F238E27FC236}">
                <a16:creationId xmlns:a16="http://schemas.microsoft.com/office/drawing/2014/main" id="{4CF48AF5-524B-4D57-AF0D-2D076FB1EF62}"/>
              </a:ext>
            </a:extLst>
          </p:cNvPr>
          <p:cNvSpPr>
            <a:spLocks xmlns:a="http://schemas.openxmlformats.org/drawingml/2006/main" noGrp="1"/>
          </p:cNvSpPr>
          <p:nvPr/>
        </p:nvSpPr>
        <p:spPr>
          <a:xfrm xmlns:a="http://schemas.openxmlformats.org/drawingml/2006/main">
            <a:off x="8531543" y="2611755"/>
            <a:ext cx="2808923" cy="1243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Output</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A useful result</a:t>
            </a:r>
          </a:p>
        </p:txBody>
      </p:sp>
      <p:sp>
        <p:nvSpPr>
          <p:cNvPr id="26" name="day2-44">
            <a:extLst xmlns:a="http://schemas.openxmlformats.org/drawingml/2006/main">
              <a:ext uri="{FF2B5EF4-FFF2-40B4-BE49-F238E27FC236}">
                <a16:creationId xmlns:a16="http://schemas.microsoft.com/office/drawing/2014/main" id="{617DF1B2-0784-4FEC-9F91-E1B7C5B91A79}"/>
              </a:ext>
            </a:extLst>
          </p:cNvPr>
          <p:cNvSpPr>
            <a:spLocks xmlns:a="http://schemas.openxmlformats.org/drawingml/2006/main" noGrp="1"/>
          </p:cNvSpPr>
          <p:nvPr/>
        </p:nvSpPr>
        <p:spPr>
          <a:xfrm xmlns:a="http://schemas.openxmlformats.org/drawingml/2006/main">
            <a:off x="8436293" y="4431983"/>
            <a:ext cx="2999423" cy="845820"/>
          </a:xfrm>
          <a:prstGeom xmlns:a="http://schemas.openxmlformats.org/drawingml/2006/main" prst="roundRect">
            <a:avLst>
              <a:gd name="adj" fmla="val 9009"/>
            </a:avLst>
          </a:prstGeom>
          <a:solidFill xmlns:a="http://schemas.openxmlformats.org/drawingml/2006/main">
            <a:srgbClr val="FBEAE6"/>
          </a:solidFill>
          <a:ln xmlns:a="http://schemas.openxmlformats.org/drawingml/2006/main" w="14288">
            <a:solidFill>
              <a:srgbClr val="AC6154"/>
            </a:solidFill>
          </a:ln>
        </p:spPr>
      </p:sp>
      <p:sp>
        <p:nvSpPr>
          <p:cNvPr id="27" name="day2-45">
            <a:extLst xmlns:a="http://schemas.openxmlformats.org/drawingml/2006/main">
              <a:ext uri="{FF2B5EF4-FFF2-40B4-BE49-F238E27FC236}">
                <a16:creationId xmlns:a16="http://schemas.microsoft.com/office/drawing/2014/main" id="{3C9756C1-33D1-416B-AD16-6C271EEDA9BD}"/>
              </a:ext>
            </a:extLst>
          </p:cNvPr>
          <p:cNvSpPr>
            <a:spLocks xmlns:a="http://schemas.openxmlformats.org/drawingml/2006/main" noGrp="1"/>
          </p:cNvSpPr>
          <p:nvPr/>
        </p:nvSpPr>
        <p:spPr>
          <a:xfrm xmlns:a="http://schemas.openxmlformats.org/drawingml/2006/main">
            <a:off x="8531543" y="4479608"/>
            <a:ext cx="2808923" cy="750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Human review</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A visible check</a:t>
            </a:r>
          </a:p>
        </p:txBody>
      </p:sp>
      <p:sp>
        <p:nvSpPr>
          <p:cNvPr id="28" name="day2-46">
            <a:extLst xmlns:a="http://schemas.openxmlformats.org/drawingml/2006/main">
              <a:ext uri="{FF2B5EF4-FFF2-40B4-BE49-F238E27FC236}">
                <a16:creationId xmlns:a16="http://schemas.microsoft.com/office/drawing/2014/main" id="{01C56DE4-9B74-4C59-A02F-D793F57596A2}"/>
              </a:ext>
            </a:extLst>
          </p:cNvPr>
          <p:cNvSpPr>
            <a:spLocks xmlns:a="http://schemas.openxmlformats.org/drawingml/2006/main" noGrp="1"/>
          </p:cNvSpPr>
          <p:nvPr/>
        </p:nvSpPr>
        <p:spPr>
          <a:xfrm xmlns:a="http://schemas.openxmlformats.org/drawingml/2006/main">
            <a:off x="691515" y="4431983"/>
            <a:ext cx="2193608" cy="845820"/>
          </a:xfrm>
          <a:prstGeom xmlns:a="http://schemas.openxmlformats.org/drawingml/2006/main" prst="roundRect">
            <a:avLst>
              <a:gd name="adj" fmla="val 9009"/>
            </a:avLst>
          </a:prstGeom>
          <a:solidFill xmlns:a="http://schemas.openxmlformats.org/drawingml/2006/main">
            <a:srgbClr val="EEF1F5"/>
          </a:solidFill>
          <a:ln xmlns:a="http://schemas.openxmlformats.org/drawingml/2006/main" w="14288">
            <a:solidFill>
              <a:srgbClr val="5F7289"/>
            </a:solidFill>
          </a:ln>
        </p:spPr>
      </p:sp>
      <p:sp>
        <p:nvSpPr>
          <p:cNvPr id="29" name="day2-47">
            <a:extLst xmlns:a="http://schemas.openxmlformats.org/drawingml/2006/main">
              <a:ext uri="{FF2B5EF4-FFF2-40B4-BE49-F238E27FC236}">
                <a16:creationId xmlns:a16="http://schemas.microsoft.com/office/drawing/2014/main" id="{F319C0B2-9016-4AC3-BCE2-C30133D802F9}"/>
              </a:ext>
            </a:extLst>
          </p:cNvPr>
          <p:cNvSpPr>
            <a:spLocks xmlns:a="http://schemas.openxmlformats.org/drawingml/2006/main" noGrp="1"/>
          </p:cNvSpPr>
          <p:nvPr/>
        </p:nvSpPr>
        <p:spPr>
          <a:xfrm xmlns:a="http://schemas.openxmlformats.org/drawingml/2006/main">
            <a:off x="786765" y="4479608"/>
            <a:ext cx="2003107" cy="750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Tools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Only when needed</a:t>
            </a:r>
          </a:p>
        </p:txBody>
      </p:sp>
      <p:sp>
        <p:nvSpPr>
          <p:cNvPr id="35" name="day2-48">
            <a:extLst xmlns:a="http://schemas.openxmlformats.org/drawingml/2006/main">
              <a:ext uri="{FF2B5EF4-FFF2-40B4-BE49-F238E27FC236}">
                <a16:creationId xmlns:a16="http://schemas.microsoft.com/office/drawing/2014/main" id="{53797AC1-F6F8-4FD9-9957-F84D66B51B04}"/>
              </a:ext>
            </a:extLst>
          </p:cNvPr>
          <p:cNvSpPr>
            <a:spLocks xmlns:a="http://schemas.openxmlformats.org/drawingml/2006/main" noGrp="1"/>
          </p:cNvSpPr>
          <p:nvPr/>
        </p:nvSpPr>
        <p:spPr>
          <a:xfrm xmlns:a="http://schemas.openxmlformats.org/drawingml/2006/main">
            <a:off x="619125" y="59531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AC6154"/>
                </a:solidFill>
                <a:latin typeface="Arial"/>
                <a:ea typeface="Arial"/>
                <a:cs typeface="Arial"/>
              </a:defRPr>
            </a:defPPr>
            <a:lvl1pPr algn="l">
              <a:defRPr sz="1875" b="0">
                <a:solidFill>
                  <a:srgbClr val="AC6154"/>
                </a:solidFill>
                <a:latin typeface="Arial"/>
                <a:ea typeface="Arial"/>
                <a:cs typeface="Arial"/>
              </a:defRPr>
            </a:lvl1pPr>
            <a:lvl2pPr algn="l">
              <a:defRPr sz="1875" b="0">
                <a:solidFill>
                  <a:srgbClr val="AC6154"/>
                </a:solidFill>
                <a:latin typeface="Arial"/>
                <a:ea typeface="Arial"/>
                <a:cs typeface="Arial"/>
              </a:defRPr>
            </a:lvl2pPr>
            <a:lvl3pPr algn="l">
              <a:defRPr sz="1875" b="0">
                <a:solidFill>
                  <a:srgbClr val="AC6154"/>
                </a:solidFill>
                <a:latin typeface="Arial"/>
                <a:ea typeface="Arial"/>
                <a:cs typeface="Arial"/>
              </a:defRPr>
            </a:lvl3pPr>
            <a:lvl4pPr algn="l">
              <a:defRPr sz="1875" b="0">
                <a:solidFill>
                  <a:srgbClr val="AC6154"/>
                </a:solidFill>
                <a:latin typeface="Arial"/>
                <a:ea typeface="Arial"/>
                <a:cs typeface="Arial"/>
              </a:defRPr>
            </a:lvl4pPr>
            <a:lvl5pPr algn="l">
              <a:defRPr sz="1875" b="0">
                <a:solidFill>
                  <a:srgbClr val="AC6154"/>
                </a:solidFill>
                <a:latin typeface="Arial"/>
                <a:ea typeface="Arial"/>
                <a:cs typeface="Arial"/>
              </a:defRPr>
            </a:lvl5pPr>
            <a:lvl6pPr algn="l">
              <a:defRPr sz="1875" b="0">
                <a:solidFill>
                  <a:srgbClr val="AC6154"/>
                </a:solidFill>
                <a:latin typeface="Arial"/>
                <a:ea typeface="Arial"/>
                <a:cs typeface="Arial"/>
              </a:defRPr>
            </a:lvl6pPr>
            <a:lvl7pPr algn="l">
              <a:defRPr sz="1875" b="0">
                <a:solidFill>
                  <a:srgbClr val="AC6154"/>
                </a:solidFill>
                <a:latin typeface="Arial"/>
                <a:ea typeface="Arial"/>
                <a:cs typeface="Arial"/>
              </a:defRPr>
            </a:lvl7pPr>
            <a:lvl8pPr algn="l">
              <a:defRPr sz="1875" b="0">
                <a:solidFill>
                  <a:srgbClr val="AC6154"/>
                </a:solidFill>
                <a:latin typeface="Arial"/>
                <a:ea typeface="Arial"/>
                <a:cs typeface="Arial"/>
              </a:defRPr>
            </a:lvl8pPr>
            <a:lvl9pPr algn="l">
              <a:defRPr sz="1875" b="0">
                <a:solidFill>
                  <a:srgbClr val="AC6154"/>
                </a:solidFill>
                <a:latin typeface="Arial"/>
                <a:ea typeface="Arial"/>
                <a:cs typeface="Arial"/>
              </a:defRPr>
            </a:lvl9pPr>
          </a:lstStyle>
          <a:p xmlns:a="http://schemas.openxmlformats.org/drawingml/2006/main">
            <a:pPr algn="l">
              <a:defRPr sz="1875" b="0">
                <a:solidFill>
                  <a:srgbClr val="AC6154"/>
                </a:solidFill>
                <a:latin typeface="Arial"/>
                <a:ea typeface="Arial"/>
                <a:cs typeface="Arial"/>
              </a:defRPr>
            </a:pPr>
            <a:r>
              <a:rPr sz="1875" b="0">
                <a:solidFill>
                  <a:srgbClr val="AC6154"/>
                </a:solidFill>
                <a:latin typeface="Arial"/>
                <a:ea typeface="Arial"/>
                <a:cs typeface="Arial"/>
              </a:rPr>
              <a:t>What must be true before this result is useful?</a:t>
            </a:r>
          </a:p>
        </p:txBody>
      </p:sp>
    </p:spTree>
    <p:extLst>
      <p:ext uri="{BB962C8B-B14F-4D97-AF65-F5344CB8AC3E}">
        <p14:creationId xmlns:p14="http://schemas.microsoft.com/office/powerpoint/2010/main" val="6213166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2-49">
            <a:extLst xmlns:a="http://schemas.openxmlformats.org/drawingml/2006/main">
              <a:ext uri="{FF2B5EF4-FFF2-40B4-BE49-F238E27FC236}">
                <a16:creationId xmlns:a16="http://schemas.microsoft.com/office/drawing/2014/main" id="{063EB9EE-C313-45C1-BFA3-32411A340043}"/>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Workspace guidance and its result</a:t>
            </a:r>
          </a:p>
        </p:txBody>
      </p:sp>
      <p:sp>
        <p:nvSpPr>
          <p:cNvPr id="2" name="day2-50">
            <a:extLst xmlns:a="http://schemas.openxmlformats.org/drawingml/2006/main">
              <a:ext uri="{FF2B5EF4-FFF2-40B4-BE49-F238E27FC236}">
                <a16:creationId xmlns:a16="http://schemas.microsoft.com/office/drawing/2014/main" id="{D3E58C39-DC23-4461-88CD-CFC76761CF98}"/>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51">
            <a:extLst xmlns:a="http://schemas.openxmlformats.org/drawingml/2006/main">
              <a:ext uri="{FF2B5EF4-FFF2-40B4-BE49-F238E27FC236}">
                <a16:creationId xmlns:a16="http://schemas.microsoft.com/office/drawing/2014/main" id="{4629536E-77C2-43FD-B2F2-3110D91BA1CF}"/>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4</a:t>
            </a:r>
          </a:p>
        </p:txBody>
      </p:sp>
      <p:sp>
        <p:nvSpPr>
          <p:cNvPr id="4" name="day2-52">
            <a:extLst xmlns:a="http://schemas.openxmlformats.org/drawingml/2006/main">
              <a:ext uri="{FF2B5EF4-FFF2-40B4-BE49-F238E27FC236}">
                <a16:creationId xmlns:a16="http://schemas.microsoft.com/office/drawing/2014/main" id="{C3DA6A44-E095-488C-B866-4B09723DA7CA}"/>
              </a:ext>
            </a:extLst>
          </p:cNvPr>
          <p:cNvSpPr>
            <a:spLocks xmlns:a="http://schemas.openxmlformats.org/drawingml/2006/main" noGrp="1"/>
          </p:cNvSpPr>
          <p:nvPr/>
        </p:nvSpPr>
        <p:spPr>
          <a:xfrm xmlns:a="http://schemas.openxmlformats.org/drawingml/2006/main">
            <a:off x="619125" y="1000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A workspace contains the context and materials for a specific kind of work</a:t>
            </a:r>
          </a:p>
        </p:txBody>
      </p:sp>
      <p:sp>
        <p:nvSpPr>
          <p:cNvPr id="5" name="day2-53">
            <a:extLst xmlns:a="http://schemas.openxmlformats.org/drawingml/2006/main">
              <a:ext uri="{FF2B5EF4-FFF2-40B4-BE49-F238E27FC236}">
                <a16:creationId xmlns:a16="http://schemas.microsoft.com/office/drawing/2014/main" id="{F91F05AE-CC07-48F7-B324-61719E51DCC3}"/>
              </a:ext>
            </a:extLst>
          </p:cNvPr>
          <p:cNvSpPr>
            <a:spLocks xmlns:a="http://schemas.openxmlformats.org/drawingml/2006/main" noGrp="1"/>
          </p:cNvSpPr>
          <p:nvPr/>
        </p:nvSpPr>
        <p:spPr>
          <a:xfrm xmlns:a="http://schemas.openxmlformats.org/drawingml/2006/main">
            <a:off x="619125" y="1809750"/>
            <a:ext cx="5334000" cy="3552825"/>
          </a:xfrm>
          <a:prstGeom xmlns:a="http://schemas.openxmlformats.org/drawingml/2006/main" prst="roundRect">
            <a:avLst>
              <a:gd name="adj" fmla="val 2145"/>
            </a:avLst>
          </a:prstGeom>
          <a:solidFill xmlns:a="http://schemas.openxmlformats.org/drawingml/2006/main">
            <a:srgbClr val="F0ECFC"/>
          </a:solidFill>
          <a:ln xmlns:a="http://schemas.openxmlformats.org/drawingml/2006/main" w="12383">
            <a:solidFill>
              <a:srgbClr val="7360A1"/>
            </a:solidFill>
          </a:ln>
        </p:spPr>
      </p:sp>
      <p:sp>
        <p:nvSpPr>
          <p:cNvPr id="6" name="day2-54">
            <a:extLst xmlns:a="http://schemas.openxmlformats.org/drawingml/2006/main">
              <a:ext uri="{FF2B5EF4-FFF2-40B4-BE49-F238E27FC236}">
                <a16:creationId xmlns:a16="http://schemas.microsoft.com/office/drawing/2014/main" id="{E724A4B1-50EE-484B-BF78-D02BDE60A86C}"/>
              </a:ext>
            </a:extLst>
          </p:cNvPr>
          <p:cNvSpPr>
            <a:spLocks xmlns:a="http://schemas.openxmlformats.org/drawingml/2006/main" noGrp="1"/>
          </p:cNvSpPr>
          <p:nvPr/>
        </p:nvSpPr>
        <p:spPr>
          <a:xfrm xmlns:a="http://schemas.openxmlformats.org/drawingml/2006/main">
            <a:off x="87630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7360A1"/>
                </a:solidFill>
                <a:latin typeface="Arial"/>
                <a:ea typeface="Arial"/>
                <a:cs typeface="Arial"/>
              </a:defRPr>
            </a:defPPr>
            <a:lvl1pPr algn="l">
              <a:defRPr sz="1650" b="1">
                <a:solidFill>
                  <a:srgbClr val="7360A1"/>
                </a:solidFill>
                <a:latin typeface="Arial"/>
                <a:ea typeface="Arial"/>
                <a:cs typeface="Arial"/>
              </a:defRPr>
            </a:lvl1pPr>
            <a:lvl2pPr algn="l">
              <a:defRPr sz="1650" b="1">
                <a:solidFill>
                  <a:srgbClr val="7360A1"/>
                </a:solidFill>
                <a:latin typeface="Arial"/>
                <a:ea typeface="Arial"/>
                <a:cs typeface="Arial"/>
              </a:defRPr>
            </a:lvl2pPr>
            <a:lvl3pPr algn="l">
              <a:defRPr sz="1650" b="1">
                <a:solidFill>
                  <a:srgbClr val="7360A1"/>
                </a:solidFill>
                <a:latin typeface="Arial"/>
                <a:ea typeface="Arial"/>
                <a:cs typeface="Arial"/>
              </a:defRPr>
            </a:lvl3pPr>
            <a:lvl4pPr algn="l">
              <a:defRPr sz="1650" b="1">
                <a:solidFill>
                  <a:srgbClr val="7360A1"/>
                </a:solidFill>
                <a:latin typeface="Arial"/>
                <a:ea typeface="Arial"/>
                <a:cs typeface="Arial"/>
              </a:defRPr>
            </a:lvl4pPr>
            <a:lvl5pPr algn="l">
              <a:defRPr sz="1650" b="1">
                <a:solidFill>
                  <a:srgbClr val="7360A1"/>
                </a:solidFill>
                <a:latin typeface="Arial"/>
                <a:ea typeface="Arial"/>
                <a:cs typeface="Arial"/>
              </a:defRPr>
            </a:lvl5pPr>
            <a:lvl6pPr algn="l">
              <a:defRPr sz="1650" b="1">
                <a:solidFill>
                  <a:srgbClr val="7360A1"/>
                </a:solidFill>
                <a:latin typeface="Arial"/>
                <a:ea typeface="Arial"/>
                <a:cs typeface="Arial"/>
              </a:defRPr>
            </a:lvl6pPr>
            <a:lvl7pPr algn="l">
              <a:defRPr sz="1650" b="1">
                <a:solidFill>
                  <a:srgbClr val="7360A1"/>
                </a:solidFill>
                <a:latin typeface="Arial"/>
                <a:ea typeface="Arial"/>
                <a:cs typeface="Arial"/>
              </a:defRPr>
            </a:lvl7pPr>
            <a:lvl8pPr algn="l">
              <a:defRPr sz="1650" b="1">
                <a:solidFill>
                  <a:srgbClr val="7360A1"/>
                </a:solidFill>
                <a:latin typeface="Arial"/>
                <a:ea typeface="Arial"/>
                <a:cs typeface="Arial"/>
              </a:defRPr>
            </a:lvl8pPr>
            <a:lvl9pPr algn="l">
              <a:defRPr sz="1650" b="1">
                <a:solidFill>
                  <a:srgbClr val="7360A1"/>
                </a:solidFill>
                <a:latin typeface="Arial"/>
                <a:ea typeface="Arial"/>
                <a:cs typeface="Arial"/>
              </a:defRPr>
            </a:lvl9pPr>
          </a:lstStyle>
          <a:p xmlns:a="http://schemas.openxmlformats.org/drawingml/2006/main">
            <a:pPr algn="l">
              <a:defRPr sz="1650" b="1">
                <a:solidFill>
                  <a:srgbClr val="7360A1"/>
                </a:solidFill>
                <a:latin typeface="Arial"/>
                <a:ea typeface="Arial"/>
                <a:cs typeface="Arial"/>
              </a:defRPr>
            </a:pPr>
            <a:r>
              <a:rPr sz="1650" b="1">
                <a:solidFill>
                  <a:srgbClr val="7360A1"/>
                </a:solidFill>
                <a:latin typeface="Arial"/>
                <a:ea typeface="Arial"/>
                <a:cs typeface="Arial"/>
              </a:rPr>
              <a:t>Recurring rules</a:t>
            </a:r>
          </a:p>
        </p:txBody>
      </p:sp>
      <p:sp>
        <p:nvSpPr>
          <p:cNvPr id="7" name="day2-55">
            <a:extLst xmlns:a="http://schemas.openxmlformats.org/drawingml/2006/main">
              <a:ext uri="{FF2B5EF4-FFF2-40B4-BE49-F238E27FC236}">
                <a16:creationId xmlns:a16="http://schemas.microsoft.com/office/drawing/2014/main" id="{D6C04C78-2E74-4821-BBB1-97F130286925}"/>
              </a:ext>
            </a:extLst>
          </p:cNvPr>
          <p:cNvSpPr>
            <a:spLocks xmlns:a="http://schemas.openxmlformats.org/drawingml/2006/main" noGrp="1"/>
          </p:cNvSpPr>
          <p:nvPr/>
        </p:nvSpPr>
        <p:spPr>
          <a:xfrm xmlns:a="http://schemas.openxmlformats.org/drawingml/2006/main">
            <a:off x="87630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AGENTS.md</a:t>
            </a:r>
          </a:p>
        </p:txBody>
      </p:sp>
      <p:sp>
        <p:nvSpPr>
          <p:cNvPr id="8" name="day2-56">
            <a:extLst xmlns:a="http://schemas.openxmlformats.org/drawingml/2006/main">
              <a:ext uri="{FF2B5EF4-FFF2-40B4-BE49-F238E27FC236}">
                <a16:creationId xmlns:a16="http://schemas.microsoft.com/office/drawing/2014/main" id="{9BB7E0E7-F79C-4677-931A-577FA0FBB207}"/>
              </a:ext>
            </a:extLst>
          </p:cNvPr>
          <p:cNvSpPr>
            <a:spLocks xmlns:a="http://schemas.openxmlformats.org/drawingml/2006/main" noGrp="1"/>
          </p:cNvSpPr>
          <p:nvPr/>
        </p:nvSpPr>
        <p:spPr>
          <a:xfrm xmlns:a="http://schemas.openxmlformats.org/drawingml/2006/main">
            <a:off x="87630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Workspace guidance</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Purpose: prepare weekly updates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Read inputs from inputs/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Write drafts to outputs/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Flag missing owners</a:t>
            </a:r>
          </a:p>
        </p:txBody>
      </p:sp>
      <p:sp>
        <p:nvSpPr>
          <p:cNvPr id="9" name="day2-57">
            <a:extLst xmlns:a="http://schemas.openxmlformats.org/drawingml/2006/main">
              <a:ext uri="{FF2B5EF4-FFF2-40B4-BE49-F238E27FC236}">
                <a16:creationId xmlns:a16="http://schemas.microsoft.com/office/drawing/2014/main" id="{823A0AA9-52D7-48B8-BE4F-3092E78B2525}"/>
              </a:ext>
            </a:extLst>
          </p:cNvPr>
          <p:cNvSpPr>
            <a:spLocks xmlns:a="http://schemas.openxmlformats.org/drawingml/2006/main" noGrp="1"/>
          </p:cNvSpPr>
          <p:nvPr/>
        </p:nvSpPr>
        <p:spPr>
          <a:xfrm xmlns:a="http://schemas.openxmlformats.org/drawingml/2006/main">
            <a:off x="6238875" y="1809750"/>
            <a:ext cx="5334000" cy="3552825"/>
          </a:xfrm>
          <a:prstGeom xmlns:a="http://schemas.openxmlformats.org/drawingml/2006/main" prst="roundRect">
            <a:avLst>
              <a:gd name="adj" fmla="val 2145"/>
            </a:avLst>
          </a:prstGeom>
          <a:solidFill xmlns:a="http://schemas.openxmlformats.org/drawingml/2006/main">
            <a:srgbClr val="FBEAE6"/>
          </a:solidFill>
          <a:ln xmlns:a="http://schemas.openxmlformats.org/drawingml/2006/main" w="12383">
            <a:solidFill>
              <a:srgbClr val="AC6154"/>
            </a:solidFill>
          </a:ln>
        </p:spPr>
      </p:sp>
      <p:sp>
        <p:nvSpPr>
          <p:cNvPr id="10" name="day2-58">
            <a:extLst xmlns:a="http://schemas.openxmlformats.org/drawingml/2006/main">
              <a:ext uri="{FF2B5EF4-FFF2-40B4-BE49-F238E27FC236}">
                <a16:creationId xmlns:a16="http://schemas.microsoft.com/office/drawing/2014/main" id="{1BFCF124-9EB7-4DE7-A689-5C3DD65E9206}"/>
              </a:ext>
            </a:extLst>
          </p:cNvPr>
          <p:cNvSpPr>
            <a:spLocks xmlns:a="http://schemas.openxmlformats.org/drawingml/2006/main" noGrp="1"/>
          </p:cNvSpPr>
          <p:nvPr/>
        </p:nvSpPr>
        <p:spPr>
          <a:xfrm xmlns:a="http://schemas.openxmlformats.org/drawingml/2006/main">
            <a:off x="649605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AC6154"/>
                </a:solidFill>
                <a:latin typeface="Arial"/>
                <a:ea typeface="Arial"/>
                <a:cs typeface="Arial"/>
              </a:defRPr>
            </a:defPPr>
            <a:lvl1pPr algn="l">
              <a:defRPr sz="1650" b="1">
                <a:solidFill>
                  <a:srgbClr val="AC6154"/>
                </a:solidFill>
                <a:latin typeface="Arial"/>
                <a:ea typeface="Arial"/>
                <a:cs typeface="Arial"/>
              </a:defRPr>
            </a:lvl1pPr>
            <a:lvl2pPr algn="l">
              <a:defRPr sz="1650" b="1">
                <a:solidFill>
                  <a:srgbClr val="AC6154"/>
                </a:solidFill>
                <a:latin typeface="Arial"/>
                <a:ea typeface="Arial"/>
                <a:cs typeface="Arial"/>
              </a:defRPr>
            </a:lvl2pPr>
            <a:lvl3pPr algn="l">
              <a:defRPr sz="1650" b="1">
                <a:solidFill>
                  <a:srgbClr val="AC6154"/>
                </a:solidFill>
                <a:latin typeface="Arial"/>
                <a:ea typeface="Arial"/>
                <a:cs typeface="Arial"/>
              </a:defRPr>
            </a:lvl3pPr>
            <a:lvl4pPr algn="l">
              <a:defRPr sz="1650" b="1">
                <a:solidFill>
                  <a:srgbClr val="AC6154"/>
                </a:solidFill>
                <a:latin typeface="Arial"/>
                <a:ea typeface="Arial"/>
                <a:cs typeface="Arial"/>
              </a:defRPr>
            </a:lvl4pPr>
            <a:lvl5pPr algn="l">
              <a:defRPr sz="1650" b="1">
                <a:solidFill>
                  <a:srgbClr val="AC6154"/>
                </a:solidFill>
                <a:latin typeface="Arial"/>
                <a:ea typeface="Arial"/>
                <a:cs typeface="Arial"/>
              </a:defRPr>
            </a:lvl5pPr>
            <a:lvl6pPr algn="l">
              <a:defRPr sz="1650" b="1">
                <a:solidFill>
                  <a:srgbClr val="AC6154"/>
                </a:solidFill>
                <a:latin typeface="Arial"/>
                <a:ea typeface="Arial"/>
                <a:cs typeface="Arial"/>
              </a:defRPr>
            </a:lvl6pPr>
            <a:lvl7pPr algn="l">
              <a:defRPr sz="1650" b="1">
                <a:solidFill>
                  <a:srgbClr val="AC6154"/>
                </a:solidFill>
                <a:latin typeface="Arial"/>
                <a:ea typeface="Arial"/>
                <a:cs typeface="Arial"/>
              </a:defRPr>
            </a:lvl7pPr>
            <a:lvl8pPr algn="l">
              <a:defRPr sz="1650" b="1">
                <a:solidFill>
                  <a:srgbClr val="AC6154"/>
                </a:solidFill>
                <a:latin typeface="Arial"/>
                <a:ea typeface="Arial"/>
                <a:cs typeface="Arial"/>
              </a:defRPr>
            </a:lvl8pPr>
            <a:lvl9pPr algn="l">
              <a:defRPr sz="1650" b="1">
                <a:solidFill>
                  <a:srgbClr val="AC6154"/>
                </a:solidFill>
                <a:latin typeface="Arial"/>
                <a:ea typeface="Arial"/>
                <a:cs typeface="Arial"/>
              </a:defRPr>
            </a:lvl9pPr>
          </a:lstStyle>
          <a:p xmlns:a="http://schemas.openxmlformats.org/drawingml/2006/main">
            <a:pPr algn="l">
              <a:defRPr sz="1650" b="1">
                <a:solidFill>
                  <a:srgbClr val="AC6154"/>
                </a:solidFill>
                <a:latin typeface="Arial"/>
                <a:ea typeface="Arial"/>
                <a:cs typeface="Arial"/>
              </a:defRPr>
            </a:pPr>
            <a:r>
              <a:rPr sz="1650" b="1">
                <a:solidFill>
                  <a:srgbClr val="AC6154"/>
                </a:solidFill>
                <a:latin typeface="Arial"/>
                <a:ea typeface="Arial"/>
                <a:cs typeface="Arial"/>
              </a:rPr>
              <a:t>Reviewed output</a:t>
            </a:r>
          </a:p>
        </p:txBody>
      </p:sp>
      <p:sp>
        <p:nvSpPr>
          <p:cNvPr id="11" name="day2-59">
            <a:extLst xmlns:a="http://schemas.openxmlformats.org/drawingml/2006/main">
              <a:ext uri="{FF2B5EF4-FFF2-40B4-BE49-F238E27FC236}">
                <a16:creationId xmlns:a16="http://schemas.microsoft.com/office/drawing/2014/main" id="{7507AB61-E4BA-425A-8173-1BDEEC8F4AB7}"/>
              </a:ext>
            </a:extLst>
          </p:cNvPr>
          <p:cNvSpPr>
            <a:spLocks xmlns:a="http://schemas.openxmlformats.org/drawingml/2006/main" noGrp="1"/>
          </p:cNvSpPr>
          <p:nvPr/>
        </p:nvSpPr>
        <p:spPr>
          <a:xfrm xmlns:a="http://schemas.openxmlformats.org/drawingml/2006/main">
            <a:off x="649605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outputs/update.md</a:t>
            </a:r>
          </a:p>
        </p:txBody>
      </p:sp>
      <p:sp>
        <p:nvSpPr>
          <p:cNvPr id="12" name="day2-60">
            <a:extLst xmlns:a="http://schemas.openxmlformats.org/drawingml/2006/main">
              <a:ext uri="{FF2B5EF4-FFF2-40B4-BE49-F238E27FC236}">
                <a16:creationId xmlns:a16="http://schemas.microsoft.com/office/drawing/2014/main" id="{BC9B6379-C95C-4903-A82A-D7FFAA6478EC}"/>
              </a:ext>
            </a:extLst>
          </p:cNvPr>
          <p:cNvSpPr>
            <a:spLocks xmlns:a="http://schemas.openxmlformats.org/drawingml/2006/main" noGrp="1"/>
          </p:cNvSpPr>
          <p:nvPr/>
        </p:nvSpPr>
        <p:spPr>
          <a:xfrm xmlns:a="http://schemas.openxmlformats.org/drawingml/2006/main">
            <a:off x="649605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Weekly update</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Done: onboarding guide drafted</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Source: activity.csv, row A1</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Open: reviewer not assigned</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Status: draft for owner review</a:t>
            </a:r>
          </a:p>
        </p:txBody>
      </p:sp>
      <p:sp>
        <p:nvSpPr>
          <p:cNvPr id="13" name="day2-61">
            <a:extLst xmlns:a="http://schemas.openxmlformats.org/drawingml/2006/main">
              <a:ext uri="{FF2B5EF4-FFF2-40B4-BE49-F238E27FC236}">
                <a16:creationId xmlns:a16="http://schemas.microsoft.com/office/drawing/2014/main" id="{CAC9DDFA-C67C-4DA8-93C2-3D670757E7DD}"/>
              </a:ext>
            </a:extLst>
          </p:cNvPr>
          <p:cNvSpPr>
            <a:spLocks xmlns:a="http://schemas.openxmlformats.org/drawingml/2006/main" noGrp="1"/>
          </p:cNvSpPr>
          <p:nvPr/>
        </p:nvSpPr>
        <p:spPr>
          <a:xfrm xmlns:a="http://schemas.openxmlformats.org/drawingml/2006/main">
            <a:off x="619125" y="583882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AC6154"/>
                </a:solidFill>
                <a:latin typeface="Arial"/>
                <a:ea typeface="Arial"/>
                <a:cs typeface="Arial"/>
              </a:defRPr>
            </a:defPPr>
            <a:lvl1pPr algn="l">
              <a:defRPr sz="1950" b="0">
                <a:solidFill>
                  <a:srgbClr val="AC6154"/>
                </a:solidFill>
                <a:latin typeface="Arial"/>
                <a:ea typeface="Arial"/>
                <a:cs typeface="Arial"/>
              </a:defRPr>
            </a:lvl1pPr>
            <a:lvl2pPr algn="l">
              <a:defRPr sz="1950" b="0">
                <a:solidFill>
                  <a:srgbClr val="AC6154"/>
                </a:solidFill>
                <a:latin typeface="Arial"/>
                <a:ea typeface="Arial"/>
                <a:cs typeface="Arial"/>
              </a:defRPr>
            </a:lvl2pPr>
            <a:lvl3pPr algn="l">
              <a:defRPr sz="1950" b="0">
                <a:solidFill>
                  <a:srgbClr val="AC6154"/>
                </a:solidFill>
                <a:latin typeface="Arial"/>
                <a:ea typeface="Arial"/>
                <a:cs typeface="Arial"/>
              </a:defRPr>
            </a:lvl3pPr>
            <a:lvl4pPr algn="l">
              <a:defRPr sz="1950" b="0">
                <a:solidFill>
                  <a:srgbClr val="AC6154"/>
                </a:solidFill>
                <a:latin typeface="Arial"/>
                <a:ea typeface="Arial"/>
                <a:cs typeface="Arial"/>
              </a:defRPr>
            </a:lvl4pPr>
            <a:lvl5pPr algn="l">
              <a:defRPr sz="1950" b="0">
                <a:solidFill>
                  <a:srgbClr val="AC6154"/>
                </a:solidFill>
                <a:latin typeface="Arial"/>
                <a:ea typeface="Arial"/>
                <a:cs typeface="Arial"/>
              </a:defRPr>
            </a:lvl5pPr>
            <a:lvl6pPr algn="l">
              <a:defRPr sz="1950" b="0">
                <a:solidFill>
                  <a:srgbClr val="AC6154"/>
                </a:solidFill>
                <a:latin typeface="Arial"/>
                <a:ea typeface="Arial"/>
                <a:cs typeface="Arial"/>
              </a:defRPr>
            </a:lvl6pPr>
            <a:lvl7pPr algn="l">
              <a:defRPr sz="1950" b="0">
                <a:solidFill>
                  <a:srgbClr val="AC6154"/>
                </a:solidFill>
                <a:latin typeface="Arial"/>
                <a:ea typeface="Arial"/>
                <a:cs typeface="Arial"/>
              </a:defRPr>
            </a:lvl7pPr>
            <a:lvl8pPr algn="l">
              <a:defRPr sz="1950" b="0">
                <a:solidFill>
                  <a:srgbClr val="AC6154"/>
                </a:solidFill>
                <a:latin typeface="Arial"/>
                <a:ea typeface="Arial"/>
                <a:cs typeface="Arial"/>
              </a:defRPr>
            </a:lvl8pPr>
            <a:lvl9pPr algn="l">
              <a:defRPr sz="1950" b="0">
                <a:solidFill>
                  <a:srgbClr val="AC6154"/>
                </a:solidFill>
                <a:latin typeface="Arial"/>
                <a:ea typeface="Arial"/>
                <a:cs typeface="Arial"/>
              </a:defRPr>
            </a:lvl9pPr>
          </a:lstStyle>
          <a:p xmlns:a="http://schemas.openxmlformats.org/drawingml/2006/main">
            <a:pPr algn="l">
              <a:defRPr sz="1950" b="0">
                <a:solidFill>
                  <a:srgbClr val="AC6154"/>
                </a:solidFill>
                <a:latin typeface="Arial"/>
                <a:ea typeface="Arial"/>
                <a:cs typeface="Arial"/>
              </a:defRPr>
            </a:pPr>
            <a:r>
              <a:rPr sz="1950" b="0">
                <a:solidFill>
                  <a:srgbClr val="AC6154"/>
                </a:solidFill>
                <a:latin typeface="Arial"/>
                <a:ea typeface="Arial"/>
                <a:cs typeface="Arial"/>
              </a:rPr>
              <a:t>What must be true before this result is useful?</a:t>
            </a:r>
          </a:p>
        </p:txBody>
      </p:sp>
    </p:spTree>
    <p:extLst>
      <p:ext uri="{BB962C8B-B14F-4D97-AF65-F5344CB8AC3E}">
        <p14:creationId xmlns:p14="http://schemas.microsoft.com/office/powerpoint/2010/main" val="7079294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52ADED78-BE23-425F-842E-8EDEC5986295}"/>
              </a:ext>
            </a:extLst>
          </p:cNvPr>
          <p:cNvCxnSpPr>
            <a:stCxn xmlns:a="http://schemas.openxmlformats.org/drawingml/2006/main" id="22" idx="2"/>
            <a:endCxn xmlns:a="http://schemas.openxmlformats.org/drawingml/2006/main" id="26" idx="0"/>
          </p:cNvCxnSpPr>
          <p:nvPr/>
        </p:nvCxnSpPr>
        <p:spPr>
          <a:xfrm xmlns:a="http://schemas.openxmlformats.org/drawingml/2006/main">
            <a:off x="8973503" y="4643438"/>
            <a:ext cx="0" cy="317182"/>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0" name="">
            <a:extLst xmlns:a="http://schemas.openxmlformats.org/drawingml/2006/main">
              <a:ext uri="{FF2B5EF4-FFF2-40B4-BE49-F238E27FC236}">
                <a16:creationId xmlns:a16="http://schemas.microsoft.com/office/drawing/2014/main" id="{16265043-74BC-48AE-86E2-8B93894C95B5}"/>
              </a:ext>
            </a:extLst>
          </p:cNvPr>
          <p:cNvCxnSpPr>
            <a:stCxn xmlns:a="http://schemas.openxmlformats.org/drawingml/2006/main" id="20" idx="2"/>
            <a:endCxn xmlns:a="http://schemas.openxmlformats.org/drawingml/2006/main" id="24" idx="0"/>
          </p:cNvCxnSpPr>
          <p:nvPr/>
        </p:nvCxnSpPr>
        <p:spPr>
          <a:xfrm xmlns:a="http://schemas.openxmlformats.org/drawingml/2006/main">
            <a:off x="3153728" y="4643438"/>
            <a:ext cx="0" cy="317182"/>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29" name="">
            <a:extLst xmlns:a="http://schemas.openxmlformats.org/drawingml/2006/main">
              <a:ext uri="{FF2B5EF4-FFF2-40B4-BE49-F238E27FC236}">
                <a16:creationId xmlns:a16="http://schemas.microsoft.com/office/drawing/2014/main" id="{A7968F06-59FC-497C-B3AF-477479B77C96}"/>
              </a:ext>
            </a:extLst>
          </p:cNvPr>
          <p:cNvCxnSpPr>
            <a:stCxn xmlns:a="http://schemas.openxmlformats.org/drawingml/2006/main" id="18" idx="2"/>
            <a:endCxn xmlns:a="http://schemas.openxmlformats.org/drawingml/2006/main" id="22" idx="0"/>
          </p:cNvCxnSpPr>
          <p:nvPr/>
        </p:nvCxnSpPr>
        <p:spPr>
          <a:xfrm xmlns:a="http://schemas.openxmlformats.org/drawingml/2006/main">
            <a:off x="6063615" y="3268980"/>
            <a:ext cx="2909888" cy="493395"/>
          </a:xfrm>
          <a:prstGeom xmlns:a="http://schemas.openxmlformats.org/drawingml/2006/main" prst="bentConnector4">
            <a:avLst>
              <a:gd name="adj1" fmla="val 0"/>
              <a:gd name="adj2" fmla="val 50000"/>
            </a:avLst>
          </a:prstGeom>
          <a:ln xmlns:a="http://schemas.openxmlformats.org/drawingml/2006/main" w="14288">
            <a:solidFill>
              <a:srgbClr val="687B91"/>
            </a:solidFill>
            <a:tailEnd type="arrow" w="sm" len="sm"/>
          </a:ln>
        </p:spPr>
      </p:cxnSp>
      <p:cxnSp>
        <p:nvCxnSpPr>
          <p:cNvPr id="28" name="">
            <a:extLst xmlns:a="http://schemas.openxmlformats.org/drawingml/2006/main">
              <a:ext uri="{FF2B5EF4-FFF2-40B4-BE49-F238E27FC236}">
                <a16:creationId xmlns:a16="http://schemas.microsoft.com/office/drawing/2014/main" id="{21A4969B-5B89-4D89-B7CC-63BFB45C70F0}"/>
              </a:ext>
            </a:extLst>
          </p:cNvPr>
          <p:cNvCxnSpPr>
            <a:stCxn xmlns:a="http://schemas.openxmlformats.org/drawingml/2006/main" id="18" idx="2"/>
            <a:endCxn xmlns:a="http://schemas.openxmlformats.org/drawingml/2006/main" id="20" idx="0"/>
          </p:cNvCxnSpPr>
          <p:nvPr/>
        </p:nvCxnSpPr>
        <p:spPr>
          <a:xfrm xmlns:a="http://schemas.openxmlformats.org/drawingml/2006/main" flipH="1">
            <a:off x="3153728" y="3268980"/>
            <a:ext cx="2909888" cy="493395"/>
          </a:xfrm>
          <a:prstGeom xmlns:a="http://schemas.openxmlformats.org/drawingml/2006/main" prst="bentConnector4">
            <a:avLst>
              <a:gd name="adj1" fmla="val 0"/>
              <a:gd name="adj2" fmla="val 50000"/>
            </a:avLst>
          </a:prstGeom>
          <a:ln xmlns:a="http://schemas.openxmlformats.org/drawingml/2006/main" w="14288">
            <a:solidFill>
              <a:srgbClr val="687B91"/>
            </a:solidFill>
            <a:tailEnd type="arrow" w="sm" len="sm"/>
          </a:ln>
        </p:spPr>
      </p:cxnSp>
      <p:sp>
        <p:nvSpPr>
          <p:cNvPr id="33" name="day2-62">
            <a:extLst xmlns:a="http://schemas.openxmlformats.org/drawingml/2006/main">
              <a:ext uri="{FF2B5EF4-FFF2-40B4-BE49-F238E27FC236}">
                <a16:creationId xmlns:a16="http://schemas.microsoft.com/office/drawing/2014/main" id="{D42C89A4-B674-443F-9D9B-95C9CD49B3A7}"/>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Shared rules and local context</a:t>
            </a:r>
          </a:p>
        </p:txBody>
      </p:sp>
      <p:sp>
        <p:nvSpPr>
          <p:cNvPr id="2" name="day2-63">
            <a:extLst xmlns:a="http://schemas.openxmlformats.org/drawingml/2006/main">
              <a:ext uri="{FF2B5EF4-FFF2-40B4-BE49-F238E27FC236}">
                <a16:creationId xmlns:a16="http://schemas.microsoft.com/office/drawing/2014/main" id="{B1DAD2E0-67E0-49A4-A3B5-E2F88AC22E89}"/>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64">
            <a:extLst xmlns:a="http://schemas.openxmlformats.org/drawingml/2006/main">
              <a:ext uri="{FF2B5EF4-FFF2-40B4-BE49-F238E27FC236}">
                <a16:creationId xmlns:a16="http://schemas.microsoft.com/office/drawing/2014/main" id="{9B476F79-C3F5-4B60-9889-37C8871EB4A7}"/>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5</a:t>
            </a:r>
          </a:p>
        </p:txBody>
      </p:sp>
      <p:sp>
        <p:nvSpPr>
          <p:cNvPr id="4" name="day2-65">
            <a:extLst xmlns:a="http://schemas.openxmlformats.org/drawingml/2006/main">
              <a:ext uri="{FF2B5EF4-FFF2-40B4-BE49-F238E27FC236}">
                <a16:creationId xmlns:a16="http://schemas.microsoft.com/office/drawing/2014/main" id="{E13D1D6C-DAEF-445F-9225-95D4205F1C5A}"/>
              </a:ext>
            </a:extLst>
          </p:cNvPr>
          <p:cNvSpPr>
            <a:spLocks xmlns:a="http://schemas.openxmlformats.org/drawingml/2006/main" noGrp="1"/>
          </p:cNvSpPr>
          <p:nvPr/>
        </p:nvSpPr>
        <p:spPr>
          <a:xfrm xmlns:a="http://schemas.openxmlformats.org/drawingml/2006/main">
            <a:off x="619125" y="1000125"/>
            <a:ext cx="895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One person handles content and finance without mixing their instructions</a:t>
            </a:r>
          </a:p>
        </p:txBody>
      </p:sp>
      <p:pic>
        <p:nvPicPr>
          <p:cNvPr id="5" name="">
            <a:extLst xmlns:a="http://schemas.openxmlformats.org/drawingml/2006/main">
              <a:ext uri="{FF2B5EF4-FFF2-40B4-BE49-F238E27FC236}">
                <a16:creationId xmlns:a16="http://schemas.microsoft.com/office/drawing/2014/main" id="{23AE5760-62B4-4120-A53B-5E078B4F719B}"/>
              </a:ext>
            </a:extLst>
          </p:cNvPr>
          <p:cNvPicPr>
            <a:picLocks xmlns:a="http://schemas.openxmlformats.org/drawingml/2006/main" noChangeAspect="1"/>
          </p:cNvPicPr>
          <p:nvPr/>
        </p:nvPicPr>
        <p:blipFill>
          <a:blip xmlns:r="http://schemas.openxmlformats.org/officeDocument/2006/relationships" xmlns:a="http://schemas.openxmlformats.org/drawingml/2006/main" r:embed="R9262897a4e7c413f"/>
          <a:stretch xmlns:a="http://schemas.openxmlformats.org/drawingml/2006/main"/>
        </p:blipFill>
        <p:spPr>
          <a:xfrm xmlns:a="http://schemas.openxmlformats.org/drawingml/2006/main">
            <a:off x="9715500" y="963613"/>
            <a:ext cx="1952625" cy="1301750"/>
          </a:xfrm>
          <a:prstGeom xmlns:a="http://schemas.openxmlformats.org/drawingml/2006/main" prst="rect">
            <a:avLst/>
          </a:prstGeom>
        </p:spPr>
      </p:pic>
      <p:sp>
        <p:nvSpPr>
          <p:cNvPr id="6" name="day2-66">
            <a:extLst xmlns:a="http://schemas.openxmlformats.org/drawingml/2006/main">
              <a:ext uri="{FF2B5EF4-FFF2-40B4-BE49-F238E27FC236}">
                <a16:creationId xmlns:a16="http://schemas.microsoft.com/office/drawing/2014/main" id="{1558590A-0300-484E-95F8-8076C38A7003}"/>
              </a:ext>
            </a:extLst>
          </p:cNvPr>
          <p:cNvSpPr>
            <a:spLocks xmlns:a="http://schemas.openxmlformats.org/drawingml/2006/main" noGrp="1"/>
          </p:cNvSpPr>
          <p:nvPr/>
        </p:nvSpPr>
        <p:spPr>
          <a:xfrm xmlns:a="http://schemas.openxmlformats.org/drawingml/2006/main">
            <a:off x="619125" y="1847850"/>
            <a:ext cx="95250" cy="95250"/>
          </a:xfrm>
          <a:prstGeom xmlns:a="http://schemas.openxmlformats.org/drawingml/2006/main" prst="rect">
            <a:avLst/>
          </a:prstGeom>
          <a:solidFill xmlns:a="http://schemas.openxmlformats.org/drawingml/2006/main">
            <a:srgbClr val="3D709F"/>
          </a:solidFill>
          <a:ln xmlns:a="http://schemas.openxmlformats.org/drawingml/2006/main" w="0">
            <a:noFill/>
          </a:ln>
        </p:spPr>
      </p:sp>
      <p:sp>
        <p:nvSpPr>
          <p:cNvPr id="7" name="day2-67">
            <a:extLst xmlns:a="http://schemas.openxmlformats.org/drawingml/2006/main">
              <a:ext uri="{FF2B5EF4-FFF2-40B4-BE49-F238E27FC236}">
                <a16:creationId xmlns:a16="http://schemas.microsoft.com/office/drawing/2014/main" id="{BA5AAFA8-7D2E-448D-B2CE-64E159A8665E}"/>
              </a:ext>
            </a:extLst>
          </p:cNvPr>
          <p:cNvSpPr>
            <a:spLocks xmlns:a="http://schemas.openxmlformats.org/drawingml/2006/main" noGrp="1"/>
          </p:cNvSpPr>
          <p:nvPr/>
        </p:nvSpPr>
        <p:spPr>
          <a:xfrm xmlns:a="http://schemas.openxmlformats.org/drawingml/2006/main">
            <a:off x="8001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D709F"/>
                </a:solidFill>
                <a:latin typeface="Arial"/>
                <a:ea typeface="Arial"/>
                <a:cs typeface="Arial"/>
              </a:defRPr>
            </a:defPPr>
            <a:lvl1pPr algn="l">
              <a:defRPr sz="1425" b="0">
                <a:solidFill>
                  <a:srgbClr val="3D709F"/>
                </a:solidFill>
                <a:latin typeface="Arial"/>
                <a:ea typeface="Arial"/>
                <a:cs typeface="Arial"/>
              </a:defRPr>
            </a:lvl1pPr>
            <a:lvl2pPr algn="l">
              <a:defRPr sz="1425" b="0">
                <a:solidFill>
                  <a:srgbClr val="3D709F"/>
                </a:solidFill>
                <a:latin typeface="Arial"/>
                <a:ea typeface="Arial"/>
                <a:cs typeface="Arial"/>
              </a:defRPr>
            </a:lvl2pPr>
            <a:lvl3pPr algn="l">
              <a:defRPr sz="1425" b="0">
                <a:solidFill>
                  <a:srgbClr val="3D709F"/>
                </a:solidFill>
                <a:latin typeface="Arial"/>
                <a:ea typeface="Arial"/>
                <a:cs typeface="Arial"/>
              </a:defRPr>
            </a:lvl3pPr>
            <a:lvl4pPr algn="l">
              <a:defRPr sz="1425" b="0">
                <a:solidFill>
                  <a:srgbClr val="3D709F"/>
                </a:solidFill>
                <a:latin typeface="Arial"/>
                <a:ea typeface="Arial"/>
                <a:cs typeface="Arial"/>
              </a:defRPr>
            </a:lvl4pPr>
            <a:lvl5pPr algn="l">
              <a:defRPr sz="1425" b="0">
                <a:solidFill>
                  <a:srgbClr val="3D709F"/>
                </a:solidFill>
                <a:latin typeface="Arial"/>
                <a:ea typeface="Arial"/>
                <a:cs typeface="Arial"/>
              </a:defRPr>
            </a:lvl5pPr>
            <a:lvl6pPr algn="l">
              <a:defRPr sz="1425" b="0">
                <a:solidFill>
                  <a:srgbClr val="3D709F"/>
                </a:solidFill>
                <a:latin typeface="Arial"/>
                <a:ea typeface="Arial"/>
                <a:cs typeface="Arial"/>
              </a:defRPr>
            </a:lvl6pPr>
            <a:lvl7pPr algn="l">
              <a:defRPr sz="1425" b="0">
                <a:solidFill>
                  <a:srgbClr val="3D709F"/>
                </a:solidFill>
                <a:latin typeface="Arial"/>
                <a:ea typeface="Arial"/>
                <a:cs typeface="Arial"/>
              </a:defRPr>
            </a:lvl7pPr>
            <a:lvl8pPr algn="l">
              <a:defRPr sz="1425" b="0">
                <a:solidFill>
                  <a:srgbClr val="3D709F"/>
                </a:solidFill>
                <a:latin typeface="Arial"/>
                <a:ea typeface="Arial"/>
                <a:cs typeface="Arial"/>
              </a:defRPr>
            </a:lvl8pPr>
            <a:lvl9pPr algn="l">
              <a:defRPr sz="1425" b="0">
                <a:solidFill>
                  <a:srgbClr val="3D709F"/>
                </a:solidFill>
                <a:latin typeface="Arial"/>
                <a:ea typeface="Arial"/>
                <a:cs typeface="Arial"/>
              </a:defRPr>
            </a:lvl9pPr>
          </a:lstStyle>
          <a:p xmlns:a="http://schemas.openxmlformats.org/drawingml/2006/main">
            <a:pPr algn="l">
              <a:defRPr sz="1425" b="0">
                <a:solidFill>
                  <a:srgbClr val="3D709F"/>
                </a:solidFill>
                <a:latin typeface="Arial"/>
                <a:ea typeface="Arial"/>
                <a:cs typeface="Arial"/>
              </a:defRPr>
            </a:pPr>
            <a:r>
              <a:rPr sz="1425" b="0">
                <a:solidFill>
                  <a:srgbClr val="3D709F"/>
                </a:solidFill>
                <a:latin typeface="Arial"/>
                <a:ea typeface="Arial"/>
                <a:cs typeface="Arial"/>
              </a:rPr>
              <a:t>Inputs</a:t>
            </a:r>
          </a:p>
        </p:txBody>
      </p:sp>
      <p:sp>
        <p:nvSpPr>
          <p:cNvPr id="8" name="day2-68">
            <a:extLst xmlns:a="http://schemas.openxmlformats.org/drawingml/2006/main">
              <a:ext uri="{FF2B5EF4-FFF2-40B4-BE49-F238E27FC236}">
                <a16:creationId xmlns:a16="http://schemas.microsoft.com/office/drawing/2014/main" id="{E49339FE-1D3F-467A-91CE-27D8986E5372}"/>
              </a:ext>
            </a:extLst>
          </p:cNvPr>
          <p:cNvSpPr>
            <a:spLocks xmlns:a="http://schemas.openxmlformats.org/drawingml/2006/main" noGrp="1"/>
          </p:cNvSpPr>
          <p:nvPr/>
        </p:nvSpPr>
        <p:spPr>
          <a:xfrm xmlns:a="http://schemas.openxmlformats.org/drawingml/2006/main">
            <a:off x="2124075" y="1847850"/>
            <a:ext cx="95250" cy="95250"/>
          </a:xfrm>
          <a:prstGeom xmlns:a="http://schemas.openxmlformats.org/drawingml/2006/main" prst="rect">
            <a:avLst/>
          </a:prstGeom>
          <a:solidFill xmlns:a="http://schemas.openxmlformats.org/drawingml/2006/main">
            <a:srgbClr val="7360A1"/>
          </a:solidFill>
          <a:ln xmlns:a="http://schemas.openxmlformats.org/drawingml/2006/main" w="0">
            <a:noFill/>
          </a:ln>
        </p:spPr>
      </p:sp>
      <p:sp>
        <p:nvSpPr>
          <p:cNvPr id="9" name="day2-69">
            <a:extLst xmlns:a="http://schemas.openxmlformats.org/drawingml/2006/main">
              <a:ext uri="{FF2B5EF4-FFF2-40B4-BE49-F238E27FC236}">
                <a16:creationId xmlns:a16="http://schemas.microsoft.com/office/drawing/2014/main" id="{CB9CD2F9-9226-4103-B8CA-93C20C338B48}"/>
              </a:ext>
            </a:extLst>
          </p:cNvPr>
          <p:cNvSpPr>
            <a:spLocks xmlns:a="http://schemas.openxmlformats.org/drawingml/2006/main" noGrp="1"/>
          </p:cNvSpPr>
          <p:nvPr/>
        </p:nvSpPr>
        <p:spPr>
          <a:xfrm xmlns:a="http://schemas.openxmlformats.org/drawingml/2006/main">
            <a:off x="23050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7360A1"/>
                </a:solidFill>
                <a:latin typeface="Arial"/>
                <a:ea typeface="Arial"/>
                <a:cs typeface="Arial"/>
              </a:defRPr>
            </a:defPPr>
            <a:lvl1pPr algn="l">
              <a:defRPr sz="1425" b="0">
                <a:solidFill>
                  <a:srgbClr val="7360A1"/>
                </a:solidFill>
                <a:latin typeface="Arial"/>
                <a:ea typeface="Arial"/>
                <a:cs typeface="Arial"/>
              </a:defRPr>
            </a:lvl1pPr>
            <a:lvl2pPr algn="l">
              <a:defRPr sz="1425" b="0">
                <a:solidFill>
                  <a:srgbClr val="7360A1"/>
                </a:solidFill>
                <a:latin typeface="Arial"/>
                <a:ea typeface="Arial"/>
                <a:cs typeface="Arial"/>
              </a:defRPr>
            </a:lvl2pPr>
            <a:lvl3pPr algn="l">
              <a:defRPr sz="1425" b="0">
                <a:solidFill>
                  <a:srgbClr val="7360A1"/>
                </a:solidFill>
                <a:latin typeface="Arial"/>
                <a:ea typeface="Arial"/>
                <a:cs typeface="Arial"/>
              </a:defRPr>
            </a:lvl3pPr>
            <a:lvl4pPr algn="l">
              <a:defRPr sz="1425" b="0">
                <a:solidFill>
                  <a:srgbClr val="7360A1"/>
                </a:solidFill>
                <a:latin typeface="Arial"/>
                <a:ea typeface="Arial"/>
                <a:cs typeface="Arial"/>
              </a:defRPr>
            </a:lvl4pPr>
            <a:lvl5pPr algn="l">
              <a:defRPr sz="1425" b="0">
                <a:solidFill>
                  <a:srgbClr val="7360A1"/>
                </a:solidFill>
                <a:latin typeface="Arial"/>
                <a:ea typeface="Arial"/>
                <a:cs typeface="Arial"/>
              </a:defRPr>
            </a:lvl5pPr>
            <a:lvl6pPr algn="l">
              <a:defRPr sz="1425" b="0">
                <a:solidFill>
                  <a:srgbClr val="7360A1"/>
                </a:solidFill>
                <a:latin typeface="Arial"/>
                <a:ea typeface="Arial"/>
                <a:cs typeface="Arial"/>
              </a:defRPr>
            </a:lvl6pPr>
            <a:lvl7pPr algn="l">
              <a:defRPr sz="1425" b="0">
                <a:solidFill>
                  <a:srgbClr val="7360A1"/>
                </a:solidFill>
                <a:latin typeface="Arial"/>
                <a:ea typeface="Arial"/>
                <a:cs typeface="Arial"/>
              </a:defRPr>
            </a:lvl7pPr>
            <a:lvl8pPr algn="l">
              <a:defRPr sz="1425" b="0">
                <a:solidFill>
                  <a:srgbClr val="7360A1"/>
                </a:solidFill>
                <a:latin typeface="Arial"/>
                <a:ea typeface="Arial"/>
                <a:cs typeface="Arial"/>
              </a:defRPr>
            </a:lvl8pPr>
            <a:lvl9pPr algn="l">
              <a:defRPr sz="1425" b="0">
                <a:solidFill>
                  <a:srgbClr val="7360A1"/>
                </a:solidFill>
                <a:latin typeface="Arial"/>
                <a:ea typeface="Arial"/>
                <a:cs typeface="Arial"/>
              </a:defRPr>
            </a:lvl9pPr>
          </a:lstStyle>
          <a:p xmlns:a="http://schemas.openxmlformats.org/drawingml/2006/main">
            <a:pPr algn="l">
              <a:defRPr sz="1425" b="0">
                <a:solidFill>
                  <a:srgbClr val="7360A1"/>
                </a:solidFill>
                <a:latin typeface="Arial"/>
                <a:ea typeface="Arial"/>
                <a:cs typeface="Arial"/>
              </a:defRPr>
            </a:pPr>
            <a:r>
              <a:rPr sz="1425" b="0">
                <a:solidFill>
                  <a:srgbClr val="7360A1"/>
                </a:solidFill>
                <a:latin typeface="Arial"/>
                <a:ea typeface="Arial"/>
                <a:cs typeface="Arial"/>
              </a:rPr>
              <a:t>Rules</a:t>
            </a:r>
          </a:p>
        </p:txBody>
      </p:sp>
      <p:sp>
        <p:nvSpPr>
          <p:cNvPr id="10" name="day2-70">
            <a:extLst xmlns:a="http://schemas.openxmlformats.org/drawingml/2006/main">
              <a:ext uri="{FF2B5EF4-FFF2-40B4-BE49-F238E27FC236}">
                <a16:creationId xmlns:a16="http://schemas.microsoft.com/office/drawing/2014/main" id="{383FB9B7-3285-4D51-B22A-E4E08CDFFE95}"/>
              </a:ext>
            </a:extLst>
          </p:cNvPr>
          <p:cNvSpPr>
            <a:spLocks xmlns:a="http://schemas.openxmlformats.org/drawingml/2006/main" noGrp="1"/>
          </p:cNvSpPr>
          <p:nvPr/>
        </p:nvSpPr>
        <p:spPr>
          <a:xfrm xmlns:a="http://schemas.openxmlformats.org/drawingml/2006/main">
            <a:off x="3629025" y="1847850"/>
            <a:ext cx="95250" cy="95250"/>
          </a:xfrm>
          <a:prstGeom xmlns:a="http://schemas.openxmlformats.org/drawingml/2006/main" prst="rect">
            <a:avLst/>
          </a:prstGeom>
          <a:solidFill xmlns:a="http://schemas.openxmlformats.org/drawingml/2006/main">
            <a:srgbClr val="9D752B"/>
          </a:solidFill>
          <a:ln xmlns:a="http://schemas.openxmlformats.org/drawingml/2006/main" w="0">
            <a:noFill/>
          </a:ln>
        </p:spPr>
      </p:sp>
      <p:sp>
        <p:nvSpPr>
          <p:cNvPr id="11" name="day2-71">
            <a:extLst xmlns:a="http://schemas.openxmlformats.org/drawingml/2006/main">
              <a:ext uri="{FF2B5EF4-FFF2-40B4-BE49-F238E27FC236}">
                <a16:creationId xmlns:a16="http://schemas.microsoft.com/office/drawing/2014/main" id="{FF54D6AC-A8BC-4A03-BFAC-ABDE4528E32A}"/>
              </a:ext>
            </a:extLst>
          </p:cNvPr>
          <p:cNvSpPr>
            <a:spLocks xmlns:a="http://schemas.openxmlformats.org/drawingml/2006/main" noGrp="1"/>
          </p:cNvSpPr>
          <p:nvPr/>
        </p:nvSpPr>
        <p:spPr>
          <a:xfrm xmlns:a="http://schemas.openxmlformats.org/drawingml/2006/main">
            <a:off x="38100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9D752B"/>
                </a:solidFill>
                <a:latin typeface="Arial"/>
                <a:ea typeface="Arial"/>
                <a:cs typeface="Arial"/>
              </a:defRPr>
            </a:defPPr>
            <a:lvl1pPr algn="l">
              <a:defRPr sz="1425" b="0">
                <a:solidFill>
                  <a:srgbClr val="9D752B"/>
                </a:solidFill>
                <a:latin typeface="Arial"/>
                <a:ea typeface="Arial"/>
                <a:cs typeface="Arial"/>
              </a:defRPr>
            </a:lvl1pPr>
            <a:lvl2pPr algn="l">
              <a:defRPr sz="1425" b="0">
                <a:solidFill>
                  <a:srgbClr val="9D752B"/>
                </a:solidFill>
                <a:latin typeface="Arial"/>
                <a:ea typeface="Arial"/>
                <a:cs typeface="Arial"/>
              </a:defRPr>
            </a:lvl2pPr>
            <a:lvl3pPr algn="l">
              <a:defRPr sz="1425" b="0">
                <a:solidFill>
                  <a:srgbClr val="9D752B"/>
                </a:solidFill>
                <a:latin typeface="Arial"/>
                <a:ea typeface="Arial"/>
                <a:cs typeface="Arial"/>
              </a:defRPr>
            </a:lvl3pPr>
            <a:lvl4pPr algn="l">
              <a:defRPr sz="1425" b="0">
                <a:solidFill>
                  <a:srgbClr val="9D752B"/>
                </a:solidFill>
                <a:latin typeface="Arial"/>
                <a:ea typeface="Arial"/>
                <a:cs typeface="Arial"/>
              </a:defRPr>
            </a:lvl4pPr>
            <a:lvl5pPr algn="l">
              <a:defRPr sz="1425" b="0">
                <a:solidFill>
                  <a:srgbClr val="9D752B"/>
                </a:solidFill>
                <a:latin typeface="Arial"/>
                <a:ea typeface="Arial"/>
                <a:cs typeface="Arial"/>
              </a:defRPr>
            </a:lvl5pPr>
            <a:lvl6pPr algn="l">
              <a:defRPr sz="1425" b="0">
                <a:solidFill>
                  <a:srgbClr val="9D752B"/>
                </a:solidFill>
                <a:latin typeface="Arial"/>
                <a:ea typeface="Arial"/>
                <a:cs typeface="Arial"/>
              </a:defRPr>
            </a:lvl6pPr>
            <a:lvl7pPr algn="l">
              <a:defRPr sz="1425" b="0">
                <a:solidFill>
                  <a:srgbClr val="9D752B"/>
                </a:solidFill>
                <a:latin typeface="Arial"/>
                <a:ea typeface="Arial"/>
                <a:cs typeface="Arial"/>
              </a:defRPr>
            </a:lvl7pPr>
            <a:lvl8pPr algn="l">
              <a:defRPr sz="1425" b="0">
                <a:solidFill>
                  <a:srgbClr val="9D752B"/>
                </a:solidFill>
                <a:latin typeface="Arial"/>
                <a:ea typeface="Arial"/>
                <a:cs typeface="Arial"/>
              </a:defRPr>
            </a:lvl8pPr>
            <a:lvl9pPr algn="l">
              <a:defRPr sz="1425" b="0">
                <a:solidFill>
                  <a:srgbClr val="9D752B"/>
                </a:solidFill>
                <a:latin typeface="Arial"/>
                <a:ea typeface="Arial"/>
                <a:cs typeface="Arial"/>
              </a:defRPr>
            </a:lvl9pPr>
          </a:lstStyle>
          <a:p xmlns:a="http://schemas.openxmlformats.org/drawingml/2006/main">
            <a:pPr algn="l">
              <a:defRPr sz="1425" b="0">
                <a:solidFill>
                  <a:srgbClr val="9D752B"/>
                </a:solidFill>
                <a:latin typeface="Arial"/>
                <a:ea typeface="Arial"/>
                <a:cs typeface="Arial"/>
              </a:defRPr>
            </a:pPr>
            <a:r>
              <a:rPr sz="1425" b="0">
                <a:solidFill>
                  <a:srgbClr val="9D752B"/>
                </a:solidFill>
                <a:latin typeface="Arial"/>
                <a:ea typeface="Arial"/>
                <a:cs typeface="Arial"/>
              </a:rPr>
              <a:t>Method</a:t>
            </a:r>
          </a:p>
        </p:txBody>
      </p:sp>
      <p:sp>
        <p:nvSpPr>
          <p:cNvPr id="12" name="day2-72">
            <a:extLst xmlns:a="http://schemas.openxmlformats.org/drawingml/2006/main">
              <a:ext uri="{FF2B5EF4-FFF2-40B4-BE49-F238E27FC236}">
                <a16:creationId xmlns:a16="http://schemas.microsoft.com/office/drawing/2014/main" id="{7D930A07-9FA2-4535-A11A-9701BF523E01}"/>
              </a:ext>
            </a:extLst>
          </p:cNvPr>
          <p:cNvSpPr>
            <a:spLocks xmlns:a="http://schemas.openxmlformats.org/drawingml/2006/main" noGrp="1"/>
          </p:cNvSpPr>
          <p:nvPr/>
        </p:nvSpPr>
        <p:spPr>
          <a:xfrm xmlns:a="http://schemas.openxmlformats.org/drawingml/2006/main">
            <a:off x="5133975" y="1847850"/>
            <a:ext cx="95250" cy="95250"/>
          </a:xfrm>
          <a:prstGeom xmlns:a="http://schemas.openxmlformats.org/drawingml/2006/main" prst="rect">
            <a:avLst/>
          </a:prstGeom>
          <a:solidFill xmlns:a="http://schemas.openxmlformats.org/drawingml/2006/main">
            <a:srgbClr val="5F7289"/>
          </a:solidFill>
          <a:ln xmlns:a="http://schemas.openxmlformats.org/drawingml/2006/main" w="0">
            <a:noFill/>
          </a:ln>
        </p:spPr>
      </p:sp>
      <p:sp>
        <p:nvSpPr>
          <p:cNvPr id="13" name="day2-73">
            <a:extLst xmlns:a="http://schemas.openxmlformats.org/drawingml/2006/main">
              <a:ext uri="{FF2B5EF4-FFF2-40B4-BE49-F238E27FC236}">
                <a16:creationId xmlns:a16="http://schemas.microsoft.com/office/drawing/2014/main" id="{B84516FF-D711-4E1B-8779-DE8653873AD5}"/>
              </a:ext>
            </a:extLst>
          </p:cNvPr>
          <p:cNvSpPr>
            <a:spLocks xmlns:a="http://schemas.openxmlformats.org/drawingml/2006/main" noGrp="1"/>
          </p:cNvSpPr>
          <p:nvPr/>
        </p:nvSpPr>
        <p:spPr>
          <a:xfrm xmlns:a="http://schemas.openxmlformats.org/drawingml/2006/main">
            <a:off x="53149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5F7289"/>
                </a:solidFill>
                <a:latin typeface="Arial"/>
                <a:ea typeface="Arial"/>
                <a:cs typeface="Arial"/>
              </a:defRPr>
            </a:defPPr>
            <a:lvl1pPr algn="l">
              <a:defRPr sz="1425" b="0">
                <a:solidFill>
                  <a:srgbClr val="5F7289"/>
                </a:solidFill>
                <a:latin typeface="Arial"/>
                <a:ea typeface="Arial"/>
                <a:cs typeface="Arial"/>
              </a:defRPr>
            </a:lvl1pPr>
            <a:lvl2pPr algn="l">
              <a:defRPr sz="1425" b="0">
                <a:solidFill>
                  <a:srgbClr val="5F7289"/>
                </a:solidFill>
                <a:latin typeface="Arial"/>
                <a:ea typeface="Arial"/>
                <a:cs typeface="Arial"/>
              </a:defRPr>
            </a:lvl2pPr>
            <a:lvl3pPr algn="l">
              <a:defRPr sz="1425" b="0">
                <a:solidFill>
                  <a:srgbClr val="5F7289"/>
                </a:solidFill>
                <a:latin typeface="Arial"/>
                <a:ea typeface="Arial"/>
                <a:cs typeface="Arial"/>
              </a:defRPr>
            </a:lvl3pPr>
            <a:lvl4pPr algn="l">
              <a:defRPr sz="1425" b="0">
                <a:solidFill>
                  <a:srgbClr val="5F7289"/>
                </a:solidFill>
                <a:latin typeface="Arial"/>
                <a:ea typeface="Arial"/>
                <a:cs typeface="Arial"/>
              </a:defRPr>
            </a:lvl4pPr>
            <a:lvl5pPr algn="l">
              <a:defRPr sz="1425" b="0">
                <a:solidFill>
                  <a:srgbClr val="5F7289"/>
                </a:solidFill>
                <a:latin typeface="Arial"/>
                <a:ea typeface="Arial"/>
                <a:cs typeface="Arial"/>
              </a:defRPr>
            </a:lvl5pPr>
            <a:lvl6pPr algn="l">
              <a:defRPr sz="1425" b="0">
                <a:solidFill>
                  <a:srgbClr val="5F7289"/>
                </a:solidFill>
                <a:latin typeface="Arial"/>
                <a:ea typeface="Arial"/>
                <a:cs typeface="Arial"/>
              </a:defRPr>
            </a:lvl6pPr>
            <a:lvl7pPr algn="l">
              <a:defRPr sz="1425" b="0">
                <a:solidFill>
                  <a:srgbClr val="5F7289"/>
                </a:solidFill>
                <a:latin typeface="Arial"/>
                <a:ea typeface="Arial"/>
                <a:cs typeface="Arial"/>
              </a:defRPr>
            </a:lvl7pPr>
            <a:lvl8pPr algn="l">
              <a:defRPr sz="1425" b="0">
                <a:solidFill>
                  <a:srgbClr val="5F7289"/>
                </a:solidFill>
                <a:latin typeface="Arial"/>
                <a:ea typeface="Arial"/>
                <a:cs typeface="Arial"/>
              </a:defRPr>
            </a:lvl8pPr>
            <a:lvl9pPr algn="l">
              <a:defRPr sz="1425" b="0">
                <a:solidFill>
                  <a:srgbClr val="5F7289"/>
                </a:solidFill>
                <a:latin typeface="Arial"/>
                <a:ea typeface="Arial"/>
                <a:cs typeface="Arial"/>
              </a:defRPr>
            </a:lvl9pPr>
          </a:lstStyle>
          <a:p xmlns:a="http://schemas.openxmlformats.org/drawingml/2006/main">
            <a:pPr algn="l">
              <a:defRPr sz="1425" b="0">
                <a:solidFill>
                  <a:srgbClr val="5F7289"/>
                </a:solidFill>
                <a:latin typeface="Arial"/>
                <a:ea typeface="Arial"/>
                <a:cs typeface="Arial"/>
              </a:defRPr>
            </a:pPr>
            <a:r>
              <a:rPr sz="1425" b="0">
                <a:solidFill>
                  <a:srgbClr val="5F7289"/>
                </a:solidFill>
                <a:latin typeface="Arial"/>
                <a:ea typeface="Arial"/>
                <a:cs typeface="Arial"/>
              </a:rPr>
              <a:t>Tools</a:t>
            </a:r>
          </a:p>
        </p:txBody>
      </p:sp>
      <p:sp>
        <p:nvSpPr>
          <p:cNvPr id="14" name="day2-74">
            <a:extLst xmlns:a="http://schemas.openxmlformats.org/drawingml/2006/main">
              <a:ext uri="{FF2B5EF4-FFF2-40B4-BE49-F238E27FC236}">
                <a16:creationId xmlns:a16="http://schemas.microsoft.com/office/drawing/2014/main" id="{11AFD374-5CCC-48EA-AD39-3DC59128E9E8}"/>
              </a:ext>
            </a:extLst>
          </p:cNvPr>
          <p:cNvSpPr>
            <a:spLocks xmlns:a="http://schemas.openxmlformats.org/drawingml/2006/main" noGrp="1"/>
          </p:cNvSpPr>
          <p:nvPr/>
        </p:nvSpPr>
        <p:spPr>
          <a:xfrm xmlns:a="http://schemas.openxmlformats.org/drawingml/2006/main">
            <a:off x="6638925" y="1847850"/>
            <a:ext cx="95250" cy="95250"/>
          </a:xfrm>
          <a:prstGeom xmlns:a="http://schemas.openxmlformats.org/drawingml/2006/main" prst="rect">
            <a:avLst/>
          </a:prstGeom>
          <a:solidFill xmlns:a="http://schemas.openxmlformats.org/drawingml/2006/main">
            <a:srgbClr val="327D6B"/>
          </a:solidFill>
          <a:ln xmlns:a="http://schemas.openxmlformats.org/drawingml/2006/main" w="0">
            <a:noFill/>
          </a:ln>
        </p:spPr>
      </p:sp>
      <p:sp>
        <p:nvSpPr>
          <p:cNvPr id="15" name="day2-75">
            <a:extLst xmlns:a="http://schemas.openxmlformats.org/drawingml/2006/main">
              <a:ext uri="{FF2B5EF4-FFF2-40B4-BE49-F238E27FC236}">
                <a16:creationId xmlns:a16="http://schemas.microsoft.com/office/drawing/2014/main" id="{5B8A3F40-DAF7-42D3-941C-621F1E935F7C}"/>
              </a:ext>
            </a:extLst>
          </p:cNvPr>
          <p:cNvSpPr>
            <a:spLocks xmlns:a="http://schemas.openxmlformats.org/drawingml/2006/main" noGrp="1"/>
          </p:cNvSpPr>
          <p:nvPr/>
        </p:nvSpPr>
        <p:spPr>
          <a:xfrm xmlns:a="http://schemas.openxmlformats.org/drawingml/2006/main">
            <a:off x="68199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27D6B"/>
                </a:solidFill>
                <a:latin typeface="Arial"/>
                <a:ea typeface="Arial"/>
                <a:cs typeface="Arial"/>
              </a:defRPr>
            </a:defPPr>
            <a:lvl1pPr algn="l">
              <a:defRPr sz="1425" b="0">
                <a:solidFill>
                  <a:srgbClr val="327D6B"/>
                </a:solidFill>
                <a:latin typeface="Arial"/>
                <a:ea typeface="Arial"/>
                <a:cs typeface="Arial"/>
              </a:defRPr>
            </a:lvl1pPr>
            <a:lvl2pPr algn="l">
              <a:defRPr sz="1425" b="0">
                <a:solidFill>
                  <a:srgbClr val="327D6B"/>
                </a:solidFill>
                <a:latin typeface="Arial"/>
                <a:ea typeface="Arial"/>
                <a:cs typeface="Arial"/>
              </a:defRPr>
            </a:lvl2pPr>
            <a:lvl3pPr algn="l">
              <a:defRPr sz="1425" b="0">
                <a:solidFill>
                  <a:srgbClr val="327D6B"/>
                </a:solidFill>
                <a:latin typeface="Arial"/>
                <a:ea typeface="Arial"/>
                <a:cs typeface="Arial"/>
              </a:defRPr>
            </a:lvl3pPr>
            <a:lvl4pPr algn="l">
              <a:defRPr sz="1425" b="0">
                <a:solidFill>
                  <a:srgbClr val="327D6B"/>
                </a:solidFill>
                <a:latin typeface="Arial"/>
                <a:ea typeface="Arial"/>
                <a:cs typeface="Arial"/>
              </a:defRPr>
            </a:lvl4pPr>
            <a:lvl5pPr algn="l">
              <a:defRPr sz="1425" b="0">
                <a:solidFill>
                  <a:srgbClr val="327D6B"/>
                </a:solidFill>
                <a:latin typeface="Arial"/>
                <a:ea typeface="Arial"/>
                <a:cs typeface="Arial"/>
              </a:defRPr>
            </a:lvl5pPr>
            <a:lvl6pPr algn="l">
              <a:defRPr sz="1425" b="0">
                <a:solidFill>
                  <a:srgbClr val="327D6B"/>
                </a:solidFill>
                <a:latin typeface="Arial"/>
                <a:ea typeface="Arial"/>
                <a:cs typeface="Arial"/>
              </a:defRPr>
            </a:lvl6pPr>
            <a:lvl7pPr algn="l">
              <a:defRPr sz="1425" b="0">
                <a:solidFill>
                  <a:srgbClr val="327D6B"/>
                </a:solidFill>
                <a:latin typeface="Arial"/>
                <a:ea typeface="Arial"/>
                <a:cs typeface="Arial"/>
              </a:defRPr>
            </a:lvl7pPr>
            <a:lvl8pPr algn="l">
              <a:defRPr sz="1425" b="0">
                <a:solidFill>
                  <a:srgbClr val="327D6B"/>
                </a:solidFill>
                <a:latin typeface="Arial"/>
                <a:ea typeface="Arial"/>
                <a:cs typeface="Arial"/>
              </a:defRPr>
            </a:lvl8pPr>
            <a:lvl9pPr algn="l">
              <a:defRPr sz="1425" b="0">
                <a:solidFill>
                  <a:srgbClr val="327D6B"/>
                </a:solidFill>
                <a:latin typeface="Arial"/>
                <a:ea typeface="Arial"/>
                <a:cs typeface="Arial"/>
              </a:defRPr>
            </a:lvl9pPr>
          </a:lstStyle>
          <a:p xmlns:a="http://schemas.openxmlformats.org/drawingml/2006/main">
            <a:pPr algn="l">
              <a:defRPr sz="1425" b="0">
                <a:solidFill>
                  <a:srgbClr val="327D6B"/>
                </a:solidFill>
                <a:latin typeface="Arial"/>
                <a:ea typeface="Arial"/>
                <a:cs typeface="Arial"/>
              </a:defRPr>
            </a:pPr>
            <a:r>
              <a:rPr sz="1425" b="0">
                <a:solidFill>
                  <a:srgbClr val="327D6B"/>
                </a:solidFill>
                <a:latin typeface="Arial"/>
                <a:ea typeface="Arial"/>
                <a:cs typeface="Arial"/>
              </a:rPr>
              <a:t>Output</a:t>
            </a:r>
          </a:p>
        </p:txBody>
      </p:sp>
      <p:sp>
        <p:nvSpPr>
          <p:cNvPr id="16" name="day2-76">
            <a:extLst xmlns:a="http://schemas.openxmlformats.org/drawingml/2006/main">
              <a:ext uri="{FF2B5EF4-FFF2-40B4-BE49-F238E27FC236}">
                <a16:creationId xmlns:a16="http://schemas.microsoft.com/office/drawing/2014/main" id="{B78ED1FA-1B44-4ED1-95CC-32B80929F526}"/>
              </a:ext>
            </a:extLst>
          </p:cNvPr>
          <p:cNvSpPr>
            <a:spLocks xmlns:a="http://schemas.openxmlformats.org/drawingml/2006/main" noGrp="1"/>
          </p:cNvSpPr>
          <p:nvPr/>
        </p:nvSpPr>
        <p:spPr>
          <a:xfrm xmlns:a="http://schemas.openxmlformats.org/drawingml/2006/main">
            <a:off x="8143875" y="1847850"/>
            <a:ext cx="95250" cy="95250"/>
          </a:xfrm>
          <a:prstGeom xmlns:a="http://schemas.openxmlformats.org/drawingml/2006/main" prst="rect">
            <a:avLst/>
          </a:prstGeom>
          <a:solidFill xmlns:a="http://schemas.openxmlformats.org/drawingml/2006/main">
            <a:srgbClr val="AC6154"/>
          </a:solidFill>
          <a:ln xmlns:a="http://schemas.openxmlformats.org/drawingml/2006/main" w="0">
            <a:noFill/>
          </a:ln>
        </p:spPr>
      </p:sp>
      <p:sp>
        <p:nvSpPr>
          <p:cNvPr id="17" name="day2-77">
            <a:extLst xmlns:a="http://schemas.openxmlformats.org/drawingml/2006/main">
              <a:ext uri="{FF2B5EF4-FFF2-40B4-BE49-F238E27FC236}">
                <a16:creationId xmlns:a16="http://schemas.microsoft.com/office/drawing/2014/main" id="{304EF680-9649-4940-86F5-1BBEC553EC4E}"/>
              </a:ext>
            </a:extLst>
          </p:cNvPr>
          <p:cNvSpPr>
            <a:spLocks xmlns:a="http://schemas.openxmlformats.org/drawingml/2006/main" noGrp="1"/>
          </p:cNvSpPr>
          <p:nvPr/>
        </p:nvSpPr>
        <p:spPr>
          <a:xfrm xmlns:a="http://schemas.openxmlformats.org/drawingml/2006/main">
            <a:off x="83248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AC6154"/>
                </a:solidFill>
                <a:latin typeface="Arial"/>
                <a:ea typeface="Arial"/>
                <a:cs typeface="Arial"/>
              </a:defRPr>
            </a:defPPr>
            <a:lvl1pPr algn="l">
              <a:defRPr sz="1425" b="0">
                <a:solidFill>
                  <a:srgbClr val="AC6154"/>
                </a:solidFill>
                <a:latin typeface="Arial"/>
                <a:ea typeface="Arial"/>
                <a:cs typeface="Arial"/>
              </a:defRPr>
            </a:lvl1pPr>
            <a:lvl2pPr algn="l">
              <a:defRPr sz="1425" b="0">
                <a:solidFill>
                  <a:srgbClr val="AC6154"/>
                </a:solidFill>
                <a:latin typeface="Arial"/>
                <a:ea typeface="Arial"/>
                <a:cs typeface="Arial"/>
              </a:defRPr>
            </a:lvl2pPr>
            <a:lvl3pPr algn="l">
              <a:defRPr sz="1425" b="0">
                <a:solidFill>
                  <a:srgbClr val="AC6154"/>
                </a:solidFill>
                <a:latin typeface="Arial"/>
                <a:ea typeface="Arial"/>
                <a:cs typeface="Arial"/>
              </a:defRPr>
            </a:lvl3pPr>
            <a:lvl4pPr algn="l">
              <a:defRPr sz="1425" b="0">
                <a:solidFill>
                  <a:srgbClr val="AC6154"/>
                </a:solidFill>
                <a:latin typeface="Arial"/>
                <a:ea typeface="Arial"/>
                <a:cs typeface="Arial"/>
              </a:defRPr>
            </a:lvl4pPr>
            <a:lvl5pPr algn="l">
              <a:defRPr sz="1425" b="0">
                <a:solidFill>
                  <a:srgbClr val="AC6154"/>
                </a:solidFill>
                <a:latin typeface="Arial"/>
                <a:ea typeface="Arial"/>
                <a:cs typeface="Arial"/>
              </a:defRPr>
            </a:lvl5pPr>
            <a:lvl6pPr algn="l">
              <a:defRPr sz="1425" b="0">
                <a:solidFill>
                  <a:srgbClr val="AC6154"/>
                </a:solidFill>
                <a:latin typeface="Arial"/>
                <a:ea typeface="Arial"/>
                <a:cs typeface="Arial"/>
              </a:defRPr>
            </a:lvl6pPr>
            <a:lvl7pPr algn="l">
              <a:defRPr sz="1425" b="0">
                <a:solidFill>
                  <a:srgbClr val="AC6154"/>
                </a:solidFill>
                <a:latin typeface="Arial"/>
                <a:ea typeface="Arial"/>
                <a:cs typeface="Arial"/>
              </a:defRPr>
            </a:lvl7pPr>
            <a:lvl8pPr algn="l">
              <a:defRPr sz="1425" b="0">
                <a:solidFill>
                  <a:srgbClr val="AC6154"/>
                </a:solidFill>
                <a:latin typeface="Arial"/>
                <a:ea typeface="Arial"/>
                <a:cs typeface="Arial"/>
              </a:defRPr>
            </a:lvl8pPr>
            <a:lvl9pPr algn="l">
              <a:defRPr sz="1425" b="0">
                <a:solidFill>
                  <a:srgbClr val="AC6154"/>
                </a:solidFill>
                <a:latin typeface="Arial"/>
                <a:ea typeface="Arial"/>
                <a:cs typeface="Arial"/>
              </a:defRPr>
            </a:lvl9pPr>
          </a:lstStyle>
          <a:p xmlns:a="http://schemas.openxmlformats.org/drawingml/2006/main">
            <a:pPr algn="l">
              <a:defRPr sz="1425" b="0">
                <a:solidFill>
                  <a:srgbClr val="AC6154"/>
                </a:solidFill>
                <a:latin typeface="Arial"/>
                <a:ea typeface="Arial"/>
                <a:cs typeface="Arial"/>
              </a:defRPr>
            </a:pPr>
            <a:r>
              <a:rPr sz="1425" b="0">
                <a:solidFill>
                  <a:srgbClr val="AC6154"/>
                </a:solidFill>
                <a:latin typeface="Arial"/>
                <a:ea typeface="Arial"/>
                <a:cs typeface="Arial"/>
              </a:rPr>
              <a:t>Review</a:t>
            </a:r>
          </a:p>
        </p:txBody>
      </p:sp>
      <p:sp>
        <p:nvSpPr>
          <p:cNvPr id="18" name="day2-78">
            <a:extLst xmlns:a="http://schemas.openxmlformats.org/drawingml/2006/main">
              <a:ext uri="{FF2B5EF4-FFF2-40B4-BE49-F238E27FC236}">
                <a16:creationId xmlns:a16="http://schemas.microsoft.com/office/drawing/2014/main" id="{B8920EF9-B3A5-45C8-B4AC-06B032FA4EB2}"/>
              </a:ext>
            </a:extLst>
          </p:cNvPr>
          <p:cNvSpPr>
            <a:spLocks xmlns:a="http://schemas.openxmlformats.org/drawingml/2006/main" noGrp="1"/>
          </p:cNvSpPr>
          <p:nvPr/>
        </p:nvSpPr>
        <p:spPr>
          <a:xfrm xmlns:a="http://schemas.openxmlformats.org/drawingml/2006/main">
            <a:off x="4451985" y="2352675"/>
            <a:ext cx="3223260" cy="916305"/>
          </a:xfrm>
          <a:prstGeom xmlns:a="http://schemas.openxmlformats.org/drawingml/2006/main" prst="roundRect">
            <a:avLst>
              <a:gd name="adj" fmla="val 8316"/>
            </a:avLst>
          </a:prstGeom>
          <a:solidFill xmlns:a="http://schemas.openxmlformats.org/drawingml/2006/main">
            <a:srgbClr val="F0ECFC"/>
          </a:solidFill>
          <a:ln xmlns:a="http://schemas.openxmlformats.org/drawingml/2006/main" w="14288">
            <a:solidFill>
              <a:srgbClr val="7360A1"/>
            </a:solidFill>
          </a:ln>
        </p:spPr>
      </p:sp>
      <p:sp>
        <p:nvSpPr>
          <p:cNvPr id="19" name="day2-79">
            <a:extLst xmlns:a="http://schemas.openxmlformats.org/drawingml/2006/main">
              <a:ext uri="{FF2B5EF4-FFF2-40B4-BE49-F238E27FC236}">
                <a16:creationId xmlns:a16="http://schemas.microsoft.com/office/drawing/2014/main" id="{A5A580B1-31A5-4B2C-8F44-EAF385093F8A}"/>
              </a:ext>
            </a:extLst>
          </p:cNvPr>
          <p:cNvSpPr>
            <a:spLocks xmlns:a="http://schemas.openxmlformats.org/drawingml/2006/main" noGrp="1"/>
          </p:cNvSpPr>
          <p:nvPr/>
        </p:nvSpPr>
        <p:spPr>
          <a:xfrm xmlns:a="http://schemas.openxmlformats.org/drawingml/2006/main">
            <a:off x="4547235" y="2400300"/>
            <a:ext cx="3032760" cy="821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Shared guidance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Writing preferences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How to handle uncertainty</a:t>
            </a:r>
          </a:p>
        </p:txBody>
      </p:sp>
      <p:sp>
        <p:nvSpPr>
          <p:cNvPr id="20" name="day2-80">
            <a:extLst xmlns:a="http://schemas.openxmlformats.org/drawingml/2006/main">
              <a:ext uri="{FF2B5EF4-FFF2-40B4-BE49-F238E27FC236}">
                <a16:creationId xmlns:a16="http://schemas.microsoft.com/office/drawing/2014/main" id="{46CEF0F6-A756-446C-B293-03BA1FF32163}"/>
              </a:ext>
            </a:extLst>
          </p:cNvPr>
          <p:cNvSpPr>
            <a:spLocks xmlns:a="http://schemas.openxmlformats.org/drawingml/2006/main" noGrp="1"/>
          </p:cNvSpPr>
          <p:nvPr/>
        </p:nvSpPr>
        <p:spPr>
          <a:xfrm xmlns:a="http://schemas.openxmlformats.org/drawingml/2006/main">
            <a:off x="960120" y="3762375"/>
            <a:ext cx="4387215" cy="881063"/>
          </a:xfrm>
          <a:prstGeom xmlns:a="http://schemas.openxmlformats.org/drawingml/2006/main" prst="roundRect">
            <a:avLst>
              <a:gd name="adj" fmla="val 8649"/>
            </a:avLst>
          </a:prstGeom>
          <a:solidFill xmlns:a="http://schemas.openxmlformats.org/drawingml/2006/main">
            <a:srgbClr val="EAF3FC"/>
          </a:solidFill>
          <a:ln xmlns:a="http://schemas.openxmlformats.org/drawingml/2006/main" w="14288">
            <a:solidFill>
              <a:srgbClr val="3D709F"/>
            </a:solidFill>
          </a:ln>
        </p:spPr>
      </p:sp>
      <p:sp>
        <p:nvSpPr>
          <p:cNvPr id="21" name="day2-81">
            <a:extLst xmlns:a="http://schemas.openxmlformats.org/drawingml/2006/main">
              <a:ext uri="{FF2B5EF4-FFF2-40B4-BE49-F238E27FC236}">
                <a16:creationId xmlns:a16="http://schemas.microsoft.com/office/drawing/2014/main" id="{BA4A89E2-4B8F-44A8-A2D5-8E6E16CA1689}"/>
              </a:ext>
            </a:extLst>
          </p:cNvPr>
          <p:cNvSpPr>
            <a:spLocks xmlns:a="http://schemas.openxmlformats.org/drawingml/2006/main" noGrp="1"/>
          </p:cNvSpPr>
          <p:nvPr/>
        </p:nvSpPr>
        <p:spPr>
          <a:xfrm xmlns:a="http://schemas.openxmlformats.org/drawingml/2006/main">
            <a:off x="1055370" y="3810000"/>
            <a:ext cx="4196715" cy="785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Content workspace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Brand voice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Approved claims</a:t>
            </a:r>
          </a:p>
        </p:txBody>
      </p:sp>
      <p:sp>
        <p:nvSpPr>
          <p:cNvPr id="22" name="day2-82">
            <a:extLst xmlns:a="http://schemas.openxmlformats.org/drawingml/2006/main">
              <a:ext uri="{FF2B5EF4-FFF2-40B4-BE49-F238E27FC236}">
                <a16:creationId xmlns:a16="http://schemas.microsoft.com/office/drawing/2014/main" id="{3D20CC12-DBB5-45EF-8A95-4834AD50C09F}"/>
              </a:ext>
            </a:extLst>
          </p:cNvPr>
          <p:cNvSpPr>
            <a:spLocks xmlns:a="http://schemas.openxmlformats.org/drawingml/2006/main" noGrp="1"/>
          </p:cNvSpPr>
          <p:nvPr/>
        </p:nvSpPr>
        <p:spPr>
          <a:xfrm xmlns:a="http://schemas.openxmlformats.org/drawingml/2006/main">
            <a:off x="6779895" y="3762375"/>
            <a:ext cx="4387215" cy="881063"/>
          </a:xfrm>
          <a:prstGeom xmlns:a="http://schemas.openxmlformats.org/drawingml/2006/main" prst="roundRect">
            <a:avLst>
              <a:gd name="adj" fmla="val 8649"/>
            </a:avLst>
          </a:prstGeom>
          <a:solidFill xmlns:a="http://schemas.openxmlformats.org/drawingml/2006/main">
            <a:srgbClr val="EAF3FC"/>
          </a:solidFill>
          <a:ln xmlns:a="http://schemas.openxmlformats.org/drawingml/2006/main" w="14288">
            <a:solidFill>
              <a:srgbClr val="3D709F"/>
            </a:solidFill>
          </a:ln>
        </p:spPr>
      </p:sp>
      <p:sp>
        <p:nvSpPr>
          <p:cNvPr id="23" name="day2-83">
            <a:extLst xmlns:a="http://schemas.openxmlformats.org/drawingml/2006/main">
              <a:ext uri="{FF2B5EF4-FFF2-40B4-BE49-F238E27FC236}">
                <a16:creationId xmlns:a16="http://schemas.microsoft.com/office/drawing/2014/main" id="{8A89AC45-31CE-434D-A5ED-8839CFAD00EA}"/>
              </a:ext>
            </a:extLst>
          </p:cNvPr>
          <p:cNvSpPr>
            <a:spLocks xmlns:a="http://schemas.openxmlformats.org/drawingml/2006/main" noGrp="1"/>
          </p:cNvSpPr>
          <p:nvPr/>
        </p:nvSpPr>
        <p:spPr>
          <a:xfrm xmlns:a="http://schemas.openxmlformats.org/drawingml/2006/main">
            <a:off x="6875145" y="3810000"/>
            <a:ext cx="4196715" cy="785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Finance workspace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Categories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Reporting period</a:t>
            </a:r>
          </a:p>
        </p:txBody>
      </p:sp>
      <p:sp>
        <p:nvSpPr>
          <p:cNvPr id="24" name="day2-84">
            <a:extLst xmlns:a="http://schemas.openxmlformats.org/drawingml/2006/main">
              <a:ext uri="{FF2B5EF4-FFF2-40B4-BE49-F238E27FC236}">
                <a16:creationId xmlns:a16="http://schemas.microsoft.com/office/drawing/2014/main" id="{F7C47B8A-D7F8-44B2-859F-F2FDEB4F2643}"/>
              </a:ext>
            </a:extLst>
          </p:cNvPr>
          <p:cNvSpPr>
            <a:spLocks xmlns:a="http://schemas.openxmlformats.org/drawingml/2006/main" noGrp="1"/>
          </p:cNvSpPr>
          <p:nvPr/>
        </p:nvSpPr>
        <p:spPr>
          <a:xfrm xmlns:a="http://schemas.openxmlformats.org/drawingml/2006/main">
            <a:off x="960120" y="4960620"/>
            <a:ext cx="4387215" cy="599123"/>
          </a:xfrm>
          <a:prstGeom xmlns:a="http://schemas.openxmlformats.org/drawingml/2006/main" prst="roundRect">
            <a:avLst>
              <a:gd name="adj" fmla="val 12719"/>
            </a:avLst>
          </a:prstGeom>
          <a:solidFill xmlns:a="http://schemas.openxmlformats.org/drawingml/2006/main">
            <a:srgbClr val="FFF2D9"/>
          </a:solidFill>
          <a:ln xmlns:a="http://schemas.openxmlformats.org/drawingml/2006/main" w="14288">
            <a:solidFill>
              <a:srgbClr val="9D752B"/>
            </a:solidFill>
          </a:ln>
        </p:spPr>
      </p:sp>
      <p:sp>
        <p:nvSpPr>
          <p:cNvPr id="25" name="day2-85">
            <a:extLst xmlns:a="http://schemas.openxmlformats.org/drawingml/2006/main">
              <a:ext uri="{FF2B5EF4-FFF2-40B4-BE49-F238E27FC236}">
                <a16:creationId xmlns:a16="http://schemas.microsoft.com/office/drawing/2014/main" id="{5C1E50E2-538A-4449-9F82-3F6516A4184E}"/>
              </a:ext>
            </a:extLst>
          </p:cNvPr>
          <p:cNvSpPr>
            <a:spLocks xmlns:a="http://schemas.openxmlformats.org/drawingml/2006/main" noGrp="1"/>
          </p:cNvSpPr>
          <p:nvPr/>
        </p:nvSpPr>
        <p:spPr>
          <a:xfrm xmlns:a="http://schemas.openxmlformats.org/drawingml/2006/main">
            <a:off x="1055370" y="5008245"/>
            <a:ext cx="4196715"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Content method</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Draft and source-check</a:t>
            </a:r>
          </a:p>
        </p:txBody>
      </p:sp>
      <p:sp>
        <p:nvSpPr>
          <p:cNvPr id="26" name="day2-86">
            <a:extLst xmlns:a="http://schemas.openxmlformats.org/drawingml/2006/main">
              <a:ext uri="{FF2B5EF4-FFF2-40B4-BE49-F238E27FC236}">
                <a16:creationId xmlns:a16="http://schemas.microsoft.com/office/drawing/2014/main" id="{E5010327-6B92-4BB1-9746-81961743EC47}"/>
              </a:ext>
            </a:extLst>
          </p:cNvPr>
          <p:cNvSpPr>
            <a:spLocks xmlns:a="http://schemas.openxmlformats.org/drawingml/2006/main" noGrp="1"/>
          </p:cNvSpPr>
          <p:nvPr/>
        </p:nvSpPr>
        <p:spPr>
          <a:xfrm xmlns:a="http://schemas.openxmlformats.org/drawingml/2006/main">
            <a:off x="6779895" y="4960620"/>
            <a:ext cx="4387215" cy="599123"/>
          </a:xfrm>
          <a:prstGeom xmlns:a="http://schemas.openxmlformats.org/drawingml/2006/main" prst="roundRect">
            <a:avLst>
              <a:gd name="adj" fmla="val 12719"/>
            </a:avLst>
          </a:prstGeom>
          <a:solidFill xmlns:a="http://schemas.openxmlformats.org/drawingml/2006/main">
            <a:srgbClr val="FFF2D9"/>
          </a:solidFill>
          <a:ln xmlns:a="http://schemas.openxmlformats.org/drawingml/2006/main" w="14288">
            <a:solidFill>
              <a:srgbClr val="9D752B"/>
            </a:solidFill>
          </a:ln>
        </p:spPr>
      </p:sp>
      <p:sp>
        <p:nvSpPr>
          <p:cNvPr id="27" name="day2-87">
            <a:extLst xmlns:a="http://schemas.openxmlformats.org/drawingml/2006/main">
              <a:ext uri="{FF2B5EF4-FFF2-40B4-BE49-F238E27FC236}">
                <a16:creationId xmlns:a16="http://schemas.microsoft.com/office/drawing/2014/main" id="{53469966-8608-40FB-A2EA-7416FF87BDAC}"/>
              </a:ext>
            </a:extLst>
          </p:cNvPr>
          <p:cNvSpPr>
            <a:spLocks xmlns:a="http://schemas.openxmlformats.org/drawingml/2006/main" noGrp="1"/>
          </p:cNvSpPr>
          <p:nvPr/>
        </p:nvSpPr>
        <p:spPr>
          <a:xfrm xmlns:a="http://schemas.openxmlformats.org/drawingml/2006/main">
            <a:off x="6875145" y="5008245"/>
            <a:ext cx="4196715" cy="5038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Finance method</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Reconcile and explain</a:t>
            </a:r>
          </a:p>
        </p:txBody>
      </p:sp>
      <p:sp>
        <p:nvSpPr>
          <p:cNvPr id="32" name="day2-88">
            <a:extLst xmlns:a="http://schemas.openxmlformats.org/drawingml/2006/main">
              <a:ext uri="{FF2B5EF4-FFF2-40B4-BE49-F238E27FC236}">
                <a16:creationId xmlns:a16="http://schemas.microsoft.com/office/drawing/2014/main" id="{F4BEA2DE-E966-4FA4-9549-DAC3E6F5C025}"/>
              </a:ext>
            </a:extLst>
          </p:cNvPr>
          <p:cNvSpPr>
            <a:spLocks xmlns:a="http://schemas.openxmlformats.org/drawingml/2006/main" noGrp="1"/>
          </p:cNvSpPr>
          <p:nvPr/>
        </p:nvSpPr>
        <p:spPr>
          <a:xfrm xmlns:a="http://schemas.openxmlformats.org/drawingml/2006/main">
            <a:off x="619125" y="59531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AC6154"/>
                </a:solidFill>
                <a:latin typeface="Arial"/>
                <a:ea typeface="Arial"/>
                <a:cs typeface="Arial"/>
              </a:defRPr>
            </a:defPPr>
            <a:lvl1pPr algn="l">
              <a:defRPr sz="1875" b="0">
                <a:solidFill>
                  <a:srgbClr val="AC6154"/>
                </a:solidFill>
                <a:latin typeface="Arial"/>
                <a:ea typeface="Arial"/>
                <a:cs typeface="Arial"/>
              </a:defRPr>
            </a:lvl1pPr>
            <a:lvl2pPr algn="l">
              <a:defRPr sz="1875" b="0">
                <a:solidFill>
                  <a:srgbClr val="AC6154"/>
                </a:solidFill>
                <a:latin typeface="Arial"/>
                <a:ea typeface="Arial"/>
                <a:cs typeface="Arial"/>
              </a:defRPr>
            </a:lvl2pPr>
            <a:lvl3pPr algn="l">
              <a:defRPr sz="1875" b="0">
                <a:solidFill>
                  <a:srgbClr val="AC6154"/>
                </a:solidFill>
                <a:latin typeface="Arial"/>
                <a:ea typeface="Arial"/>
                <a:cs typeface="Arial"/>
              </a:defRPr>
            </a:lvl3pPr>
            <a:lvl4pPr algn="l">
              <a:defRPr sz="1875" b="0">
                <a:solidFill>
                  <a:srgbClr val="AC6154"/>
                </a:solidFill>
                <a:latin typeface="Arial"/>
                <a:ea typeface="Arial"/>
                <a:cs typeface="Arial"/>
              </a:defRPr>
            </a:lvl4pPr>
            <a:lvl5pPr algn="l">
              <a:defRPr sz="1875" b="0">
                <a:solidFill>
                  <a:srgbClr val="AC6154"/>
                </a:solidFill>
                <a:latin typeface="Arial"/>
                <a:ea typeface="Arial"/>
                <a:cs typeface="Arial"/>
              </a:defRPr>
            </a:lvl5pPr>
            <a:lvl6pPr algn="l">
              <a:defRPr sz="1875" b="0">
                <a:solidFill>
                  <a:srgbClr val="AC6154"/>
                </a:solidFill>
                <a:latin typeface="Arial"/>
                <a:ea typeface="Arial"/>
                <a:cs typeface="Arial"/>
              </a:defRPr>
            </a:lvl6pPr>
            <a:lvl7pPr algn="l">
              <a:defRPr sz="1875" b="0">
                <a:solidFill>
                  <a:srgbClr val="AC6154"/>
                </a:solidFill>
                <a:latin typeface="Arial"/>
                <a:ea typeface="Arial"/>
                <a:cs typeface="Arial"/>
              </a:defRPr>
            </a:lvl7pPr>
            <a:lvl8pPr algn="l">
              <a:defRPr sz="1875" b="0">
                <a:solidFill>
                  <a:srgbClr val="AC6154"/>
                </a:solidFill>
                <a:latin typeface="Arial"/>
                <a:ea typeface="Arial"/>
                <a:cs typeface="Arial"/>
              </a:defRPr>
            </a:lvl8pPr>
            <a:lvl9pPr algn="l">
              <a:defRPr sz="1875" b="0">
                <a:solidFill>
                  <a:srgbClr val="AC6154"/>
                </a:solidFill>
                <a:latin typeface="Arial"/>
                <a:ea typeface="Arial"/>
                <a:cs typeface="Arial"/>
              </a:defRPr>
            </a:lvl9pPr>
          </a:lstStyle>
          <a:p xmlns:a="http://schemas.openxmlformats.org/drawingml/2006/main">
            <a:pPr algn="l">
              <a:defRPr sz="1875" b="0">
                <a:solidFill>
                  <a:srgbClr val="AC6154"/>
                </a:solidFill>
                <a:latin typeface="Arial"/>
                <a:ea typeface="Arial"/>
                <a:cs typeface="Arial"/>
              </a:defRPr>
            </a:pPr>
            <a:r>
              <a:rPr sz="1875" b="0">
                <a:solidFill>
                  <a:srgbClr val="AC6154"/>
                </a:solidFill>
                <a:latin typeface="Arial"/>
                <a:ea typeface="Arial"/>
                <a:cs typeface="Arial"/>
              </a:rPr>
              <a:t>Which rule belongs in both workspaces?</a:t>
            </a:r>
          </a:p>
        </p:txBody>
      </p:sp>
    </p:spTree>
    <p:extLst>
      <p:ext uri="{BB962C8B-B14F-4D97-AF65-F5344CB8AC3E}">
        <p14:creationId xmlns:p14="http://schemas.microsoft.com/office/powerpoint/2010/main" val="12725472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2-89">
            <a:extLst xmlns:a="http://schemas.openxmlformats.org/drawingml/2006/main">
              <a:ext uri="{FF2B5EF4-FFF2-40B4-BE49-F238E27FC236}">
                <a16:creationId xmlns:a16="http://schemas.microsoft.com/office/drawing/2014/main" id="{D323A020-6632-4ED2-9097-381DD945D8FF}"/>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Shared preferences and local rules</a:t>
            </a:r>
          </a:p>
        </p:txBody>
      </p:sp>
      <p:sp>
        <p:nvSpPr>
          <p:cNvPr id="2" name="day2-90">
            <a:extLst xmlns:a="http://schemas.openxmlformats.org/drawingml/2006/main">
              <a:ext uri="{FF2B5EF4-FFF2-40B4-BE49-F238E27FC236}">
                <a16:creationId xmlns:a16="http://schemas.microsoft.com/office/drawing/2014/main" id="{66535446-0284-4B7A-A1AB-0EBCE8A5A9F8}"/>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91">
            <a:extLst xmlns:a="http://schemas.openxmlformats.org/drawingml/2006/main">
              <a:ext uri="{FF2B5EF4-FFF2-40B4-BE49-F238E27FC236}">
                <a16:creationId xmlns:a16="http://schemas.microsoft.com/office/drawing/2014/main" id="{C2E0C77C-1C23-4C29-9A5A-89DF40268A73}"/>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6</a:t>
            </a:r>
          </a:p>
        </p:txBody>
      </p:sp>
      <p:sp>
        <p:nvSpPr>
          <p:cNvPr id="4" name="day2-92">
            <a:extLst xmlns:a="http://schemas.openxmlformats.org/drawingml/2006/main">
              <a:ext uri="{FF2B5EF4-FFF2-40B4-BE49-F238E27FC236}">
                <a16:creationId xmlns:a16="http://schemas.microsoft.com/office/drawing/2014/main" id="{ED1CAFA9-227A-4ED2-B8F5-143E43B26066}"/>
              </a:ext>
            </a:extLst>
          </p:cNvPr>
          <p:cNvSpPr>
            <a:spLocks xmlns:a="http://schemas.openxmlformats.org/drawingml/2006/main" noGrp="1"/>
          </p:cNvSpPr>
          <p:nvPr/>
        </p:nvSpPr>
        <p:spPr>
          <a:xfrm xmlns:a="http://schemas.openxmlformats.org/drawingml/2006/main">
            <a:off x="619125" y="1000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One person handles content and finance without mixing their instructions</a:t>
            </a:r>
          </a:p>
        </p:txBody>
      </p:sp>
      <p:sp>
        <p:nvSpPr>
          <p:cNvPr id="5" name="day2-93">
            <a:extLst xmlns:a="http://schemas.openxmlformats.org/drawingml/2006/main">
              <a:ext uri="{FF2B5EF4-FFF2-40B4-BE49-F238E27FC236}">
                <a16:creationId xmlns:a16="http://schemas.microsoft.com/office/drawing/2014/main" id="{0600D079-0A60-4E87-9C45-C9FC25651933}"/>
              </a:ext>
            </a:extLst>
          </p:cNvPr>
          <p:cNvSpPr>
            <a:spLocks xmlns:a="http://schemas.openxmlformats.org/drawingml/2006/main" noGrp="1"/>
          </p:cNvSpPr>
          <p:nvPr/>
        </p:nvSpPr>
        <p:spPr>
          <a:xfrm xmlns:a="http://schemas.openxmlformats.org/drawingml/2006/main">
            <a:off x="619125" y="1809750"/>
            <a:ext cx="5334000" cy="3552825"/>
          </a:xfrm>
          <a:prstGeom xmlns:a="http://schemas.openxmlformats.org/drawingml/2006/main" prst="roundRect">
            <a:avLst>
              <a:gd name="adj" fmla="val 2145"/>
            </a:avLst>
          </a:prstGeom>
          <a:solidFill xmlns:a="http://schemas.openxmlformats.org/drawingml/2006/main">
            <a:srgbClr val="F0ECFC"/>
          </a:solidFill>
          <a:ln xmlns:a="http://schemas.openxmlformats.org/drawingml/2006/main" w="12383">
            <a:solidFill>
              <a:srgbClr val="7360A1"/>
            </a:solidFill>
          </a:ln>
        </p:spPr>
      </p:sp>
      <p:sp>
        <p:nvSpPr>
          <p:cNvPr id="6" name="day2-94">
            <a:extLst xmlns:a="http://schemas.openxmlformats.org/drawingml/2006/main">
              <a:ext uri="{FF2B5EF4-FFF2-40B4-BE49-F238E27FC236}">
                <a16:creationId xmlns:a16="http://schemas.microsoft.com/office/drawing/2014/main" id="{A640DF9C-0095-4D30-846B-7E065FDAC975}"/>
              </a:ext>
            </a:extLst>
          </p:cNvPr>
          <p:cNvSpPr>
            <a:spLocks xmlns:a="http://schemas.openxmlformats.org/drawingml/2006/main" noGrp="1"/>
          </p:cNvSpPr>
          <p:nvPr/>
        </p:nvSpPr>
        <p:spPr>
          <a:xfrm xmlns:a="http://schemas.openxmlformats.org/drawingml/2006/main">
            <a:off x="87630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7360A1"/>
                </a:solidFill>
                <a:latin typeface="Arial"/>
                <a:ea typeface="Arial"/>
                <a:cs typeface="Arial"/>
              </a:defRPr>
            </a:defPPr>
            <a:lvl1pPr algn="l">
              <a:defRPr sz="1650" b="1">
                <a:solidFill>
                  <a:srgbClr val="7360A1"/>
                </a:solidFill>
                <a:latin typeface="Arial"/>
                <a:ea typeface="Arial"/>
                <a:cs typeface="Arial"/>
              </a:defRPr>
            </a:lvl1pPr>
            <a:lvl2pPr algn="l">
              <a:defRPr sz="1650" b="1">
                <a:solidFill>
                  <a:srgbClr val="7360A1"/>
                </a:solidFill>
                <a:latin typeface="Arial"/>
                <a:ea typeface="Arial"/>
                <a:cs typeface="Arial"/>
              </a:defRPr>
            </a:lvl2pPr>
            <a:lvl3pPr algn="l">
              <a:defRPr sz="1650" b="1">
                <a:solidFill>
                  <a:srgbClr val="7360A1"/>
                </a:solidFill>
                <a:latin typeface="Arial"/>
                <a:ea typeface="Arial"/>
                <a:cs typeface="Arial"/>
              </a:defRPr>
            </a:lvl3pPr>
            <a:lvl4pPr algn="l">
              <a:defRPr sz="1650" b="1">
                <a:solidFill>
                  <a:srgbClr val="7360A1"/>
                </a:solidFill>
                <a:latin typeface="Arial"/>
                <a:ea typeface="Arial"/>
                <a:cs typeface="Arial"/>
              </a:defRPr>
            </a:lvl4pPr>
            <a:lvl5pPr algn="l">
              <a:defRPr sz="1650" b="1">
                <a:solidFill>
                  <a:srgbClr val="7360A1"/>
                </a:solidFill>
                <a:latin typeface="Arial"/>
                <a:ea typeface="Arial"/>
                <a:cs typeface="Arial"/>
              </a:defRPr>
            </a:lvl5pPr>
            <a:lvl6pPr algn="l">
              <a:defRPr sz="1650" b="1">
                <a:solidFill>
                  <a:srgbClr val="7360A1"/>
                </a:solidFill>
                <a:latin typeface="Arial"/>
                <a:ea typeface="Arial"/>
                <a:cs typeface="Arial"/>
              </a:defRPr>
            </a:lvl6pPr>
            <a:lvl7pPr algn="l">
              <a:defRPr sz="1650" b="1">
                <a:solidFill>
                  <a:srgbClr val="7360A1"/>
                </a:solidFill>
                <a:latin typeface="Arial"/>
                <a:ea typeface="Arial"/>
                <a:cs typeface="Arial"/>
              </a:defRPr>
            </a:lvl7pPr>
            <a:lvl8pPr algn="l">
              <a:defRPr sz="1650" b="1">
                <a:solidFill>
                  <a:srgbClr val="7360A1"/>
                </a:solidFill>
                <a:latin typeface="Arial"/>
                <a:ea typeface="Arial"/>
                <a:cs typeface="Arial"/>
              </a:defRPr>
            </a:lvl8pPr>
            <a:lvl9pPr algn="l">
              <a:defRPr sz="1650" b="1">
                <a:solidFill>
                  <a:srgbClr val="7360A1"/>
                </a:solidFill>
                <a:latin typeface="Arial"/>
                <a:ea typeface="Arial"/>
                <a:cs typeface="Arial"/>
              </a:defRPr>
            </a:lvl9pPr>
          </a:lstStyle>
          <a:p xmlns:a="http://schemas.openxmlformats.org/drawingml/2006/main">
            <a:pPr algn="l">
              <a:defRPr sz="1650" b="1">
                <a:solidFill>
                  <a:srgbClr val="7360A1"/>
                </a:solidFill>
                <a:latin typeface="Arial"/>
                <a:ea typeface="Arial"/>
                <a:cs typeface="Arial"/>
              </a:defRPr>
            </a:pPr>
            <a:r>
              <a:rPr sz="1650" b="1">
                <a:solidFill>
                  <a:srgbClr val="7360A1"/>
                </a:solidFill>
                <a:latin typeface="Arial"/>
                <a:ea typeface="Arial"/>
                <a:cs typeface="Arial"/>
              </a:rPr>
              <a:t>Shared guidance</a:t>
            </a:r>
          </a:p>
        </p:txBody>
      </p:sp>
      <p:sp>
        <p:nvSpPr>
          <p:cNvPr id="7" name="day2-95">
            <a:extLst xmlns:a="http://schemas.openxmlformats.org/drawingml/2006/main">
              <a:ext uri="{FF2B5EF4-FFF2-40B4-BE49-F238E27FC236}">
                <a16:creationId xmlns:a16="http://schemas.microsoft.com/office/drawing/2014/main" id="{08520E6B-86A8-4817-9253-8FF222076179}"/>
              </a:ext>
            </a:extLst>
          </p:cNvPr>
          <p:cNvSpPr>
            <a:spLocks xmlns:a="http://schemas.openxmlformats.org/drawingml/2006/main" noGrp="1"/>
          </p:cNvSpPr>
          <p:nvPr/>
        </p:nvSpPr>
        <p:spPr>
          <a:xfrm xmlns:a="http://schemas.openxmlformats.org/drawingml/2006/main">
            <a:off x="87630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shared/preferences.md</a:t>
            </a:r>
          </a:p>
        </p:txBody>
      </p:sp>
      <p:sp>
        <p:nvSpPr>
          <p:cNvPr id="8" name="day2-96">
            <a:extLst xmlns:a="http://schemas.openxmlformats.org/drawingml/2006/main">
              <a:ext uri="{FF2B5EF4-FFF2-40B4-BE49-F238E27FC236}">
                <a16:creationId xmlns:a16="http://schemas.microsoft.com/office/drawing/2014/main" id="{57D4B8FA-A367-4069-9606-6E7252D53969}"/>
              </a:ext>
            </a:extLst>
          </p:cNvPr>
          <p:cNvSpPr>
            <a:spLocks xmlns:a="http://schemas.openxmlformats.org/drawingml/2006/main" noGrp="1"/>
          </p:cNvSpPr>
          <p:nvPr/>
        </p:nvSpPr>
        <p:spPr>
          <a:xfrm xmlns:a="http://schemas.openxmlformats.org/drawingml/2006/main">
            <a:off x="87630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Working preferences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Use plain language</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State uncertainty explicitly</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Link claims to their sources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Keep client facts local</a:t>
            </a:r>
          </a:p>
        </p:txBody>
      </p:sp>
      <p:sp>
        <p:nvSpPr>
          <p:cNvPr id="9" name="day2-97">
            <a:extLst xmlns:a="http://schemas.openxmlformats.org/drawingml/2006/main">
              <a:ext uri="{FF2B5EF4-FFF2-40B4-BE49-F238E27FC236}">
                <a16:creationId xmlns:a16="http://schemas.microsoft.com/office/drawing/2014/main" id="{FE77BB2C-1C15-4F10-8B3A-634F88A9418E}"/>
              </a:ext>
            </a:extLst>
          </p:cNvPr>
          <p:cNvSpPr>
            <a:spLocks xmlns:a="http://schemas.openxmlformats.org/drawingml/2006/main" noGrp="1"/>
          </p:cNvSpPr>
          <p:nvPr/>
        </p:nvSpPr>
        <p:spPr>
          <a:xfrm xmlns:a="http://schemas.openxmlformats.org/drawingml/2006/main">
            <a:off x="6238875" y="1809750"/>
            <a:ext cx="5334000" cy="3552825"/>
          </a:xfrm>
          <a:prstGeom xmlns:a="http://schemas.openxmlformats.org/drawingml/2006/main" prst="roundRect">
            <a:avLst>
              <a:gd name="adj" fmla="val 2145"/>
            </a:avLst>
          </a:prstGeom>
          <a:solidFill xmlns:a="http://schemas.openxmlformats.org/drawingml/2006/main">
            <a:srgbClr val="F0ECFC"/>
          </a:solidFill>
          <a:ln xmlns:a="http://schemas.openxmlformats.org/drawingml/2006/main" w="12383">
            <a:solidFill>
              <a:srgbClr val="7360A1"/>
            </a:solidFill>
          </a:ln>
        </p:spPr>
      </p:sp>
      <p:sp>
        <p:nvSpPr>
          <p:cNvPr id="10" name="day2-98">
            <a:extLst xmlns:a="http://schemas.openxmlformats.org/drawingml/2006/main">
              <a:ext uri="{FF2B5EF4-FFF2-40B4-BE49-F238E27FC236}">
                <a16:creationId xmlns:a16="http://schemas.microsoft.com/office/drawing/2014/main" id="{E996B94F-CD76-4F95-935E-F984E80211B2}"/>
              </a:ext>
            </a:extLst>
          </p:cNvPr>
          <p:cNvSpPr>
            <a:spLocks xmlns:a="http://schemas.openxmlformats.org/drawingml/2006/main" noGrp="1"/>
          </p:cNvSpPr>
          <p:nvPr/>
        </p:nvSpPr>
        <p:spPr>
          <a:xfrm xmlns:a="http://schemas.openxmlformats.org/drawingml/2006/main">
            <a:off x="649605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7360A1"/>
                </a:solidFill>
                <a:latin typeface="Arial"/>
                <a:ea typeface="Arial"/>
                <a:cs typeface="Arial"/>
              </a:defRPr>
            </a:defPPr>
            <a:lvl1pPr algn="l">
              <a:defRPr sz="1650" b="1">
                <a:solidFill>
                  <a:srgbClr val="7360A1"/>
                </a:solidFill>
                <a:latin typeface="Arial"/>
                <a:ea typeface="Arial"/>
                <a:cs typeface="Arial"/>
              </a:defRPr>
            </a:lvl1pPr>
            <a:lvl2pPr algn="l">
              <a:defRPr sz="1650" b="1">
                <a:solidFill>
                  <a:srgbClr val="7360A1"/>
                </a:solidFill>
                <a:latin typeface="Arial"/>
                <a:ea typeface="Arial"/>
                <a:cs typeface="Arial"/>
              </a:defRPr>
            </a:lvl2pPr>
            <a:lvl3pPr algn="l">
              <a:defRPr sz="1650" b="1">
                <a:solidFill>
                  <a:srgbClr val="7360A1"/>
                </a:solidFill>
                <a:latin typeface="Arial"/>
                <a:ea typeface="Arial"/>
                <a:cs typeface="Arial"/>
              </a:defRPr>
            </a:lvl3pPr>
            <a:lvl4pPr algn="l">
              <a:defRPr sz="1650" b="1">
                <a:solidFill>
                  <a:srgbClr val="7360A1"/>
                </a:solidFill>
                <a:latin typeface="Arial"/>
                <a:ea typeface="Arial"/>
                <a:cs typeface="Arial"/>
              </a:defRPr>
            </a:lvl4pPr>
            <a:lvl5pPr algn="l">
              <a:defRPr sz="1650" b="1">
                <a:solidFill>
                  <a:srgbClr val="7360A1"/>
                </a:solidFill>
                <a:latin typeface="Arial"/>
                <a:ea typeface="Arial"/>
                <a:cs typeface="Arial"/>
              </a:defRPr>
            </a:lvl5pPr>
            <a:lvl6pPr algn="l">
              <a:defRPr sz="1650" b="1">
                <a:solidFill>
                  <a:srgbClr val="7360A1"/>
                </a:solidFill>
                <a:latin typeface="Arial"/>
                <a:ea typeface="Arial"/>
                <a:cs typeface="Arial"/>
              </a:defRPr>
            </a:lvl6pPr>
            <a:lvl7pPr algn="l">
              <a:defRPr sz="1650" b="1">
                <a:solidFill>
                  <a:srgbClr val="7360A1"/>
                </a:solidFill>
                <a:latin typeface="Arial"/>
                <a:ea typeface="Arial"/>
                <a:cs typeface="Arial"/>
              </a:defRPr>
            </a:lvl7pPr>
            <a:lvl8pPr algn="l">
              <a:defRPr sz="1650" b="1">
                <a:solidFill>
                  <a:srgbClr val="7360A1"/>
                </a:solidFill>
                <a:latin typeface="Arial"/>
                <a:ea typeface="Arial"/>
                <a:cs typeface="Arial"/>
              </a:defRPr>
            </a:lvl8pPr>
            <a:lvl9pPr algn="l">
              <a:defRPr sz="1650" b="1">
                <a:solidFill>
                  <a:srgbClr val="7360A1"/>
                </a:solidFill>
                <a:latin typeface="Arial"/>
                <a:ea typeface="Arial"/>
                <a:cs typeface="Arial"/>
              </a:defRPr>
            </a:lvl9pPr>
          </a:lstStyle>
          <a:p xmlns:a="http://schemas.openxmlformats.org/drawingml/2006/main">
            <a:pPr algn="l">
              <a:defRPr sz="1650" b="1">
                <a:solidFill>
                  <a:srgbClr val="7360A1"/>
                </a:solidFill>
                <a:latin typeface="Arial"/>
                <a:ea typeface="Arial"/>
                <a:cs typeface="Arial"/>
              </a:defRPr>
            </a:pPr>
            <a:r>
              <a:rPr sz="1650" b="1">
                <a:solidFill>
                  <a:srgbClr val="7360A1"/>
                </a:solidFill>
                <a:latin typeface="Arial"/>
                <a:ea typeface="Arial"/>
                <a:cs typeface="Arial"/>
              </a:rPr>
              <a:t>Local finance rules</a:t>
            </a:r>
          </a:p>
        </p:txBody>
      </p:sp>
      <p:sp>
        <p:nvSpPr>
          <p:cNvPr id="11" name="day2-99">
            <a:extLst xmlns:a="http://schemas.openxmlformats.org/drawingml/2006/main">
              <a:ext uri="{FF2B5EF4-FFF2-40B4-BE49-F238E27FC236}">
                <a16:creationId xmlns:a16="http://schemas.microsoft.com/office/drawing/2014/main" id="{6FEF7BC4-BADA-4ABC-9257-A8F0C142F65B}"/>
              </a:ext>
            </a:extLst>
          </p:cNvPr>
          <p:cNvSpPr>
            <a:spLocks xmlns:a="http://schemas.openxmlformats.org/drawingml/2006/main" noGrp="1"/>
          </p:cNvSpPr>
          <p:nvPr/>
        </p:nvSpPr>
        <p:spPr>
          <a:xfrm xmlns:a="http://schemas.openxmlformats.org/drawingml/2006/main">
            <a:off x="649605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finance/AGENTS.md</a:t>
            </a:r>
          </a:p>
        </p:txBody>
      </p:sp>
      <p:sp>
        <p:nvSpPr>
          <p:cNvPr id="12" name="day2-100">
            <a:extLst xmlns:a="http://schemas.openxmlformats.org/drawingml/2006/main">
              <a:ext uri="{FF2B5EF4-FFF2-40B4-BE49-F238E27FC236}">
                <a16:creationId xmlns:a16="http://schemas.microsoft.com/office/drawing/2014/main" id="{48598602-7171-4BDD-A1A1-ACD4267C0585}"/>
              </a:ext>
            </a:extLst>
          </p:cNvPr>
          <p:cNvSpPr>
            <a:spLocks xmlns:a="http://schemas.openxmlformats.org/drawingml/2006/main" noGrp="1"/>
          </p:cNvSpPr>
          <p:nvPr/>
        </p:nvSpPr>
        <p:spPr>
          <a:xfrm xmlns:a="http://schemas.openxmlformats.org/drawingml/2006/main">
            <a:off x="649605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Finance workspace</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Preserve the original CSV</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Keep source transaction IDs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Flag uncertain categories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Owner checks totals</a:t>
            </a:r>
          </a:p>
        </p:txBody>
      </p:sp>
      <p:sp>
        <p:nvSpPr>
          <p:cNvPr id="13" name="day2-101">
            <a:extLst xmlns:a="http://schemas.openxmlformats.org/drawingml/2006/main">
              <a:ext uri="{FF2B5EF4-FFF2-40B4-BE49-F238E27FC236}">
                <a16:creationId xmlns:a16="http://schemas.microsoft.com/office/drawing/2014/main" id="{B2E23F1C-53C1-42BE-BEAF-A540D6293F0D}"/>
              </a:ext>
            </a:extLst>
          </p:cNvPr>
          <p:cNvSpPr>
            <a:spLocks xmlns:a="http://schemas.openxmlformats.org/drawingml/2006/main" noGrp="1"/>
          </p:cNvSpPr>
          <p:nvPr/>
        </p:nvSpPr>
        <p:spPr>
          <a:xfrm xmlns:a="http://schemas.openxmlformats.org/drawingml/2006/main">
            <a:off x="619125" y="583882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AC6154"/>
                </a:solidFill>
                <a:latin typeface="Arial"/>
                <a:ea typeface="Arial"/>
                <a:cs typeface="Arial"/>
              </a:defRPr>
            </a:defPPr>
            <a:lvl1pPr algn="l">
              <a:defRPr sz="1950" b="0">
                <a:solidFill>
                  <a:srgbClr val="AC6154"/>
                </a:solidFill>
                <a:latin typeface="Arial"/>
                <a:ea typeface="Arial"/>
                <a:cs typeface="Arial"/>
              </a:defRPr>
            </a:lvl1pPr>
            <a:lvl2pPr algn="l">
              <a:defRPr sz="1950" b="0">
                <a:solidFill>
                  <a:srgbClr val="AC6154"/>
                </a:solidFill>
                <a:latin typeface="Arial"/>
                <a:ea typeface="Arial"/>
                <a:cs typeface="Arial"/>
              </a:defRPr>
            </a:lvl2pPr>
            <a:lvl3pPr algn="l">
              <a:defRPr sz="1950" b="0">
                <a:solidFill>
                  <a:srgbClr val="AC6154"/>
                </a:solidFill>
                <a:latin typeface="Arial"/>
                <a:ea typeface="Arial"/>
                <a:cs typeface="Arial"/>
              </a:defRPr>
            </a:lvl3pPr>
            <a:lvl4pPr algn="l">
              <a:defRPr sz="1950" b="0">
                <a:solidFill>
                  <a:srgbClr val="AC6154"/>
                </a:solidFill>
                <a:latin typeface="Arial"/>
                <a:ea typeface="Arial"/>
                <a:cs typeface="Arial"/>
              </a:defRPr>
            </a:lvl4pPr>
            <a:lvl5pPr algn="l">
              <a:defRPr sz="1950" b="0">
                <a:solidFill>
                  <a:srgbClr val="AC6154"/>
                </a:solidFill>
                <a:latin typeface="Arial"/>
                <a:ea typeface="Arial"/>
                <a:cs typeface="Arial"/>
              </a:defRPr>
            </a:lvl5pPr>
            <a:lvl6pPr algn="l">
              <a:defRPr sz="1950" b="0">
                <a:solidFill>
                  <a:srgbClr val="AC6154"/>
                </a:solidFill>
                <a:latin typeface="Arial"/>
                <a:ea typeface="Arial"/>
                <a:cs typeface="Arial"/>
              </a:defRPr>
            </a:lvl6pPr>
            <a:lvl7pPr algn="l">
              <a:defRPr sz="1950" b="0">
                <a:solidFill>
                  <a:srgbClr val="AC6154"/>
                </a:solidFill>
                <a:latin typeface="Arial"/>
                <a:ea typeface="Arial"/>
                <a:cs typeface="Arial"/>
              </a:defRPr>
            </a:lvl7pPr>
            <a:lvl8pPr algn="l">
              <a:defRPr sz="1950" b="0">
                <a:solidFill>
                  <a:srgbClr val="AC6154"/>
                </a:solidFill>
                <a:latin typeface="Arial"/>
                <a:ea typeface="Arial"/>
                <a:cs typeface="Arial"/>
              </a:defRPr>
            </a:lvl8pPr>
            <a:lvl9pPr algn="l">
              <a:defRPr sz="1950" b="0">
                <a:solidFill>
                  <a:srgbClr val="AC6154"/>
                </a:solidFill>
                <a:latin typeface="Arial"/>
                <a:ea typeface="Arial"/>
                <a:cs typeface="Arial"/>
              </a:defRPr>
            </a:lvl9pPr>
          </a:lstStyle>
          <a:p xmlns:a="http://schemas.openxmlformats.org/drawingml/2006/main">
            <a:pPr algn="l">
              <a:defRPr sz="1950" b="0">
                <a:solidFill>
                  <a:srgbClr val="AC6154"/>
                </a:solidFill>
                <a:latin typeface="Arial"/>
                <a:ea typeface="Arial"/>
                <a:cs typeface="Arial"/>
              </a:defRPr>
            </a:pPr>
            <a:r>
              <a:rPr sz="1950" b="0">
                <a:solidFill>
                  <a:srgbClr val="AC6154"/>
                </a:solidFill>
                <a:latin typeface="Arial"/>
                <a:ea typeface="Arial"/>
                <a:cs typeface="Arial"/>
              </a:rPr>
              <a:t>Which rule belongs in both workspaces?</a:t>
            </a:r>
          </a:p>
        </p:txBody>
      </p:sp>
    </p:spTree>
    <p:extLst>
      <p:ext uri="{BB962C8B-B14F-4D97-AF65-F5344CB8AC3E}">
        <p14:creationId xmlns:p14="http://schemas.microsoft.com/office/powerpoint/2010/main" val="591835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9FD90712-1FAF-4491-919D-29CF3D583A5B}"/>
              </a:ext>
            </a:extLst>
          </p:cNvPr>
          <p:cNvCxnSpPr>
            <a:stCxn xmlns:a="http://schemas.openxmlformats.org/drawingml/2006/main" id="24" idx="2"/>
            <a:endCxn xmlns:a="http://schemas.openxmlformats.org/drawingml/2006/main" id="26" idx="0"/>
          </p:cNvCxnSpPr>
          <p:nvPr/>
        </p:nvCxnSpPr>
        <p:spPr>
          <a:xfrm xmlns:a="http://schemas.openxmlformats.org/drawingml/2006/main">
            <a:off x="9936004" y="3903345"/>
            <a:ext cx="0" cy="528638"/>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3" name="">
            <a:extLst xmlns:a="http://schemas.openxmlformats.org/drawingml/2006/main">
              <a:ext uri="{FF2B5EF4-FFF2-40B4-BE49-F238E27FC236}">
                <a16:creationId xmlns:a16="http://schemas.microsoft.com/office/drawing/2014/main" id="{FB7E816E-ACEE-4B01-A91E-AA99997A9E8B}"/>
              </a:ext>
            </a:extLst>
          </p:cNvPr>
          <p:cNvCxnSpPr>
            <a:stCxn xmlns:a="http://schemas.openxmlformats.org/drawingml/2006/main" id="22" idx="3"/>
            <a:endCxn xmlns:a="http://schemas.openxmlformats.org/drawingml/2006/main" id="24" idx="1"/>
          </p:cNvCxnSpPr>
          <p:nvPr/>
        </p:nvCxnSpPr>
        <p:spPr>
          <a:xfrm xmlns:a="http://schemas.openxmlformats.org/drawingml/2006/main" flipV="1">
            <a:off x="7764780" y="3233738"/>
            <a:ext cx="671513" cy="740093"/>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cxnSp>
        <p:nvCxnSpPr>
          <p:cNvPr id="32" name="">
            <a:extLst xmlns:a="http://schemas.openxmlformats.org/drawingml/2006/main">
              <a:ext uri="{FF2B5EF4-FFF2-40B4-BE49-F238E27FC236}">
                <a16:creationId xmlns:a16="http://schemas.microsoft.com/office/drawing/2014/main" id="{38A5C1F1-C360-48AD-8254-CBD4479F99C1}"/>
              </a:ext>
            </a:extLst>
          </p:cNvPr>
          <p:cNvCxnSpPr>
            <a:stCxn xmlns:a="http://schemas.openxmlformats.org/drawingml/2006/main" id="28" idx="3"/>
            <a:endCxn xmlns:a="http://schemas.openxmlformats.org/drawingml/2006/main" id="22" idx="1"/>
          </p:cNvCxnSpPr>
          <p:nvPr/>
        </p:nvCxnSpPr>
        <p:spPr>
          <a:xfrm xmlns:a="http://schemas.openxmlformats.org/drawingml/2006/main" flipV="1">
            <a:off x="2885123" y="3973831"/>
            <a:ext cx="671512" cy="881062"/>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cxnSp>
        <p:nvCxnSpPr>
          <p:cNvPr id="31" name="">
            <a:extLst xmlns:a="http://schemas.openxmlformats.org/drawingml/2006/main">
              <a:ext uri="{FF2B5EF4-FFF2-40B4-BE49-F238E27FC236}">
                <a16:creationId xmlns:a16="http://schemas.microsoft.com/office/drawing/2014/main" id="{519D1C6C-EC8F-471D-81CC-457CA3221D72}"/>
              </a:ext>
            </a:extLst>
          </p:cNvPr>
          <p:cNvCxnSpPr>
            <a:stCxn xmlns:a="http://schemas.openxmlformats.org/drawingml/2006/main" id="20" idx="2"/>
            <a:endCxn xmlns:a="http://schemas.openxmlformats.org/drawingml/2006/main" id="22" idx="0"/>
          </p:cNvCxnSpPr>
          <p:nvPr/>
        </p:nvCxnSpPr>
        <p:spPr>
          <a:xfrm xmlns:a="http://schemas.openxmlformats.org/drawingml/2006/main">
            <a:off x="5660708" y="3233738"/>
            <a:ext cx="0" cy="281940"/>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0" name="">
            <a:extLst xmlns:a="http://schemas.openxmlformats.org/drawingml/2006/main">
              <a:ext uri="{FF2B5EF4-FFF2-40B4-BE49-F238E27FC236}">
                <a16:creationId xmlns:a16="http://schemas.microsoft.com/office/drawing/2014/main" id="{409E3D44-A5D9-4857-993D-5251DE851064}"/>
              </a:ext>
            </a:extLst>
          </p:cNvPr>
          <p:cNvCxnSpPr>
            <a:stCxn xmlns:a="http://schemas.openxmlformats.org/drawingml/2006/main" id="18" idx="3"/>
            <a:endCxn xmlns:a="http://schemas.openxmlformats.org/drawingml/2006/main" id="22" idx="1"/>
          </p:cNvCxnSpPr>
          <p:nvPr/>
        </p:nvCxnSpPr>
        <p:spPr>
          <a:xfrm xmlns:a="http://schemas.openxmlformats.org/drawingml/2006/main">
            <a:off x="2885123" y="3233738"/>
            <a:ext cx="671512" cy="740093"/>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sp>
        <p:nvSpPr>
          <p:cNvPr id="36" name="day2-102">
            <a:extLst xmlns:a="http://schemas.openxmlformats.org/drawingml/2006/main">
              <a:ext uri="{FF2B5EF4-FFF2-40B4-BE49-F238E27FC236}">
                <a16:creationId xmlns:a16="http://schemas.microsoft.com/office/drawing/2014/main" id="{5707A220-8CFF-451C-BDD8-1A00AB302DD9}"/>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A content operating system</a:t>
            </a:r>
          </a:p>
        </p:txBody>
      </p:sp>
      <p:sp>
        <p:nvSpPr>
          <p:cNvPr id="2" name="day2-103">
            <a:extLst xmlns:a="http://schemas.openxmlformats.org/drawingml/2006/main">
              <a:ext uri="{FF2B5EF4-FFF2-40B4-BE49-F238E27FC236}">
                <a16:creationId xmlns:a16="http://schemas.microsoft.com/office/drawing/2014/main" id="{AF2844A6-C379-420D-B94B-615817B61887}"/>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104">
            <a:extLst xmlns:a="http://schemas.openxmlformats.org/drawingml/2006/main">
              <a:ext uri="{FF2B5EF4-FFF2-40B4-BE49-F238E27FC236}">
                <a16:creationId xmlns:a16="http://schemas.microsoft.com/office/drawing/2014/main" id="{BE7006E4-3EE1-4091-92BE-CD55D33B5A82}"/>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7</a:t>
            </a:r>
          </a:p>
        </p:txBody>
      </p:sp>
      <p:sp>
        <p:nvSpPr>
          <p:cNvPr id="4" name="day2-105">
            <a:extLst xmlns:a="http://schemas.openxmlformats.org/drawingml/2006/main">
              <a:ext uri="{FF2B5EF4-FFF2-40B4-BE49-F238E27FC236}">
                <a16:creationId xmlns:a16="http://schemas.microsoft.com/office/drawing/2014/main" id="{10C635C2-E42C-4580-BE58-C3874DAF54B9}"/>
              </a:ext>
            </a:extLst>
          </p:cNvPr>
          <p:cNvSpPr>
            <a:spLocks xmlns:a="http://schemas.openxmlformats.org/drawingml/2006/main" noGrp="1"/>
          </p:cNvSpPr>
          <p:nvPr/>
        </p:nvSpPr>
        <p:spPr>
          <a:xfrm xmlns:a="http://schemas.openxmlformats.org/drawingml/2006/main">
            <a:off x="619125" y="1000125"/>
            <a:ext cx="895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A small business turns an approved source note into a useful post</a:t>
            </a:r>
          </a:p>
        </p:txBody>
      </p:sp>
      <p:pic>
        <p:nvPicPr>
          <p:cNvPr id="5" name="">
            <a:extLst xmlns:a="http://schemas.openxmlformats.org/drawingml/2006/main">
              <a:ext uri="{FF2B5EF4-FFF2-40B4-BE49-F238E27FC236}">
                <a16:creationId xmlns:a16="http://schemas.microsoft.com/office/drawing/2014/main" id="{A8D23344-15BA-4603-B6FD-8CA45723E5B7}"/>
              </a:ext>
            </a:extLst>
          </p:cNvPr>
          <p:cNvPicPr>
            <a:picLocks xmlns:a="http://schemas.openxmlformats.org/drawingml/2006/main" noChangeAspect="1"/>
          </p:cNvPicPr>
          <p:nvPr/>
        </p:nvPicPr>
        <p:blipFill>
          <a:blip xmlns:r="http://schemas.openxmlformats.org/officeDocument/2006/relationships" xmlns:a="http://schemas.openxmlformats.org/drawingml/2006/main" r:embed="Ra512af0b5c184dcd"/>
          <a:stretch xmlns:a="http://schemas.openxmlformats.org/drawingml/2006/main"/>
        </p:blipFill>
        <p:spPr>
          <a:xfrm xmlns:a="http://schemas.openxmlformats.org/drawingml/2006/main">
            <a:off x="9715500" y="963613"/>
            <a:ext cx="1952625" cy="1301750"/>
          </a:xfrm>
          <a:prstGeom xmlns:a="http://schemas.openxmlformats.org/drawingml/2006/main" prst="rect">
            <a:avLst/>
          </a:prstGeom>
        </p:spPr>
      </p:pic>
      <p:sp>
        <p:nvSpPr>
          <p:cNvPr id="6" name="day2-106">
            <a:extLst xmlns:a="http://schemas.openxmlformats.org/drawingml/2006/main">
              <a:ext uri="{FF2B5EF4-FFF2-40B4-BE49-F238E27FC236}">
                <a16:creationId xmlns:a16="http://schemas.microsoft.com/office/drawing/2014/main" id="{FD1CCBA0-A089-4718-AC7F-508786BBB4DC}"/>
              </a:ext>
            </a:extLst>
          </p:cNvPr>
          <p:cNvSpPr>
            <a:spLocks xmlns:a="http://schemas.openxmlformats.org/drawingml/2006/main" noGrp="1"/>
          </p:cNvSpPr>
          <p:nvPr/>
        </p:nvSpPr>
        <p:spPr>
          <a:xfrm xmlns:a="http://schemas.openxmlformats.org/drawingml/2006/main">
            <a:off x="619125" y="1847850"/>
            <a:ext cx="95250" cy="95250"/>
          </a:xfrm>
          <a:prstGeom xmlns:a="http://schemas.openxmlformats.org/drawingml/2006/main" prst="rect">
            <a:avLst/>
          </a:prstGeom>
          <a:solidFill xmlns:a="http://schemas.openxmlformats.org/drawingml/2006/main">
            <a:srgbClr val="3D709F"/>
          </a:solidFill>
          <a:ln xmlns:a="http://schemas.openxmlformats.org/drawingml/2006/main" w="0">
            <a:noFill/>
          </a:ln>
        </p:spPr>
      </p:sp>
      <p:sp>
        <p:nvSpPr>
          <p:cNvPr id="7" name="day2-107">
            <a:extLst xmlns:a="http://schemas.openxmlformats.org/drawingml/2006/main">
              <a:ext uri="{FF2B5EF4-FFF2-40B4-BE49-F238E27FC236}">
                <a16:creationId xmlns:a16="http://schemas.microsoft.com/office/drawing/2014/main" id="{48C62FD3-ECAC-4A60-9D5C-B43E7EAB807E}"/>
              </a:ext>
            </a:extLst>
          </p:cNvPr>
          <p:cNvSpPr>
            <a:spLocks xmlns:a="http://schemas.openxmlformats.org/drawingml/2006/main" noGrp="1"/>
          </p:cNvSpPr>
          <p:nvPr/>
        </p:nvSpPr>
        <p:spPr>
          <a:xfrm xmlns:a="http://schemas.openxmlformats.org/drawingml/2006/main">
            <a:off x="8001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D709F"/>
                </a:solidFill>
                <a:latin typeface="Arial"/>
                <a:ea typeface="Arial"/>
                <a:cs typeface="Arial"/>
              </a:defRPr>
            </a:defPPr>
            <a:lvl1pPr algn="l">
              <a:defRPr sz="1425" b="0">
                <a:solidFill>
                  <a:srgbClr val="3D709F"/>
                </a:solidFill>
                <a:latin typeface="Arial"/>
                <a:ea typeface="Arial"/>
                <a:cs typeface="Arial"/>
              </a:defRPr>
            </a:lvl1pPr>
            <a:lvl2pPr algn="l">
              <a:defRPr sz="1425" b="0">
                <a:solidFill>
                  <a:srgbClr val="3D709F"/>
                </a:solidFill>
                <a:latin typeface="Arial"/>
                <a:ea typeface="Arial"/>
                <a:cs typeface="Arial"/>
              </a:defRPr>
            </a:lvl2pPr>
            <a:lvl3pPr algn="l">
              <a:defRPr sz="1425" b="0">
                <a:solidFill>
                  <a:srgbClr val="3D709F"/>
                </a:solidFill>
                <a:latin typeface="Arial"/>
                <a:ea typeface="Arial"/>
                <a:cs typeface="Arial"/>
              </a:defRPr>
            </a:lvl3pPr>
            <a:lvl4pPr algn="l">
              <a:defRPr sz="1425" b="0">
                <a:solidFill>
                  <a:srgbClr val="3D709F"/>
                </a:solidFill>
                <a:latin typeface="Arial"/>
                <a:ea typeface="Arial"/>
                <a:cs typeface="Arial"/>
              </a:defRPr>
            </a:lvl4pPr>
            <a:lvl5pPr algn="l">
              <a:defRPr sz="1425" b="0">
                <a:solidFill>
                  <a:srgbClr val="3D709F"/>
                </a:solidFill>
                <a:latin typeface="Arial"/>
                <a:ea typeface="Arial"/>
                <a:cs typeface="Arial"/>
              </a:defRPr>
            </a:lvl5pPr>
            <a:lvl6pPr algn="l">
              <a:defRPr sz="1425" b="0">
                <a:solidFill>
                  <a:srgbClr val="3D709F"/>
                </a:solidFill>
                <a:latin typeface="Arial"/>
                <a:ea typeface="Arial"/>
                <a:cs typeface="Arial"/>
              </a:defRPr>
            </a:lvl6pPr>
            <a:lvl7pPr algn="l">
              <a:defRPr sz="1425" b="0">
                <a:solidFill>
                  <a:srgbClr val="3D709F"/>
                </a:solidFill>
                <a:latin typeface="Arial"/>
                <a:ea typeface="Arial"/>
                <a:cs typeface="Arial"/>
              </a:defRPr>
            </a:lvl7pPr>
            <a:lvl8pPr algn="l">
              <a:defRPr sz="1425" b="0">
                <a:solidFill>
                  <a:srgbClr val="3D709F"/>
                </a:solidFill>
                <a:latin typeface="Arial"/>
                <a:ea typeface="Arial"/>
                <a:cs typeface="Arial"/>
              </a:defRPr>
            </a:lvl8pPr>
            <a:lvl9pPr algn="l">
              <a:defRPr sz="1425" b="0">
                <a:solidFill>
                  <a:srgbClr val="3D709F"/>
                </a:solidFill>
                <a:latin typeface="Arial"/>
                <a:ea typeface="Arial"/>
                <a:cs typeface="Arial"/>
              </a:defRPr>
            </a:lvl9pPr>
          </a:lstStyle>
          <a:p xmlns:a="http://schemas.openxmlformats.org/drawingml/2006/main">
            <a:pPr algn="l">
              <a:defRPr sz="1425" b="0">
                <a:solidFill>
                  <a:srgbClr val="3D709F"/>
                </a:solidFill>
                <a:latin typeface="Arial"/>
                <a:ea typeface="Arial"/>
                <a:cs typeface="Arial"/>
              </a:defRPr>
            </a:pPr>
            <a:r>
              <a:rPr sz="1425" b="0">
                <a:solidFill>
                  <a:srgbClr val="3D709F"/>
                </a:solidFill>
                <a:latin typeface="Arial"/>
                <a:ea typeface="Arial"/>
                <a:cs typeface="Arial"/>
              </a:rPr>
              <a:t>Inputs</a:t>
            </a:r>
          </a:p>
        </p:txBody>
      </p:sp>
      <p:sp>
        <p:nvSpPr>
          <p:cNvPr id="8" name="day2-108">
            <a:extLst xmlns:a="http://schemas.openxmlformats.org/drawingml/2006/main">
              <a:ext uri="{FF2B5EF4-FFF2-40B4-BE49-F238E27FC236}">
                <a16:creationId xmlns:a16="http://schemas.microsoft.com/office/drawing/2014/main" id="{E815B9B9-C8F7-499B-9211-1EB265FACA02}"/>
              </a:ext>
            </a:extLst>
          </p:cNvPr>
          <p:cNvSpPr>
            <a:spLocks xmlns:a="http://schemas.openxmlformats.org/drawingml/2006/main" noGrp="1"/>
          </p:cNvSpPr>
          <p:nvPr/>
        </p:nvSpPr>
        <p:spPr>
          <a:xfrm xmlns:a="http://schemas.openxmlformats.org/drawingml/2006/main">
            <a:off x="2124075" y="1847850"/>
            <a:ext cx="95250" cy="95250"/>
          </a:xfrm>
          <a:prstGeom xmlns:a="http://schemas.openxmlformats.org/drawingml/2006/main" prst="rect">
            <a:avLst/>
          </a:prstGeom>
          <a:solidFill xmlns:a="http://schemas.openxmlformats.org/drawingml/2006/main">
            <a:srgbClr val="7360A1"/>
          </a:solidFill>
          <a:ln xmlns:a="http://schemas.openxmlformats.org/drawingml/2006/main" w="0">
            <a:noFill/>
          </a:ln>
        </p:spPr>
      </p:sp>
      <p:sp>
        <p:nvSpPr>
          <p:cNvPr id="9" name="day2-109">
            <a:extLst xmlns:a="http://schemas.openxmlformats.org/drawingml/2006/main">
              <a:ext uri="{FF2B5EF4-FFF2-40B4-BE49-F238E27FC236}">
                <a16:creationId xmlns:a16="http://schemas.microsoft.com/office/drawing/2014/main" id="{4FF18F9F-B545-4129-898E-99631E1BE135}"/>
              </a:ext>
            </a:extLst>
          </p:cNvPr>
          <p:cNvSpPr>
            <a:spLocks xmlns:a="http://schemas.openxmlformats.org/drawingml/2006/main" noGrp="1"/>
          </p:cNvSpPr>
          <p:nvPr/>
        </p:nvSpPr>
        <p:spPr>
          <a:xfrm xmlns:a="http://schemas.openxmlformats.org/drawingml/2006/main">
            <a:off x="23050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7360A1"/>
                </a:solidFill>
                <a:latin typeface="Arial"/>
                <a:ea typeface="Arial"/>
                <a:cs typeface="Arial"/>
              </a:defRPr>
            </a:defPPr>
            <a:lvl1pPr algn="l">
              <a:defRPr sz="1425" b="0">
                <a:solidFill>
                  <a:srgbClr val="7360A1"/>
                </a:solidFill>
                <a:latin typeface="Arial"/>
                <a:ea typeface="Arial"/>
                <a:cs typeface="Arial"/>
              </a:defRPr>
            </a:lvl1pPr>
            <a:lvl2pPr algn="l">
              <a:defRPr sz="1425" b="0">
                <a:solidFill>
                  <a:srgbClr val="7360A1"/>
                </a:solidFill>
                <a:latin typeface="Arial"/>
                <a:ea typeface="Arial"/>
                <a:cs typeface="Arial"/>
              </a:defRPr>
            </a:lvl2pPr>
            <a:lvl3pPr algn="l">
              <a:defRPr sz="1425" b="0">
                <a:solidFill>
                  <a:srgbClr val="7360A1"/>
                </a:solidFill>
                <a:latin typeface="Arial"/>
                <a:ea typeface="Arial"/>
                <a:cs typeface="Arial"/>
              </a:defRPr>
            </a:lvl3pPr>
            <a:lvl4pPr algn="l">
              <a:defRPr sz="1425" b="0">
                <a:solidFill>
                  <a:srgbClr val="7360A1"/>
                </a:solidFill>
                <a:latin typeface="Arial"/>
                <a:ea typeface="Arial"/>
                <a:cs typeface="Arial"/>
              </a:defRPr>
            </a:lvl4pPr>
            <a:lvl5pPr algn="l">
              <a:defRPr sz="1425" b="0">
                <a:solidFill>
                  <a:srgbClr val="7360A1"/>
                </a:solidFill>
                <a:latin typeface="Arial"/>
                <a:ea typeface="Arial"/>
                <a:cs typeface="Arial"/>
              </a:defRPr>
            </a:lvl5pPr>
            <a:lvl6pPr algn="l">
              <a:defRPr sz="1425" b="0">
                <a:solidFill>
                  <a:srgbClr val="7360A1"/>
                </a:solidFill>
                <a:latin typeface="Arial"/>
                <a:ea typeface="Arial"/>
                <a:cs typeface="Arial"/>
              </a:defRPr>
            </a:lvl6pPr>
            <a:lvl7pPr algn="l">
              <a:defRPr sz="1425" b="0">
                <a:solidFill>
                  <a:srgbClr val="7360A1"/>
                </a:solidFill>
                <a:latin typeface="Arial"/>
                <a:ea typeface="Arial"/>
                <a:cs typeface="Arial"/>
              </a:defRPr>
            </a:lvl7pPr>
            <a:lvl8pPr algn="l">
              <a:defRPr sz="1425" b="0">
                <a:solidFill>
                  <a:srgbClr val="7360A1"/>
                </a:solidFill>
                <a:latin typeface="Arial"/>
                <a:ea typeface="Arial"/>
                <a:cs typeface="Arial"/>
              </a:defRPr>
            </a:lvl8pPr>
            <a:lvl9pPr algn="l">
              <a:defRPr sz="1425" b="0">
                <a:solidFill>
                  <a:srgbClr val="7360A1"/>
                </a:solidFill>
                <a:latin typeface="Arial"/>
                <a:ea typeface="Arial"/>
                <a:cs typeface="Arial"/>
              </a:defRPr>
            </a:lvl9pPr>
          </a:lstStyle>
          <a:p xmlns:a="http://schemas.openxmlformats.org/drawingml/2006/main">
            <a:pPr algn="l">
              <a:defRPr sz="1425" b="0">
                <a:solidFill>
                  <a:srgbClr val="7360A1"/>
                </a:solidFill>
                <a:latin typeface="Arial"/>
                <a:ea typeface="Arial"/>
                <a:cs typeface="Arial"/>
              </a:defRPr>
            </a:pPr>
            <a:r>
              <a:rPr sz="1425" b="0">
                <a:solidFill>
                  <a:srgbClr val="7360A1"/>
                </a:solidFill>
                <a:latin typeface="Arial"/>
                <a:ea typeface="Arial"/>
                <a:cs typeface="Arial"/>
              </a:rPr>
              <a:t>Rules</a:t>
            </a:r>
          </a:p>
        </p:txBody>
      </p:sp>
      <p:sp>
        <p:nvSpPr>
          <p:cNvPr id="10" name="day2-110">
            <a:extLst xmlns:a="http://schemas.openxmlformats.org/drawingml/2006/main">
              <a:ext uri="{FF2B5EF4-FFF2-40B4-BE49-F238E27FC236}">
                <a16:creationId xmlns:a16="http://schemas.microsoft.com/office/drawing/2014/main" id="{16A698CE-4D32-4A2D-AB6D-F02B696FEEB1}"/>
              </a:ext>
            </a:extLst>
          </p:cNvPr>
          <p:cNvSpPr>
            <a:spLocks xmlns:a="http://schemas.openxmlformats.org/drawingml/2006/main" noGrp="1"/>
          </p:cNvSpPr>
          <p:nvPr/>
        </p:nvSpPr>
        <p:spPr>
          <a:xfrm xmlns:a="http://schemas.openxmlformats.org/drawingml/2006/main">
            <a:off x="3629025" y="1847850"/>
            <a:ext cx="95250" cy="95250"/>
          </a:xfrm>
          <a:prstGeom xmlns:a="http://schemas.openxmlformats.org/drawingml/2006/main" prst="rect">
            <a:avLst/>
          </a:prstGeom>
          <a:solidFill xmlns:a="http://schemas.openxmlformats.org/drawingml/2006/main">
            <a:srgbClr val="9D752B"/>
          </a:solidFill>
          <a:ln xmlns:a="http://schemas.openxmlformats.org/drawingml/2006/main" w="0">
            <a:noFill/>
          </a:ln>
        </p:spPr>
      </p:sp>
      <p:sp>
        <p:nvSpPr>
          <p:cNvPr id="11" name="day2-111">
            <a:extLst xmlns:a="http://schemas.openxmlformats.org/drawingml/2006/main">
              <a:ext uri="{FF2B5EF4-FFF2-40B4-BE49-F238E27FC236}">
                <a16:creationId xmlns:a16="http://schemas.microsoft.com/office/drawing/2014/main" id="{583E1BBF-CA57-4886-83D4-1FC4FA192AD3}"/>
              </a:ext>
            </a:extLst>
          </p:cNvPr>
          <p:cNvSpPr>
            <a:spLocks xmlns:a="http://schemas.openxmlformats.org/drawingml/2006/main" noGrp="1"/>
          </p:cNvSpPr>
          <p:nvPr/>
        </p:nvSpPr>
        <p:spPr>
          <a:xfrm xmlns:a="http://schemas.openxmlformats.org/drawingml/2006/main">
            <a:off x="38100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9D752B"/>
                </a:solidFill>
                <a:latin typeface="Arial"/>
                <a:ea typeface="Arial"/>
                <a:cs typeface="Arial"/>
              </a:defRPr>
            </a:defPPr>
            <a:lvl1pPr algn="l">
              <a:defRPr sz="1425" b="0">
                <a:solidFill>
                  <a:srgbClr val="9D752B"/>
                </a:solidFill>
                <a:latin typeface="Arial"/>
                <a:ea typeface="Arial"/>
                <a:cs typeface="Arial"/>
              </a:defRPr>
            </a:lvl1pPr>
            <a:lvl2pPr algn="l">
              <a:defRPr sz="1425" b="0">
                <a:solidFill>
                  <a:srgbClr val="9D752B"/>
                </a:solidFill>
                <a:latin typeface="Arial"/>
                <a:ea typeface="Arial"/>
                <a:cs typeface="Arial"/>
              </a:defRPr>
            </a:lvl2pPr>
            <a:lvl3pPr algn="l">
              <a:defRPr sz="1425" b="0">
                <a:solidFill>
                  <a:srgbClr val="9D752B"/>
                </a:solidFill>
                <a:latin typeface="Arial"/>
                <a:ea typeface="Arial"/>
                <a:cs typeface="Arial"/>
              </a:defRPr>
            </a:lvl3pPr>
            <a:lvl4pPr algn="l">
              <a:defRPr sz="1425" b="0">
                <a:solidFill>
                  <a:srgbClr val="9D752B"/>
                </a:solidFill>
                <a:latin typeface="Arial"/>
                <a:ea typeface="Arial"/>
                <a:cs typeface="Arial"/>
              </a:defRPr>
            </a:lvl4pPr>
            <a:lvl5pPr algn="l">
              <a:defRPr sz="1425" b="0">
                <a:solidFill>
                  <a:srgbClr val="9D752B"/>
                </a:solidFill>
                <a:latin typeface="Arial"/>
                <a:ea typeface="Arial"/>
                <a:cs typeface="Arial"/>
              </a:defRPr>
            </a:lvl5pPr>
            <a:lvl6pPr algn="l">
              <a:defRPr sz="1425" b="0">
                <a:solidFill>
                  <a:srgbClr val="9D752B"/>
                </a:solidFill>
                <a:latin typeface="Arial"/>
                <a:ea typeface="Arial"/>
                <a:cs typeface="Arial"/>
              </a:defRPr>
            </a:lvl6pPr>
            <a:lvl7pPr algn="l">
              <a:defRPr sz="1425" b="0">
                <a:solidFill>
                  <a:srgbClr val="9D752B"/>
                </a:solidFill>
                <a:latin typeface="Arial"/>
                <a:ea typeface="Arial"/>
                <a:cs typeface="Arial"/>
              </a:defRPr>
            </a:lvl7pPr>
            <a:lvl8pPr algn="l">
              <a:defRPr sz="1425" b="0">
                <a:solidFill>
                  <a:srgbClr val="9D752B"/>
                </a:solidFill>
                <a:latin typeface="Arial"/>
                <a:ea typeface="Arial"/>
                <a:cs typeface="Arial"/>
              </a:defRPr>
            </a:lvl8pPr>
            <a:lvl9pPr algn="l">
              <a:defRPr sz="1425" b="0">
                <a:solidFill>
                  <a:srgbClr val="9D752B"/>
                </a:solidFill>
                <a:latin typeface="Arial"/>
                <a:ea typeface="Arial"/>
                <a:cs typeface="Arial"/>
              </a:defRPr>
            </a:lvl9pPr>
          </a:lstStyle>
          <a:p xmlns:a="http://schemas.openxmlformats.org/drawingml/2006/main">
            <a:pPr algn="l">
              <a:defRPr sz="1425" b="0">
                <a:solidFill>
                  <a:srgbClr val="9D752B"/>
                </a:solidFill>
                <a:latin typeface="Arial"/>
                <a:ea typeface="Arial"/>
                <a:cs typeface="Arial"/>
              </a:defRPr>
            </a:pPr>
            <a:r>
              <a:rPr sz="1425" b="0">
                <a:solidFill>
                  <a:srgbClr val="9D752B"/>
                </a:solidFill>
                <a:latin typeface="Arial"/>
                <a:ea typeface="Arial"/>
                <a:cs typeface="Arial"/>
              </a:rPr>
              <a:t>Method</a:t>
            </a:r>
          </a:p>
        </p:txBody>
      </p:sp>
      <p:sp>
        <p:nvSpPr>
          <p:cNvPr id="12" name="day2-112">
            <a:extLst xmlns:a="http://schemas.openxmlformats.org/drawingml/2006/main">
              <a:ext uri="{FF2B5EF4-FFF2-40B4-BE49-F238E27FC236}">
                <a16:creationId xmlns:a16="http://schemas.microsoft.com/office/drawing/2014/main" id="{049097DD-1ADB-4D84-90A9-80D54DF66FA6}"/>
              </a:ext>
            </a:extLst>
          </p:cNvPr>
          <p:cNvSpPr>
            <a:spLocks xmlns:a="http://schemas.openxmlformats.org/drawingml/2006/main" noGrp="1"/>
          </p:cNvSpPr>
          <p:nvPr/>
        </p:nvSpPr>
        <p:spPr>
          <a:xfrm xmlns:a="http://schemas.openxmlformats.org/drawingml/2006/main">
            <a:off x="5133975" y="1847850"/>
            <a:ext cx="95250" cy="95250"/>
          </a:xfrm>
          <a:prstGeom xmlns:a="http://schemas.openxmlformats.org/drawingml/2006/main" prst="rect">
            <a:avLst/>
          </a:prstGeom>
          <a:solidFill xmlns:a="http://schemas.openxmlformats.org/drawingml/2006/main">
            <a:srgbClr val="5F7289"/>
          </a:solidFill>
          <a:ln xmlns:a="http://schemas.openxmlformats.org/drawingml/2006/main" w="0">
            <a:noFill/>
          </a:ln>
        </p:spPr>
      </p:sp>
      <p:sp>
        <p:nvSpPr>
          <p:cNvPr id="13" name="day2-113">
            <a:extLst xmlns:a="http://schemas.openxmlformats.org/drawingml/2006/main">
              <a:ext uri="{FF2B5EF4-FFF2-40B4-BE49-F238E27FC236}">
                <a16:creationId xmlns:a16="http://schemas.microsoft.com/office/drawing/2014/main" id="{49649BDD-D97D-4F04-B6E3-68F809C067F2}"/>
              </a:ext>
            </a:extLst>
          </p:cNvPr>
          <p:cNvSpPr>
            <a:spLocks xmlns:a="http://schemas.openxmlformats.org/drawingml/2006/main" noGrp="1"/>
          </p:cNvSpPr>
          <p:nvPr/>
        </p:nvSpPr>
        <p:spPr>
          <a:xfrm xmlns:a="http://schemas.openxmlformats.org/drawingml/2006/main">
            <a:off x="53149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5F7289"/>
                </a:solidFill>
                <a:latin typeface="Arial"/>
                <a:ea typeface="Arial"/>
                <a:cs typeface="Arial"/>
              </a:defRPr>
            </a:defPPr>
            <a:lvl1pPr algn="l">
              <a:defRPr sz="1425" b="0">
                <a:solidFill>
                  <a:srgbClr val="5F7289"/>
                </a:solidFill>
                <a:latin typeface="Arial"/>
                <a:ea typeface="Arial"/>
                <a:cs typeface="Arial"/>
              </a:defRPr>
            </a:lvl1pPr>
            <a:lvl2pPr algn="l">
              <a:defRPr sz="1425" b="0">
                <a:solidFill>
                  <a:srgbClr val="5F7289"/>
                </a:solidFill>
                <a:latin typeface="Arial"/>
                <a:ea typeface="Arial"/>
                <a:cs typeface="Arial"/>
              </a:defRPr>
            </a:lvl2pPr>
            <a:lvl3pPr algn="l">
              <a:defRPr sz="1425" b="0">
                <a:solidFill>
                  <a:srgbClr val="5F7289"/>
                </a:solidFill>
                <a:latin typeface="Arial"/>
                <a:ea typeface="Arial"/>
                <a:cs typeface="Arial"/>
              </a:defRPr>
            </a:lvl3pPr>
            <a:lvl4pPr algn="l">
              <a:defRPr sz="1425" b="0">
                <a:solidFill>
                  <a:srgbClr val="5F7289"/>
                </a:solidFill>
                <a:latin typeface="Arial"/>
                <a:ea typeface="Arial"/>
                <a:cs typeface="Arial"/>
              </a:defRPr>
            </a:lvl4pPr>
            <a:lvl5pPr algn="l">
              <a:defRPr sz="1425" b="0">
                <a:solidFill>
                  <a:srgbClr val="5F7289"/>
                </a:solidFill>
                <a:latin typeface="Arial"/>
                <a:ea typeface="Arial"/>
                <a:cs typeface="Arial"/>
              </a:defRPr>
            </a:lvl5pPr>
            <a:lvl6pPr algn="l">
              <a:defRPr sz="1425" b="0">
                <a:solidFill>
                  <a:srgbClr val="5F7289"/>
                </a:solidFill>
                <a:latin typeface="Arial"/>
                <a:ea typeface="Arial"/>
                <a:cs typeface="Arial"/>
              </a:defRPr>
            </a:lvl6pPr>
            <a:lvl7pPr algn="l">
              <a:defRPr sz="1425" b="0">
                <a:solidFill>
                  <a:srgbClr val="5F7289"/>
                </a:solidFill>
                <a:latin typeface="Arial"/>
                <a:ea typeface="Arial"/>
                <a:cs typeface="Arial"/>
              </a:defRPr>
            </a:lvl7pPr>
            <a:lvl8pPr algn="l">
              <a:defRPr sz="1425" b="0">
                <a:solidFill>
                  <a:srgbClr val="5F7289"/>
                </a:solidFill>
                <a:latin typeface="Arial"/>
                <a:ea typeface="Arial"/>
                <a:cs typeface="Arial"/>
              </a:defRPr>
            </a:lvl8pPr>
            <a:lvl9pPr algn="l">
              <a:defRPr sz="1425" b="0">
                <a:solidFill>
                  <a:srgbClr val="5F7289"/>
                </a:solidFill>
                <a:latin typeface="Arial"/>
                <a:ea typeface="Arial"/>
                <a:cs typeface="Arial"/>
              </a:defRPr>
            </a:lvl9pPr>
          </a:lstStyle>
          <a:p xmlns:a="http://schemas.openxmlformats.org/drawingml/2006/main">
            <a:pPr algn="l">
              <a:defRPr sz="1425" b="0">
                <a:solidFill>
                  <a:srgbClr val="5F7289"/>
                </a:solidFill>
                <a:latin typeface="Arial"/>
                <a:ea typeface="Arial"/>
                <a:cs typeface="Arial"/>
              </a:defRPr>
            </a:pPr>
            <a:r>
              <a:rPr sz="1425" b="0">
                <a:solidFill>
                  <a:srgbClr val="5F7289"/>
                </a:solidFill>
                <a:latin typeface="Arial"/>
                <a:ea typeface="Arial"/>
                <a:cs typeface="Arial"/>
              </a:rPr>
              <a:t>Tools</a:t>
            </a:r>
          </a:p>
        </p:txBody>
      </p:sp>
      <p:sp>
        <p:nvSpPr>
          <p:cNvPr id="14" name="day2-114">
            <a:extLst xmlns:a="http://schemas.openxmlformats.org/drawingml/2006/main">
              <a:ext uri="{FF2B5EF4-FFF2-40B4-BE49-F238E27FC236}">
                <a16:creationId xmlns:a16="http://schemas.microsoft.com/office/drawing/2014/main" id="{64691FE2-94E1-4CC7-A294-CFDF5152E30C}"/>
              </a:ext>
            </a:extLst>
          </p:cNvPr>
          <p:cNvSpPr>
            <a:spLocks xmlns:a="http://schemas.openxmlformats.org/drawingml/2006/main" noGrp="1"/>
          </p:cNvSpPr>
          <p:nvPr/>
        </p:nvSpPr>
        <p:spPr>
          <a:xfrm xmlns:a="http://schemas.openxmlformats.org/drawingml/2006/main">
            <a:off x="6638925" y="1847850"/>
            <a:ext cx="95250" cy="95250"/>
          </a:xfrm>
          <a:prstGeom xmlns:a="http://schemas.openxmlformats.org/drawingml/2006/main" prst="rect">
            <a:avLst/>
          </a:prstGeom>
          <a:solidFill xmlns:a="http://schemas.openxmlformats.org/drawingml/2006/main">
            <a:srgbClr val="327D6B"/>
          </a:solidFill>
          <a:ln xmlns:a="http://schemas.openxmlformats.org/drawingml/2006/main" w="0">
            <a:noFill/>
          </a:ln>
        </p:spPr>
      </p:sp>
      <p:sp>
        <p:nvSpPr>
          <p:cNvPr id="15" name="day2-115">
            <a:extLst xmlns:a="http://schemas.openxmlformats.org/drawingml/2006/main">
              <a:ext uri="{FF2B5EF4-FFF2-40B4-BE49-F238E27FC236}">
                <a16:creationId xmlns:a16="http://schemas.microsoft.com/office/drawing/2014/main" id="{D7B849F4-26A8-4F67-8C8B-7A866DA4E57A}"/>
              </a:ext>
            </a:extLst>
          </p:cNvPr>
          <p:cNvSpPr>
            <a:spLocks xmlns:a="http://schemas.openxmlformats.org/drawingml/2006/main" noGrp="1"/>
          </p:cNvSpPr>
          <p:nvPr/>
        </p:nvSpPr>
        <p:spPr>
          <a:xfrm xmlns:a="http://schemas.openxmlformats.org/drawingml/2006/main">
            <a:off x="68199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27D6B"/>
                </a:solidFill>
                <a:latin typeface="Arial"/>
                <a:ea typeface="Arial"/>
                <a:cs typeface="Arial"/>
              </a:defRPr>
            </a:defPPr>
            <a:lvl1pPr algn="l">
              <a:defRPr sz="1425" b="0">
                <a:solidFill>
                  <a:srgbClr val="327D6B"/>
                </a:solidFill>
                <a:latin typeface="Arial"/>
                <a:ea typeface="Arial"/>
                <a:cs typeface="Arial"/>
              </a:defRPr>
            </a:lvl1pPr>
            <a:lvl2pPr algn="l">
              <a:defRPr sz="1425" b="0">
                <a:solidFill>
                  <a:srgbClr val="327D6B"/>
                </a:solidFill>
                <a:latin typeface="Arial"/>
                <a:ea typeface="Arial"/>
                <a:cs typeface="Arial"/>
              </a:defRPr>
            </a:lvl2pPr>
            <a:lvl3pPr algn="l">
              <a:defRPr sz="1425" b="0">
                <a:solidFill>
                  <a:srgbClr val="327D6B"/>
                </a:solidFill>
                <a:latin typeface="Arial"/>
                <a:ea typeface="Arial"/>
                <a:cs typeface="Arial"/>
              </a:defRPr>
            </a:lvl3pPr>
            <a:lvl4pPr algn="l">
              <a:defRPr sz="1425" b="0">
                <a:solidFill>
                  <a:srgbClr val="327D6B"/>
                </a:solidFill>
                <a:latin typeface="Arial"/>
                <a:ea typeface="Arial"/>
                <a:cs typeface="Arial"/>
              </a:defRPr>
            </a:lvl4pPr>
            <a:lvl5pPr algn="l">
              <a:defRPr sz="1425" b="0">
                <a:solidFill>
                  <a:srgbClr val="327D6B"/>
                </a:solidFill>
                <a:latin typeface="Arial"/>
                <a:ea typeface="Arial"/>
                <a:cs typeface="Arial"/>
              </a:defRPr>
            </a:lvl5pPr>
            <a:lvl6pPr algn="l">
              <a:defRPr sz="1425" b="0">
                <a:solidFill>
                  <a:srgbClr val="327D6B"/>
                </a:solidFill>
                <a:latin typeface="Arial"/>
                <a:ea typeface="Arial"/>
                <a:cs typeface="Arial"/>
              </a:defRPr>
            </a:lvl6pPr>
            <a:lvl7pPr algn="l">
              <a:defRPr sz="1425" b="0">
                <a:solidFill>
                  <a:srgbClr val="327D6B"/>
                </a:solidFill>
                <a:latin typeface="Arial"/>
                <a:ea typeface="Arial"/>
                <a:cs typeface="Arial"/>
              </a:defRPr>
            </a:lvl7pPr>
            <a:lvl8pPr algn="l">
              <a:defRPr sz="1425" b="0">
                <a:solidFill>
                  <a:srgbClr val="327D6B"/>
                </a:solidFill>
                <a:latin typeface="Arial"/>
                <a:ea typeface="Arial"/>
                <a:cs typeface="Arial"/>
              </a:defRPr>
            </a:lvl8pPr>
            <a:lvl9pPr algn="l">
              <a:defRPr sz="1425" b="0">
                <a:solidFill>
                  <a:srgbClr val="327D6B"/>
                </a:solidFill>
                <a:latin typeface="Arial"/>
                <a:ea typeface="Arial"/>
                <a:cs typeface="Arial"/>
              </a:defRPr>
            </a:lvl9pPr>
          </a:lstStyle>
          <a:p xmlns:a="http://schemas.openxmlformats.org/drawingml/2006/main">
            <a:pPr algn="l">
              <a:defRPr sz="1425" b="0">
                <a:solidFill>
                  <a:srgbClr val="327D6B"/>
                </a:solidFill>
                <a:latin typeface="Arial"/>
                <a:ea typeface="Arial"/>
                <a:cs typeface="Arial"/>
              </a:defRPr>
            </a:pPr>
            <a:r>
              <a:rPr sz="1425" b="0">
                <a:solidFill>
                  <a:srgbClr val="327D6B"/>
                </a:solidFill>
                <a:latin typeface="Arial"/>
                <a:ea typeface="Arial"/>
                <a:cs typeface="Arial"/>
              </a:rPr>
              <a:t>Output</a:t>
            </a:r>
          </a:p>
        </p:txBody>
      </p:sp>
      <p:sp>
        <p:nvSpPr>
          <p:cNvPr id="16" name="day2-116">
            <a:extLst xmlns:a="http://schemas.openxmlformats.org/drawingml/2006/main">
              <a:ext uri="{FF2B5EF4-FFF2-40B4-BE49-F238E27FC236}">
                <a16:creationId xmlns:a16="http://schemas.microsoft.com/office/drawing/2014/main" id="{EC67C2DF-8710-4470-A136-81FE48AFA3FA}"/>
              </a:ext>
            </a:extLst>
          </p:cNvPr>
          <p:cNvSpPr>
            <a:spLocks xmlns:a="http://schemas.openxmlformats.org/drawingml/2006/main" noGrp="1"/>
          </p:cNvSpPr>
          <p:nvPr/>
        </p:nvSpPr>
        <p:spPr>
          <a:xfrm xmlns:a="http://schemas.openxmlformats.org/drawingml/2006/main">
            <a:off x="8143875" y="1847850"/>
            <a:ext cx="95250" cy="95250"/>
          </a:xfrm>
          <a:prstGeom xmlns:a="http://schemas.openxmlformats.org/drawingml/2006/main" prst="rect">
            <a:avLst/>
          </a:prstGeom>
          <a:solidFill xmlns:a="http://schemas.openxmlformats.org/drawingml/2006/main">
            <a:srgbClr val="AC6154"/>
          </a:solidFill>
          <a:ln xmlns:a="http://schemas.openxmlformats.org/drawingml/2006/main" w="0">
            <a:noFill/>
          </a:ln>
        </p:spPr>
      </p:sp>
      <p:sp>
        <p:nvSpPr>
          <p:cNvPr id="17" name="day2-117">
            <a:extLst xmlns:a="http://schemas.openxmlformats.org/drawingml/2006/main">
              <a:ext uri="{FF2B5EF4-FFF2-40B4-BE49-F238E27FC236}">
                <a16:creationId xmlns:a16="http://schemas.microsoft.com/office/drawing/2014/main" id="{71369779-2D4A-4FE9-8C5F-E430D0AB7C24}"/>
              </a:ext>
            </a:extLst>
          </p:cNvPr>
          <p:cNvSpPr>
            <a:spLocks xmlns:a="http://schemas.openxmlformats.org/drawingml/2006/main" noGrp="1"/>
          </p:cNvSpPr>
          <p:nvPr/>
        </p:nvSpPr>
        <p:spPr>
          <a:xfrm xmlns:a="http://schemas.openxmlformats.org/drawingml/2006/main">
            <a:off x="83248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AC6154"/>
                </a:solidFill>
                <a:latin typeface="Arial"/>
                <a:ea typeface="Arial"/>
                <a:cs typeface="Arial"/>
              </a:defRPr>
            </a:defPPr>
            <a:lvl1pPr algn="l">
              <a:defRPr sz="1425" b="0">
                <a:solidFill>
                  <a:srgbClr val="AC6154"/>
                </a:solidFill>
                <a:latin typeface="Arial"/>
                <a:ea typeface="Arial"/>
                <a:cs typeface="Arial"/>
              </a:defRPr>
            </a:lvl1pPr>
            <a:lvl2pPr algn="l">
              <a:defRPr sz="1425" b="0">
                <a:solidFill>
                  <a:srgbClr val="AC6154"/>
                </a:solidFill>
                <a:latin typeface="Arial"/>
                <a:ea typeface="Arial"/>
                <a:cs typeface="Arial"/>
              </a:defRPr>
            </a:lvl2pPr>
            <a:lvl3pPr algn="l">
              <a:defRPr sz="1425" b="0">
                <a:solidFill>
                  <a:srgbClr val="AC6154"/>
                </a:solidFill>
                <a:latin typeface="Arial"/>
                <a:ea typeface="Arial"/>
                <a:cs typeface="Arial"/>
              </a:defRPr>
            </a:lvl3pPr>
            <a:lvl4pPr algn="l">
              <a:defRPr sz="1425" b="0">
                <a:solidFill>
                  <a:srgbClr val="AC6154"/>
                </a:solidFill>
                <a:latin typeface="Arial"/>
                <a:ea typeface="Arial"/>
                <a:cs typeface="Arial"/>
              </a:defRPr>
            </a:lvl4pPr>
            <a:lvl5pPr algn="l">
              <a:defRPr sz="1425" b="0">
                <a:solidFill>
                  <a:srgbClr val="AC6154"/>
                </a:solidFill>
                <a:latin typeface="Arial"/>
                <a:ea typeface="Arial"/>
                <a:cs typeface="Arial"/>
              </a:defRPr>
            </a:lvl5pPr>
            <a:lvl6pPr algn="l">
              <a:defRPr sz="1425" b="0">
                <a:solidFill>
                  <a:srgbClr val="AC6154"/>
                </a:solidFill>
                <a:latin typeface="Arial"/>
                <a:ea typeface="Arial"/>
                <a:cs typeface="Arial"/>
              </a:defRPr>
            </a:lvl6pPr>
            <a:lvl7pPr algn="l">
              <a:defRPr sz="1425" b="0">
                <a:solidFill>
                  <a:srgbClr val="AC6154"/>
                </a:solidFill>
                <a:latin typeface="Arial"/>
                <a:ea typeface="Arial"/>
                <a:cs typeface="Arial"/>
              </a:defRPr>
            </a:lvl7pPr>
            <a:lvl8pPr algn="l">
              <a:defRPr sz="1425" b="0">
                <a:solidFill>
                  <a:srgbClr val="AC6154"/>
                </a:solidFill>
                <a:latin typeface="Arial"/>
                <a:ea typeface="Arial"/>
                <a:cs typeface="Arial"/>
              </a:defRPr>
            </a:lvl8pPr>
            <a:lvl9pPr algn="l">
              <a:defRPr sz="1425" b="0">
                <a:solidFill>
                  <a:srgbClr val="AC6154"/>
                </a:solidFill>
                <a:latin typeface="Arial"/>
                <a:ea typeface="Arial"/>
                <a:cs typeface="Arial"/>
              </a:defRPr>
            </a:lvl9pPr>
          </a:lstStyle>
          <a:p xmlns:a="http://schemas.openxmlformats.org/drawingml/2006/main">
            <a:pPr algn="l">
              <a:defRPr sz="1425" b="0">
                <a:solidFill>
                  <a:srgbClr val="AC6154"/>
                </a:solidFill>
                <a:latin typeface="Arial"/>
                <a:ea typeface="Arial"/>
                <a:cs typeface="Arial"/>
              </a:defRPr>
            </a:pPr>
            <a:r>
              <a:rPr sz="1425" b="0">
                <a:solidFill>
                  <a:srgbClr val="AC6154"/>
                </a:solidFill>
                <a:latin typeface="Arial"/>
                <a:ea typeface="Arial"/>
                <a:cs typeface="Arial"/>
              </a:rPr>
              <a:t>Review</a:t>
            </a:r>
          </a:p>
        </p:txBody>
      </p:sp>
      <p:sp>
        <p:nvSpPr>
          <p:cNvPr id="18" name="day2-118">
            <a:extLst xmlns:a="http://schemas.openxmlformats.org/drawingml/2006/main">
              <a:ext uri="{FF2B5EF4-FFF2-40B4-BE49-F238E27FC236}">
                <a16:creationId xmlns:a16="http://schemas.microsoft.com/office/drawing/2014/main" id="{469627F2-326D-4577-9969-06CC975DA3DD}"/>
              </a:ext>
            </a:extLst>
          </p:cNvPr>
          <p:cNvSpPr>
            <a:spLocks xmlns:a="http://schemas.openxmlformats.org/drawingml/2006/main" noGrp="1"/>
          </p:cNvSpPr>
          <p:nvPr/>
        </p:nvSpPr>
        <p:spPr>
          <a:xfrm xmlns:a="http://schemas.openxmlformats.org/drawingml/2006/main">
            <a:off x="691515" y="2564130"/>
            <a:ext cx="2193608" cy="1339215"/>
          </a:xfrm>
          <a:prstGeom xmlns:a="http://schemas.openxmlformats.org/drawingml/2006/main" prst="roundRect">
            <a:avLst>
              <a:gd name="adj" fmla="val 5690"/>
            </a:avLst>
          </a:prstGeom>
          <a:solidFill xmlns:a="http://schemas.openxmlformats.org/drawingml/2006/main">
            <a:srgbClr val="EAF3FC"/>
          </a:solidFill>
          <a:ln xmlns:a="http://schemas.openxmlformats.org/drawingml/2006/main" w="14288">
            <a:solidFill>
              <a:srgbClr val="3D709F"/>
            </a:solidFill>
          </a:ln>
        </p:spPr>
      </p:sp>
      <p:sp>
        <p:nvSpPr>
          <p:cNvPr id="19" name="day2-119">
            <a:extLst xmlns:a="http://schemas.openxmlformats.org/drawingml/2006/main">
              <a:ext uri="{FF2B5EF4-FFF2-40B4-BE49-F238E27FC236}">
                <a16:creationId xmlns:a16="http://schemas.microsoft.com/office/drawing/2014/main" id="{AC403AF2-E121-4DB5-B7DB-6300A3F96972}"/>
              </a:ext>
            </a:extLst>
          </p:cNvPr>
          <p:cNvSpPr>
            <a:spLocks xmlns:a="http://schemas.openxmlformats.org/drawingml/2006/main" noGrp="1"/>
          </p:cNvSpPr>
          <p:nvPr/>
        </p:nvSpPr>
        <p:spPr>
          <a:xfrm xmlns:a="http://schemas.openxmlformats.org/drawingml/2006/main">
            <a:off x="786765" y="2611755"/>
            <a:ext cx="2003107" cy="1243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Inputs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Source note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Audience brief</a:t>
            </a:r>
          </a:p>
        </p:txBody>
      </p:sp>
      <p:sp>
        <p:nvSpPr>
          <p:cNvPr id="20" name="day2-120">
            <a:extLst xmlns:a="http://schemas.openxmlformats.org/drawingml/2006/main">
              <a:ext uri="{FF2B5EF4-FFF2-40B4-BE49-F238E27FC236}">
                <a16:creationId xmlns:a16="http://schemas.microsoft.com/office/drawing/2014/main" id="{50594941-40E3-455E-85D3-DA7FDACD65E6}"/>
              </a:ext>
            </a:extLst>
          </p:cNvPr>
          <p:cNvSpPr>
            <a:spLocks xmlns:a="http://schemas.openxmlformats.org/drawingml/2006/main" noGrp="1"/>
          </p:cNvSpPr>
          <p:nvPr/>
        </p:nvSpPr>
        <p:spPr>
          <a:xfrm xmlns:a="http://schemas.openxmlformats.org/drawingml/2006/main">
            <a:off x="3556635" y="2352675"/>
            <a:ext cx="4208145" cy="881063"/>
          </a:xfrm>
          <a:prstGeom xmlns:a="http://schemas.openxmlformats.org/drawingml/2006/main" prst="roundRect">
            <a:avLst>
              <a:gd name="adj" fmla="val 8649"/>
            </a:avLst>
          </a:prstGeom>
          <a:solidFill xmlns:a="http://schemas.openxmlformats.org/drawingml/2006/main">
            <a:srgbClr val="F0ECFC"/>
          </a:solidFill>
          <a:ln xmlns:a="http://schemas.openxmlformats.org/drawingml/2006/main" w="14288">
            <a:solidFill>
              <a:srgbClr val="7360A1"/>
            </a:solidFill>
          </a:ln>
        </p:spPr>
      </p:sp>
      <p:sp>
        <p:nvSpPr>
          <p:cNvPr id="21" name="day2-121">
            <a:extLst xmlns:a="http://schemas.openxmlformats.org/drawingml/2006/main">
              <a:ext uri="{FF2B5EF4-FFF2-40B4-BE49-F238E27FC236}">
                <a16:creationId xmlns:a16="http://schemas.microsoft.com/office/drawing/2014/main" id="{78B8BADC-4B7A-4491-9BA8-0ED8ACB5A40E}"/>
              </a:ext>
            </a:extLst>
          </p:cNvPr>
          <p:cNvSpPr>
            <a:spLocks xmlns:a="http://schemas.openxmlformats.org/drawingml/2006/main" noGrp="1"/>
          </p:cNvSpPr>
          <p:nvPr/>
        </p:nvSpPr>
        <p:spPr>
          <a:xfrm xmlns:a="http://schemas.openxmlformats.org/drawingml/2006/main">
            <a:off x="3651885" y="2400300"/>
            <a:ext cx="4017645" cy="785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Project guidance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Use the brand voice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Cite factual claims</a:t>
            </a:r>
          </a:p>
        </p:txBody>
      </p:sp>
      <p:sp>
        <p:nvSpPr>
          <p:cNvPr id="22" name="day2-122">
            <a:extLst xmlns:a="http://schemas.openxmlformats.org/drawingml/2006/main">
              <a:ext uri="{FF2B5EF4-FFF2-40B4-BE49-F238E27FC236}">
                <a16:creationId xmlns:a16="http://schemas.microsoft.com/office/drawing/2014/main" id="{35B5BC1F-7A69-41A5-9A25-7490C485BD30}"/>
              </a:ext>
            </a:extLst>
          </p:cNvPr>
          <p:cNvSpPr>
            <a:spLocks xmlns:a="http://schemas.openxmlformats.org/drawingml/2006/main" noGrp="1"/>
          </p:cNvSpPr>
          <p:nvPr/>
        </p:nvSpPr>
        <p:spPr>
          <a:xfrm xmlns:a="http://schemas.openxmlformats.org/drawingml/2006/main">
            <a:off x="3556635" y="3515678"/>
            <a:ext cx="4208145" cy="916305"/>
          </a:xfrm>
          <a:prstGeom xmlns:a="http://schemas.openxmlformats.org/drawingml/2006/main" prst="roundRect">
            <a:avLst>
              <a:gd name="adj" fmla="val 8316"/>
            </a:avLst>
          </a:prstGeom>
          <a:solidFill xmlns:a="http://schemas.openxmlformats.org/drawingml/2006/main">
            <a:srgbClr val="FFF2D9"/>
          </a:solidFill>
          <a:ln xmlns:a="http://schemas.openxmlformats.org/drawingml/2006/main" w="14288">
            <a:solidFill>
              <a:srgbClr val="9D752B"/>
            </a:solidFill>
          </a:ln>
        </p:spPr>
      </p:sp>
      <p:sp>
        <p:nvSpPr>
          <p:cNvPr id="23" name="day2-123">
            <a:extLst xmlns:a="http://schemas.openxmlformats.org/drawingml/2006/main">
              <a:ext uri="{FF2B5EF4-FFF2-40B4-BE49-F238E27FC236}">
                <a16:creationId xmlns:a16="http://schemas.microsoft.com/office/drawing/2014/main" id="{5962D04F-2795-4023-A53E-4404C0B06C5A}"/>
              </a:ext>
            </a:extLst>
          </p:cNvPr>
          <p:cNvSpPr>
            <a:spLocks xmlns:a="http://schemas.openxmlformats.org/drawingml/2006/main" noGrp="1"/>
          </p:cNvSpPr>
          <p:nvPr/>
        </p:nvSpPr>
        <p:spPr>
          <a:xfrm xmlns:a="http://schemas.openxmlformats.org/drawingml/2006/main">
            <a:off x="3651885" y="3563303"/>
            <a:ext cx="4017645" cy="821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Skill</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Draft, edit, source-check</a:t>
            </a:r>
          </a:p>
        </p:txBody>
      </p:sp>
      <p:sp>
        <p:nvSpPr>
          <p:cNvPr id="24" name="day2-124">
            <a:extLst xmlns:a="http://schemas.openxmlformats.org/drawingml/2006/main">
              <a:ext uri="{FF2B5EF4-FFF2-40B4-BE49-F238E27FC236}">
                <a16:creationId xmlns:a16="http://schemas.microsoft.com/office/drawing/2014/main" id="{68AF4FD9-483B-4B5F-9637-C2D01EC06901}"/>
              </a:ext>
            </a:extLst>
          </p:cNvPr>
          <p:cNvSpPr>
            <a:spLocks xmlns:a="http://schemas.openxmlformats.org/drawingml/2006/main" noGrp="1"/>
          </p:cNvSpPr>
          <p:nvPr/>
        </p:nvSpPr>
        <p:spPr>
          <a:xfrm xmlns:a="http://schemas.openxmlformats.org/drawingml/2006/main">
            <a:off x="8436293" y="2564130"/>
            <a:ext cx="2999423" cy="1339215"/>
          </a:xfrm>
          <a:prstGeom xmlns:a="http://schemas.openxmlformats.org/drawingml/2006/main" prst="roundRect">
            <a:avLst>
              <a:gd name="adj" fmla="val 5690"/>
            </a:avLst>
          </a:prstGeom>
          <a:solidFill xmlns:a="http://schemas.openxmlformats.org/drawingml/2006/main">
            <a:srgbClr val="E5F4EF"/>
          </a:solidFill>
          <a:ln xmlns:a="http://schemas.openxmlformats.org/drawingml/2006/main" w="14288">
            <a:solidFill>
              <a:srgbClr val="327D6B"/>
            </a:solidFill>
          </a:ln>
        </p:spPr>
      </p:sp>
      <p:sp>
        <p:nvSpPr>
          <p:cNvPr id="25" name="day2-125">
            <a:extLst xmlns:a="http://schemas.openxmlformats.org/drawingml/2006/main">
              <a:ext uri="{FF2B5EF4-FFF2-40B4-BE49-F238E27FC236}">
                <a16:creationId xmlns:a16="http://schemas.microsoft.com/office/drawing/2014/main" id="{77BE9082-CCC7-414A-B63F-758517876726}"/>
              </a:ext>
            </a:extLst>
          </p:cNvPr>
          <p:cNvSpPr>
            <a:spLocks xmlns:a="http://schemas.openxmlformats.org/drawingml/2006/main" noGrp="1"/>
          </p:cNvSpPr>
          <p:nvPr/>
        </p:nvSpPr>
        <p:spPr>
          <a:xfrm xmlns:a="http://schemas.openxmlformats.org/drawingml/2006/main">
            <a:off x="8531543" y="2611755"/>
            <a:ext cx="2808923" cy="1243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Output</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Post draft</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Evidence links</a:t>
            </a:r>
          </a:p>
        </p:txBody>
      </p:sp>
      <p:sp>
        <p:nvSpPr>
          <p:cNvPr id="26" name="day2-126">
            <a:extLst xmlns:a="http://schemas.openxmlformats.org/drawingml/2006/main">
              <a:ext uri="{FF2B5EF4-FFF2-40B4-BE49-F238E27FC236}">
                <a16:creationId xmlns:a16="http://schemas.microsoft.com/office/drawing/2014/main" id="{9B0A95DA-AD6B-45F0-8138-B105AFBD493E}"/>
              </a:ext>
            </a:extLst>
          </p:cNvPr>
          <p:cNvSpPr>
            <a:spLocks xmlns:a="http://schemas.openxmlformats.org/drawingml/2006/main" noGrp="1"/>
          </p:cNvSpPr>
          <p:nvPr/>
        </p:nvSpPr>
        <p:spPr>
          <a:xfrm xmlns:a="http://schemas.openxmlformats.org/drawingml/2006/main">
            <a:off x="8436293" y="4431983"/>
            <a:ext cx="2999423" cy="845820"/>
          </a:xfrm>
          <a:prstGeom xmlns:a="http://schemas.openxmlformats.org/drawingml/2006/main" prst="roundRect">
            <a:avLst>
              <a:gd name="adj" fmla="val 9009"/>
            </a:avLst>
          </a:prstGeom>
          <a:solidFill xmlns:a="http://schemas.openxmlformats.org/drawingml/2006/main">
            <a:srgbClr val="FBEAE6"/>
          </a:solidFill>
          <a:ln xmlns:a="http://schemas.openxmlformats.org/drawingml/2006/main" w="14288">
            <a:solidFill>
              <a:srgbClr val="AC6154"/>
            </a:solidFill>
          </a:ln>
        </p:spPr>
      </p:sp>
      <p:sp>
        <p:nvSpPr>
          <p:cNvPr id="27" name="day2-127">
            <a:extLst xmlns:a="http://schemas.openxmlformats.org/drawingml/2006/main">
              <a:ext uri="{FF2B5EF4-FFF2-40B4-BE49-F238E27FC236}">
                <a16:creationId xmlns:a16="http://schemas.microsoft.com/office/drawing/2014/main" id="{EF8713E1-5771-46E7-AA69-65B954E0A447}"/>
              </a:ext>
            </a:extLst>
          </p:cNvPr>
          <p:cNvSpPr>
            <a:spLocks xmlns:a="http://schemas.openxmlformats.org/drawingml/2006/main" noGrp="1"/>
          </p:cNvSpPr>
          <p:nvPr/>
        </p:nvSpPr>
        <p:spPr>
          <a:xfrm xmlns:a="http://schemas.openxmlformats.org/drawingml/2006/main">
            <a:off x="8531543" y="4479608"/>
            <a:ext cx="2808923" cy="750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Editor review</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Approve publication</a:t>
            </a:r>
          </a:p>
        </p:txBody>
      </p:sp>
      <p:sp>
        <p:nvSpPr>
          <p:cNvPr id="28" name="day2-128">
            <a:extLst xmlns:a="http://schemas.openxmlformats.org/drawingml/2006/main">
              <a:ext uri="{FF2B5EF4-FFF2-40B4-BE49-F238E27FC236}">
                <a16:creationId xmlns:a16="http://schemas.microsoft.com/office/drawing/2014/main" id="{A9CBAF6C-C719-4AB5-A694-049FBA944E7C}"/>
              </a:ext>
            </a:extLst>
          </p:cNvPr>
          <p:cNvSpPr>
            <a:spLocks xmlns:a="http://schemas.openxmlformats.org/drawingml/2006/main" noGrp="1"/>
          </p:cNvSpPr>
          <p:nvPr/>
        </p:nvSpPr>
        <p:spPr>
          <a:xfrm xmlns:a="http://schemas.openxmlformats.org/drawingml/2006/main">
            <a:off x="691515" y="4431983"/>
            <a:ext cx="2193608" cy="845820"/>
          </a:xfrm>
          <a:prstGeom xmlns:a="http://schemas.openxmlformats.org/drawingml/2006/main" prst="roundRect">
            <a:avLst>
              <a:gd name="adj" fmla="val 9009"/>
            </a:avLst>
          </a:prstGeom>
          <a:solidFill xmlns:a="http://schemas.openxmlformats.org/drawingml/2006/main">
            <a:srgbClr val="EEF1F5"/>
          </a:solidFill>
          <a:ln xmlns:a="http://schemas.openxmlformats.org/drawingml/2006/main" w="14288">
            <a:solidFill>
              <a:srgbClr val="5F7289"/>
            </a:solidFill>
          </a:ln>
        </p:spPr>
      </p:sp>
      <p:sp>
        <p:nvSpPr>
          <p:cNvPr id="29" name="day2-129">
            <a:extLst xmlns:a="http://schemas.openxmlformats.org/drawingml/2006/main">
              <a:ext uri="{FF2B5EF4-FFF2-40B4-BE49-F238E27FC236}">
                <a16:creationId xmlns:a16="http://schemas.microsoft.com/office/drawing/2014/main" id="{0AE09AD6-8D46-4540-87B9-250170CF5418}"/>
              </a:ext>
            </a:extLst>
          </p:cNvPr>
          <p:cNvSpPr>
            <a:spLocks xmlns:a="http://schemas.openxmlformats.org/drawingml/2006/main" noGrp="1"/>
          </p:cNvSpPr>
          <p:nvPr/>
        </p:nvSpPr>
        <p:spPr>
          <a:xfrm xmlns:a="http://schemas.openxmlformats.org/drawingml/2006/main">
            <a:off x="786765" y="4479608"/>
            <a:ext cx="2003107" cy="750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Optional tools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Docs or scheduler</a:t>
            </a:r>
          </a:p>
        </p:txBody>
      </p:sp>
      <p:sp>
        <p:nvSpPr>
          <p:cNvPr id="35" name="day2-130">
            <a:extLst xmlns:a="http://schemas.openxmlformats.org/drawingml/2006/main">
              <a:ext uri="{FF2B5EF4-FFF2-40B4-BE49-F238E27FC236}">
                <a16:creationId xmlns:a16="http://schemas.microsoft.com/office/drawing/2014/main" id="{3AABB680-4F0D-43E0-AD26-1123D11B942A}"/>
              </a:ext>
            </a:extLst>
          </p:cNvPr>
          <p:cNvSpPr>
            <a:spLocks xmlns:a="http://schemas.openxmlformats.org/drawingml/2006/main" noGrp="1"/>
          </p:cNvSpPr>
          <p:nvPr/>
        </p:nvSpPr>
        <p:spPr>
          <a:xfrm xmlns:a="http://schemas.openxmlformats.org/drawingml/2006/main">
            <a:off x="619125" y="59531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AC6154"/>
                </a:solidFill>
                <a:latin typeface="Arial"/>
                <a:ea typeface="Arial"/>
                <a:cs typeface="Arial"/>
              </a:defRPr>
            </a:defPPr>
            <a:lvl1pPr algn="l">
              <a:defRPr sz="1875" b="0">
                <a:solidFill>
                  <a:srgbClr val="AC6154"/>
                </a:solidFill>
                <a:latin typeface="Arial"/>
                <a:ea typeface="Arial"/>
                <a:cs typeface="Arial"/>
              </a:defRPr>
            </a:lvl1pPr>
            <a:lvl2pPr algn="l">
              <a:defRPr sz="1875" b="0">
                <a:solidFill>
                  <a:srgbClr val="AC6154"/>
                </a:solidFill>
                <a:latin typeface="Arial"/>
                <a:ea typeface="Arial"/>
                <a:cs typeface="Arial"/>
              </a:defRPr>
            </a:lvl2pPr>
            <a:lvl3pPr algn="l">
              <a:defRPr sz="1875" b="0">
                <a:solidFill>
                  <a:srgbClr val="AC6154"/>
                </a:solidFill>
                <a:latin typeface="Arial"/>
                <a:ea typeface="Arial"/>
                <a:cs typeface="Arial"/>
              </a:defRPr>
            </a:lvl3pPr>
            <a:lvl4pPr algn="l">
              <a:defRPr sz="1875" b="0">
                <a:solidFill>
                  <a:srgbClr val="AC6154"/>
                </a:solidFill>
                <a:latin typeface="Arial"/>
                <a:ea typeface="Arial"/>
                <a:cs typeface="Arial"/>
              </a:defRPr>
            </a:lvl4pPr>
            <a:lvl5pPr algn="l">
              <a:defRPr sz="1875" b="0">
                <a:solidFill>
                  <a:srgbClr val="AC6154"/>
                </a:solidFill>
                <a:latin typeface="Arial"/>
                <a:ea typeface="Arial"/>
                <a:cs typeface="Arial"/>
              </a:defRPr>
            </a:lvl5pPr>
            <a:lvl6pPr algn="l">
              <a:defRPr sz="1875" b="0">
                <a:solidFill>
                  <a:srgbClr val="AC6154"/>
                </a:solidFill>
                <a:latin typeface="Arial"/>
                <a:ea typeface="Arial"/>
                <a:cs typeface="Arial"/>
              </a:defRPr>
            </a:lvl6pPr>
            <a:lvl7pPr algn="l">
              <a:defRPr sz="1875" b="0">
                <a:solidFill>
                  <a:srgbClr val="AC6154"/>
                </a:solidFill>
                <a:latin typeface="Arial"/>
                <a:ea typeface="Arial"/>
                <a:cs typeface="Arial"/>
              </a:defRPr>
            </a:lvl7pPr>
            <a:lvl8pPr algn="l">
              <a:defRPr sz="1875" b="0">
                <a:solidFill>
                  <a:srgbClr val="AC6154"/>
                </a:solidFill>
                <a:latin typeface="Arial"/>
                <a:ea typeface="Arial"/>
                <a:cs typeface="Arial"/>
              </a:defRPr>
            </a:lvl8pPr>
            <a:lvl9pPr algn="l">
              <a:defRPr sz="1875" b="0">
                <a:solidFill>
                  <a:srgbClr val="AC6154"/>
                </a:solidFill>
                <a:latin typeface="Arial"/>
                <a:ea typeface="Arial"/>
                <a:cs typeface="Arial"/>
              </a:defRPr>
            </a:lvl9pPr>
          </a:lstStyle>
          <a:p xmlns:a="http://schemas.openxmlformats.org/drawingml/2006/main">
            <a:pPr algn="l">
              <a:defRPr sz="1875" b="0">
                <a:solidFill>
                  <a:srgbClr val="AC6154"/>
                </a:solidFill>
                <a:latin typeface="Arial"/>
                <a:ea typeface="Arial"/>
                <a:cs typeface="Arial"/>
              </a:defRPr>
            </a:pPr>
            <a:r>
              <a:rPr sz="1875" b="0">
                <a:solidFill>
                  <a:srgbClr val="AC6154"/>
                </a:solidFill>
                <a:latin typeface="Arial"/>
                <a:ea typeface="Arial"/>
                <a:cs typeface="Arial"/>
              </a:rPr>
              <a:t>What could go wrong if two brands share one voice file?</a:t>
            </a:r>
          </a:p>
        </p:txBody>
      </p:sp>
    </p:spTree>
    <p:extLst>
      <p:ext uri="{BB962C8B-B14F-4D97-AF65-F5344CB8AC3E}">
        <p14:creationId xmlns:p14="http://schemas.microsoft.com/office/powerpoint/2010/main" val="18414562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2-131">
            <a:extLst xmlns:a="http://schemas.openxmlformats.org/drawingml/2006/main">
              <a:ext uri="{FF2B5EF4-FFF2-40B4-BE49-F238E27FC236}">
                <a16:creationId xmlns:a16="http://schemas.microsoft.com/office/drawing/2014/main" id="{ECA48C94-3C6D-4CC4-B70B-329A8576C530}"/>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Content: source note and draft</a:t>
            </a:r>
          </a:p>
        </p:txBody>
      </p:sp>
      <p:sp>
        <p:nvSpPr>
          <p:cNvPr id="2" name="day2-132">
            <a:extLst xmlns:a="http://schemas.openxmlformats.org/drawingml/2006/main">
              <a:ext uri="{FF2B5EF4-FFF2-40B4-BE49-F238E27FC236}">
                <a16:creationId xmlns:a16="http://schemas.microsoft.com/office/drawing/2014/main" id="{C10D4D29-FF97-4E88-B8FA-9C9D1D4AA39F}"/>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133">
            <a:extLst xmlns:a="http://schemas.openxmlformats.org/drawingml/2006/main">
              <a:ext uri="{FF2B5EF4-FFF2-40B4-BE49-F238E27FC236}">
                <a16:creationId xmlns:a16="http://schemas.microsoft.com/office/drawing/2014/main" id="{10B611B1-769F-4B17-92E3-5D035295D12A}"/>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8</a:t>
            </a:r>
          </a:p>
        </p:txBody>
      </p:sp>
      <p:sp>
        <p:nvSpPr>
          <p:cNvPr id="4" name="day2-134">
            <a:extLst xmlns:a="http://schemas.openxmlformats.org/drawingml/2006/main">
              <a:ext uri="{FF2B5EF4-FFF2-40B4-BE49-F238E27FC236}">
                <a16:creationId xmlns:a16="http://schemas.microsoft.com/office/drawing/2014/main" id="{DEEA300E-49F8-48E9-B72E-65243B413FF1}"/>
              </a:ext>
            </a:extLst>
          </p:cNvPr>
          <p:cNvSpPr>
            <a:spLocks xmlns:a="http://schemas.openxmlformats.org/drawingml/2006/main" noGrp="1"/>
          </p:cNvSpPr>
          <p:nvPr/>
        </p:nvSpPr>
        <p:spPr>
          <a:xfrm xmlns:a="http://schemas.openxmlformats.org/drawingml/2006/main">
            <a:off x="619125" y="1000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A small business turns an approved source note into a useful post</a:t>
            </a:r>
          </a:p>
        </p:txBody>
      </p:sp>
      <p:sp>
        <p:nvSpPr>
          <p:cNvPr id="5" name="day2-135">
            <a:extLst xmlns:a="http://schemas.openxmlformats.org/drawingml/2006/main">
              <a:ext uri="{FF2B5EF4-FFF2-40B4-BE49-F238E27FC236}">
                <a16:creationId xmlns:a16="http://schemas.microsoft.com/office/drawing/2014/main" id="{D8516CE3-739A-4F64-8D7B-196E1DEEE5F1}"/>
              </a:ext>
            </a:extLst>
          </p:cNvPr>
          <p:cNvSpPr>
            <a:spLocks xmlns:a="http://schemas.openxmlformats.org/drawingml/2006/main" noGrp="1"/>
          </p:cNvSpPr>
          <p:nvPr/>
        </p:nvSpPr>
        <p:spPr>
          <a:xfrm xmlns:a="http://schemas.openxmlformats.org/drawingml/2006/main">
            <a:off x="619125" y="1809750"/>
            <a:ext cx="5334000" cy="3552825"/>
          </a:xfrm>
          <a:prstGeom xmlns:a="http://schemas.openxmlformats.org/drawingml/2006/main" prst="roundRect">
            <a:avLst>
              <a:gd name="adj" fmla="val 2145"/>
            </a:avLst>
          </a:prstGeom>
          <a:solidFill xmlns:a="http://schemas.openxmlformats.org/drawingml/2006/main">
            <a:srgbClr val="EAF3FC"/>
          </a:solidFill>
          <a:ln xmlns:a="http://schemas.openxmlformats.org/drawingml/2006/main" w="12383">
            <a:solidFill>
              <a:srgbClr val="3D709F"/>
            </a:solidFill>
          </a:ln>
        </p:spPr>
      </p:sp>
      <p:sp>
        <p:nvSpPr>
          <p:cNvPr id="6" name="day2-136">
            <a:extLst xmlns:a="http://schemas.openxmlformats.org/drawingml/2006/main">
              <a:ext uri="{FF2B5EF4-FFF2-40B4-BE49-F238E27FC236}">
                <a16:creationId xmlns:a16="http://schemas.microsoft.com/office/drawing/2014/main" id="{5AE5453C-7F2E-43B9-B9A2-F07CC1503907}"/>
              </a:ext>
            </a:extLst>
          </p:cNvPr>
          <p:cNvSpPr>
            <a:spLocks xmlns:a="http://schemas.openxmlformats.org/drawingml/2006/main" noGrp="1"/>
          </p:cNvSpPr>
          <p:nvPr/>
        </p:nvSpPr>
        <p:spPr>
          <a:xfrm xmlns:a="http://schemas.openxmlformats.org/drawingml/2006/main">
            <a:off x="87630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3D709F"/>
                </a:solidFill>
                <a:latin typeface="Arial"/>
                <a:ea typeface="Arial"/>
                <a:cs typeface="Arial"/>
              </a:defRPr>
            </a:defPPr>
            <a:lvl1pPr algn="l">
              <a:defRPr sz="1650" b="1">
                <a:solidFill>
                  <a:srgbClr val="3D709F"/>
                </a:solidFill>
                <a:latin typeface="Arial"/>
                <a:ea typeface="Arial"/>
                <a:cs typeface="Arial"/>
              </a:defRPr>
            </a:lvl1pPr>
            <a:lvl2pPr algn="l">
              <a:defRPr sz="1650" b="1">
                <a:solidFill>
                  <a:srgbClr val="3D709F"/>
                </a:solidFill>
                <a:latin typeface="Arial"/>
                <a:ea typeface="Arial"/>
                <a:cs typeface="Arial"/>
              </a:defRPr>
            </a:lvl2pPr>
            <a:lvl3pPr algn="l">
              <a:defRPr sz="1650" b="1">
                <a:solidFill>
                  <a:srgbClr val="3D709F"/>
                </a:solidFill>
                <a:latin typeface="Arial"/>
                <a:ea typeface="Arial"/>
                <a:cs typeface="Arial"/>
              </a:defRPr>
            </a:lvl3pPr>
            <a:lvl4pPr algn="l">
              <a:defRPr sz="1650" b="1">
                <a:solidFill>
                  <a:srgbClr val="3D709F"/>
                </a:solidFill>
                <a:latin typeface="Arial"/>
                <a:ea typeface="Arial"/>
                <a:cs typeface="Arial"/>
              </a:defRPr>
            </a:lvl4pPr>
            <a:lvl5pPr algn="l">
              <a:defRPr sz="1650" b="1">
                <a:solidFill>
                  <a:srgbClr val="3D709F"/>
                </a:solidFill>
                <a:latin typeface="Arial"/>
                <a:ea typeface="Arial"/>
                <a:cs typeface="Arial"/>
              </a:defRPr>
            </a:lvl5pPr>
            <a:lvl6pPr algn="l">
              <a:defRPr sz="1650" b="1">
                <a:solidFill>
                  <a:srgbClr val="3D709F"/>
                </a:solidFill>
                <a:latin typeface="Arial"/>
                <a:ea typeface="Arial"/>
                <a:cs typeface="Arial"/>
              </a:defRPr>
            </a:lvl6pPr>
            <a:lvl7pPr algn="l">
              <a:defRPr sz="1650" b="1">
                <a:solidFill>
                  <a:srgbClr val="3D709F"/>
                </a:solidFill>
                <a:latin typeface="Arial"/>
                <a:ea typeface="Arial"/>
                <a:cs typeface="Arial"/>
              </a:defRPr>
            </a:lvl7pPr>
            <a:lvl8pPr algn="l">
              <a:defRPr sz="1650" b="1">
                <a:solidFill>
                  <a:srgbClr val="3D709F"/>
                </a:solidFill>
                <a:latin typeface="Arial"/>
                <a:ea typeface="Arial"/>
                <a:cs typeface="Arial"/>
              </a:defRPr>
            </a:lvl8pPr>
            <a:lvl9pPr algn="l">
              <a:defRPr sz="1650" b="1">
                <a:solidFill>
                  <a:srgbClr val="3D709F"/>
                </a:solidFill>
                <a:latin typeface="Arial"/>
                <a:ea typeface="Arial"/>
                <a:cs typeface="Arial"/>
              </a:defRPr>
            </a:lvl9pPr>
          </a:lstStyle>
          <a:p xmlns:a="http://schemas.openxmlformats.org/drawingml/2006/main">
            <a:pPr algn="l">
              <a:defRPr sz="1650" b="1">
                <a:solidFill>
                  <a:srgbClr val="3D709F"/>
                </a:solidFill>
                <a:latin typeface="Arial"/>
                <a:ea typeface="Arial"/>
                <a:cs typeface="Arial"/>
              </a:defRPr>
            </a:pPr>
            <a:r>
              <a:rPr sz="1650" b="1">
                <a:solidFill>
                  <a:srgbClr val="3D709F"/>
                </a:solidFill>
                <a:latin typeface="Arial"/>
                <a:ea typeface="Arial"/>
                <a:cs typeface="Arial"/>
              </a:rPr>
              <a:t>Approved source</a:t>
            </a:r>
          </a:p>
        </p:txBody>
      </p:sp>
      <p:sp>
        <p:nvSpPr>
          <p:cNvPr id="7" name="day2-137">
            <a:extLst xmlns:a="http://schemas.openxmlformats.org/drawingml/2006/main">
              <a:ext uri="{FF2B5EF4-FFF2-40B4-BE49-F238E27FC236}">
                <a16:creationId xmlns:a16="http://schemas.microsoft.com/office/drawing/2014/main" id="{92BA576F-B508-4055-8336-F73E23AB6A2C}"/>
              </a:ext>
            </a:extLst>
          </p:cNvPr>
          <p:cNvSpPr>
            <a:spLocks xmlns:a="http://schemas.openxmlformats.org/drawingml/2006/main" noGrp="1"/>
          </p:cNvSpPr>
          <p:nvPr/>
        </p:nvSpPr>
        <p:spPr>
          <a:xfrm xmlns:a="http://schemas.openxmlformats.org/drawingml/2006/main">
            <a:off x="87630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inputs/source.md</a:t>
            </a:r>
          </a:p>
        </p:txBody>
      </p:sp>
      <p:sp>
        <p:nvSpPr>
          <p:cNvPr id="8" name="day2-138">
            <a:extLst xmlns:a="http://schemas.openxmlformats.org/drawingml/2006/main">
              <a:ext uri="{FF2B5EF4-FFF2-40B4-BE49-F238E27FC236}">
                <a16:creationId xmlns:a16="http://schemas.microsoft.com/office/drawing/2014/main" id="{F7CBC3F5-5198-4FB2-8ECE-274DB22BCA26}"/>
              </a:ext>
            </a:extLst>
          </p:cNvPr>
          <p:cNvSpPr>
            <a:spLocks xmlns:a="http://schemas.openxmlformats.org/drawingml/2006/main" noGrp="1"/>
          </p:cNvSpPr>
          <p:nvPr/>
        </p:nvSpPr>
        <p:spPr>
          <a:xfrm xmlns:a="http://schemas.openxmlformats.org/drawingml/2006/main">
            <a:off x="87630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Interview note</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A shop owner spends Monday</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collecting updates from email.</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No measured time saving yet.</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Source: approved interview note</a:t>
            </a:r>
          </a:p>
        </p:txBody>
      </p:sp>
      <p:sp>
        <p:nvSpPr>
          <p:cNvPr id="9" name="day2-139">
            <a:extLst xmlns:a="http://schemas.openxmlformats.org/drawingml/2006/main">
              <a:ext uri="{FF2B5EF4-FFF2-40B4-BE49-F238E27FC236}">
                <a16:creationId xmlns:a16="http://schemas.microsoft.com/office/drawing/2014/main" id="{F312ABE7-AAD9-4FC1-9452-78C2362AFBCD}"/>
              </a:ext>
            </a:extLst>
          </p:cNvPr>
          <p:cNvSpPr>
            <a:spLocks xmlns:a="http://schemas.openxmlformats.org/drawingml/2006/main" noGrp="1"/>
          </p:cNvSpPr>
          <p:nvPr/>
        </p:nvSpPr>
        <p:spPr>
          <a:xfrm xmlns:a="http://schemas.openxmlformats.org/drawingml/2006/main">
            <a:off x="6238875" y="1809750"/>
            <a:ext cx="5334000" cy="3552825"/>
          </a:xfrm>
          <a:prstGeom xmlns:a="http://schemas.openxmlformats.org/drawingml/2006/main" prst="roundRect">
            <a:avLst>
              <a:gd name="adj" fmla="val 2145"/>
            </a:avLst>
          </a:prstGeom>
          <a:solidFill xmlns:a="http://schemas.openxmlformats.org/drawingml/2006/main">
            <a:srgbClr val="E5F4EF"/>
          </a:solidFill>
          <a:ln xmlns:a="http://schemas.openxmlformats.org/drawingml/2006/main" w="12383">
            <a:solidFill>
              <a:srgbClr val="327D6B"/>
            </a:solidFill>
          </a:ln>
        </p:spPr>
      </p:sp>
      <p:sp>
        <p:nvSpPr>
          <p:cNvPr id="10" name="day2-140">
            <a:extLst xmlns:a="http://schemas.openxmlformats.org/drawingml/2006/main">
              <a:ext uri="{FF2B5EF4-FFF2-40B4-BE49-F238E27FC236}">
                <a16:creationId xmlns:a16="http://schemas.microsoft.com/office/drawing/2014/main" id="{98E309A3-F2F0-4613-A821-859B9CD87388}"/>
              </a:ext>
            </a:extLst>
          </p:cNvPr>
          <p:cNvSpPr>
            <a:spLocks xmlns:a="http://schemas.openxmlformats.org/drawingml/2006/main" noGrp="1"/>
          </p:cNvSpPr>
          <p:nvPr/>
        </p:nvSpPr>
        <p:spPr>
          <a:xfrm xmlns:a="http://schemas.openxmlformats.org/drawingml/2006/main">
            <a:off x="649605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327D6B"/>
                </a:solidFill>
                <a:latin typeface="Arial"/>
                <a:ea typeface="Arial"/>
                <a:cs typeface="Arial"/>
              </a:defRPr>
            </a:defPPr>
            <a:lvl1pPr algn="l">
              <a:defRPr sz="1650" b="1">
                <a:solidFill>
                  <a:srgbClr val="327D6B"/>
                </a:solidFill>
                <a:latin typeface="Arial"/>
                <a:ea typeface="Arial"/>
                <a:cs typeface="Arial"/>
              </a:defRPr>
            </a:lvl1pPr>
            <a:lvl2pPr algn="l">
              <a:defRPr sz="1650" b="1">
                <a:solidFill>
                  <a:srgbClr val="327D6B"/>
                </a:solidFill>
                <a:latin typeface="Arial"/>
                <a:ea typeface="Arial"/>
                <a:cs typeface="Arial"/>
              </a:defRPr>
            </a:lvl2pPr>
            <a:lvl3pPr algn="l">
              <a:defRPr sz="1650" b="1">
                <a:solidFill>
                  <a:srgbClr val="327D6B"/>
                </a:solidFill>
                <a:latin typeface="Arial"/>
                <a:ea typeface="Arial"/>
                <a:cs typeface="Arial"/>
              </a:defRPr>
            </a:lvl3pPr>
            <a:lvl4pPr algn="l">
              <a:defRPr sz="1650" b="1">
                <a:solidFill>
                  <a:srgbClr val="327D6B"/>
                </a:solidFill>
                <a:latin typeface="Arial"/>
                <a:ea typeface="Arial"/>
                <a:cs typeface="Arial"/>
              </a:defRPr>
            </a:lvl4pPr>
            <a:lvl5pPr algn="l">
              <a:defRPr sz="1650" b="1">
                <a:solidFill>
                  <a:srgbClr val="327D6B"/>
                </a:solidFill>
                <a:latin typeface="Arial"/>
                <a:ea typeface="Arial"/>
                <a:cs typeface="Arial"/>
              </a:defRPr>
            </a:lvl5pPr>
            <a:lvl6pPr algn="l">
              <a:defRPr sz="1650" b="1">
                <a:solidFill>
                  <a:srgbClr val="327D6B"/>
                </a:solidFill>
                <a:latin typeface="Arial"/>
                <a:ea typeface="Arial"/>
                <a:cs typeface="Arial"/>
              </a:defRPr>
            </a:lvl6pPr>
            <a:lvl7pPr algn="l">
              <a:defRPr sz="1650" b="1">
                <a:solidFill>
                  <a:srgbClr val="327D6B"/>
                </a:solidFill>
                <a:latin typeface="Arial"/>
                <a:ea typeface="Arial"/>
                <a:cs typeface="Arial"/>
              </a:defRPr>
            </a:lvl7pPr>
            <a:lvl8pPr algn="l">
              <a:defRPr sz="1650" b="1">
                <a:solidFill>
                  <a:srgbClr val="327D6B"/>
                </a:solidFill>
                <a:latin typeface="Arial"/>
                <a:ea typeface="Arial"/>
                <a:cs typeface="Arial"/>
              </a:defRPr>
            </a:lvl8pPr>
            <a:lvl9pPr algn="l">
              <a:defRPr sz="1650" b="1">
                <a:solidFill>
                  <a:srgbClr val="327D6B"/>
                </a:solidFill>
                <a:latin typeface="Arial"/>
                <a:ea typeface="Arial"/>
                <a:cs typeface="Arial"/>
              </a:defRPr>
            </a:lvl9pPr>
          </a:lstStyle>
          <a:p xmlns:a="http://schemas.openxmlformats.org/drawingml/2006/main">
            <a:pPr algn="l">
              <a:defRPr sz="1650" b="1">
                <a:solidFill>
                  <a:srgbClr val="327D6B"/>
                </a:solidFill>
                <a:latin typeface="Arial"/>
                <a:ea typeface="Arial"/>
                <a:cs typeface="Arial"/>
              </a:defRPr>
            </a:pPr>
            <a:r>
              <a:rPr sz="1650" b="1">
                <a:solidFill>
                  <a:srgbClr val="327D6B"/>
                </a:solidFill>
                <a:latin typeface="Arial"/>
                <a:ea typeface="Arial"/>
                <a:cs typeface="Arial"/>
              </a:rPr>
              <a:t>Draft output</a:t>
            </a:r>
          </a:p>
        </p:txBody>
      </p:sp>
      <p:sp>
        <p:nvSpPr>
          <p:cNvPr id="11" name="day2-141">
            <a:extLst xmlns:a="http://schemas.openxmlformats.org/drawingml/2006/main">
              <a:ext uri="{FF2B5EF4-FFF2-40B4-BE49-F238E27FC236}">
                <a16:creationId xmlns:a16="http://schemas.microsoft.com/office/drawing/2014/main" id="{9B009D67-AEF9-480D-A326-02CF8F54C8AA}"/>
              </a:ext>
            </a:extLst>
          </p:cNvPr>
          <p:cNvSpPr>
            <a:spLocks xmlns:a="http://schemas.openxmlformats.org/drawingml/2006/main" noGrp="1"/>
          </p:cNvSpPr>
          <p:nvPr/>
        </p:nvSpPr>
        <p:spPr>
          <a:xfrm xmlns:a="http://schemas.openxmlformats.org/drawingml/2006/main">
            <a:off x="649605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outputs/post.md</a:t>
            </a:r>
          </a:p>
        </p:txBody>
      </p:sp>
      <p:sp>
        <p:nvSpPr>
          <p:cNvPr id="12" name="day2-142">
            <a:extLst xmlns:a="http://schemas.openxmlformats.org/drawingml/2006/main">
              <a:ext uri="{FF2B5EF4-FFF2-40B4-BE49-F238E27FC236}">
                <a16:creationId xmlns:a16="http://schemas.microsoft.com/office/drawing/2014/main" id="{6AC09B7C-FBB8-49CE-B612-EE67EC5B7146}"/>
              </a:ext>
            </a:extLst>
          </p:cNvPr>
          <p:cNvSpPr>
            <a:spLocks xmlns:a="http://schemas.openxmlformats.org/drawingml/2006/main" noGrp="1"/>
          </p:cNvSpPr>
          <p:nvPr/>
        </p:nvSpPr>
        <p:spPr>
          <a:xfrm xmlns:a="http://schemas.openxmlformats.org/drawingml/2006/main">
            <a:off x="649605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Draft post</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Monday updates are scattered.</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Collect them in one shared note.</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List what moved and what is stuck.</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Source: inputs/source.md</a:t>
            </a:r>
          </a:p>
        </p:txBody>
      </p:sp>
      <p:sp>
        <p:nvSpPr>
          <p:cNvPr id="13" name="day2-143">
            <a:extLst xmlns:a="http://schemas.openxmlformats.org/drawingml/2006/main">
              <a:ext uri="{FF2B5EF4-FFF2-40B4-BE49-F238E27FC236}">
                <a16:creationId xmlns:a16="http://schemas.microsoft.com/office/drawing/2014/main" id="{460D424E-F451-4550-9949-409A1F8BBF36}"/>
              </a:ext>
            </a:extLst>
          </p:cNvPr>
          <p:cNvSpPr>
            <a:spLocks xmlns:a="http://schemas.openxmlformats.org/drawingml/2006/main" noGrp="1"/>
          </p:cNvSpPr>
          <p:nvPr/>
        </p:nvSpPr>
        <p:spPr>
          <a:xfrm xmlns:a="http://schemas.openxmlformats.org/drawingml/2006/main">
            <a:off x="619125" y="583882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AC6154"/>
                </a:solidFill>
                <a:latin typeface="Arial"/>
                <a:ea typeface="Arial"/>
                <a:cs typeface="Arial"/>
              </a:defRPr>
            </a:defPPr>
            <a:lvl1pPr algn="l">
              <a:defRPr sz="1950" b="0">
                <a:solidFill>
                  <a:srgbClr val="AC6154"/>
                </a:solidFill>
                <a:latin typeface="Arial"/>
                <a:ea typeface="Arial"/>
                <a:cs typeface="Arial"/>
              </a:defRPr>
            </a:lvl1pPr>
            <a:lvl2pPr algn="l">
              <a:defRPr sz="1950" b="0">
                <a:solidFill>
                  <a:srgbClr val="AC6154"/>
                </a:solidFill>
                <a:latin typeface="Arial"/>
                <a:ea typeface="Arial"/>
                <a:cs typeface="Arial"/>
              </a:defRPr>
            </a:lvl2pPr>
            <a:lvl3pPr algn="l">
              <a:defRPr sz="1950" b="0">
                <a:solidFill>
                  <a:srgbClr val="AC6154"/>
                </a:solidFill>
                <a:latin typeface="Arial"/>
                <a:ea typeface="Arial"/>
                <a:cs typeface="Arial"/>
              </a:defRPr>
            </a:lvl3pPr>
            <a:lvl4pPr algn="l">
              <a:defRPr sz="1950" b="0">
                <a:solidFill>
                  <a:srgbClr val="AC6154"/>
                </a:solidFill>
                <a:latin typeface="Arial"/>
                <a:ea typeface="Arial"/>
                <a:cs typeface="Arial"/>
              </a:defRPr>
            </a:lvl4pPr>
            <a:lvl5pPr algn="l">
              <a:defRPr sz="1950" b="0">
                <a:solidFill>
                  <a:srgbClr val="AC6154"/>
                </a:solidFill>
                <a:latin typeface="Arial"/>
                <a:ea typeface="Arial"/>
                <a:cs typeface="Arial"/>
              </a:defRPr>
            </a:lvl5pPr>
            <a:lvl6pPr algn="l">
              <a:defRPr sz="1950" b="0">
                <a:solidFill>
                  <a:srgbClr val="AC6154"/>
                </a:solidFill>
                <a:latin typeface="Arial"/>
                <a:ea typeface="Arial"/>
                <a:cs typeface="Arial"/>
              </a:defRPr>
            </a:lvl6pPr>
            <a:lvl7pPr algn="l">
              <a:defRPr sz="1950" b="0">
                <a:solidFill>
                  <a:srgbClr val="AC6154"/>
                </a:solidFill>
                <a:latin typeface="Arial"/>
                <a:ea typeface="Arial"/>
                <a:cs typeface="Arial"/>
              </a:defRPr>
            </a:lvl7pPr>
            <a:lvl8pPr algn="l">
              <a:defRPr sz="1950" b="0">
                <a:solidFill>
                  <a:srgbClr val="AC6154"/>
                </a:solidFill>
                <a:latin typeface="Arial"/>
                <a:ea typeface="Arial"/>
                <a:cs typeface="Arial"/>
              </a:defRPr>
            </a:lvl8pPr>
            <a:lvl9pPr algn="l">
              <a:defRPr sz="1950" b="0">
                <a:solidFill>
                  <a:srgbClr val="AC6154"/>
                </a:solidFill>
                <a:latin typeface="Arial"/>
                <a:ea typeface="Arial"/>
                <a:cs typeface="Arial"/>
              </a:defRPr>
            </a:lvl9pPr>
          </a:lstStyle>
          <a:p xmlns:a="http://schemas.openxmlformats.org/drawingml/2006/main">
            <a:pPr algn="l">
              <a:defRPr sz="1950" b="0">
                <a:solidFill>
                  <a:srgbClr val="AC6154"/>
                </a:solidFill>
                <a:latin typeface="Arial"/>
                <a:ea typeface="Arial"/>
                <a:cs typeface="Arial"/>
              </a:defRPr>
            </a:pPr>
            <a:r>
              <a:rPr sz="1950" b="0">
                <a:solidFill>
                  <a:srgbClr val="AC6154"/>
                </a:solidFill>
                <a:latin typeface="Arial"/>
                <a:ea typeface="Arial"/>
                <a:cs typeface="Arial"/>
              </a:rPr>
              <a:t>What could go wrong if two brands share one voice file?</a:t>
            </a:r>
          </a:p>
        </p:txBody>
      </p:sp>
    </p:spTree>
    <p:extLst>
      <p:ext uri="{BB962C8B-B14F-4D97-AF65-F5344CB8AC3E}">
        <p14:creationId xmlns:p14="http://schemas.microsoft.com/office/powerpoint/2010/main" val="8122098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9E0829DF-2748-4259-8020-7325979C21EF}"/>
              </a:ext>
            </a:extLst>
          </p:cNvPr>
          <p:cNvCxnSpPr>
            <a:stCxn xmlns:a="http://schemas.openxmlformats.org/drawingml/2006/main" id="24" idx="2"/>
            <a:endCxn xmlns:a="http://schemas.openxmlformats.org/drawingml/2006/main" id="26" idx="0"/>
          </p:cNvCxnSpPr>
          <p:nvPr/>
        </p:nvCxnSpPr>
        <p:spPr>
          <a:xfrm xmlns:a="http://schemas.openxmlformats.org/drawingml/2006/main">
            <a:off x="9936004" y="3903345"/>
            <a:ext cx="0" cy="528638"/>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3" name="">
            <a:extLst xmlns:a="http://schemas.openxmlformats.org/drawingml/2006/main">
              <a:ext uri="{FF2B5EF4-FFF2-40B4-BE49-F238E27FC236}">
                <a16:creationId xmlns:a16="http://schemas.microsoft.com/office/drawing/2014/main" id="{2849F294-4000-4A4C-A79A-8EAE98ADA019}"/>
              </a:ext>
            </a:extLst>
          </p:cNvPr>
          <p:cNvCxnSpPr>
            <a:stCxn xmlns:a="http://schemas.openxmlformats.org/drawingml/2006/main" id="22" idx="3"/>
            <a:endCxn xmlns:a="http://schemas.openxmlformats.org/drawingml/2006/main" id="24" idx="1"/>
          </p:cNvCxnSpPr>
          <p:nvPr/>
        </p:nvCxnSpPr>
        <p:spPr>
          <a:xfrm xmlns:a="http://schemas.openxmlformats.org/drawingml/2006/main" flipV="1">
            <a:off x="7764780" y="3233738"/>
            <a:ext cx="671513" cy="740093"/>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cxnSp>
        <p:nvCxnSpPr>
          <p:cNvPr id="32" name="">
            <a:extLst xmlns:a="http://schemas.openxmlformats.org/drawingml/2006/main">
              <a:ext uri="{FF2B5EF4-FFF2-40B4-BE49-F238E27FC236}">
                <a16:creationId xmlns:a16="http://schemas.microsoft.com/office/drawing/2014/main" id="{BB1C4FEC-5B58-42DE-8D1F-91AAC4476B9B}"/>
              </a:ext>
            </a:extLst>
          </p:cNvPr>
          <p:cNvCxnSpPr>
            <a:stCxn xmlns:a="http://schemas.openxmlformats.org/drawingml/2006/main" id="28" idx="3"/>
            <a:endCxn xmlns:a="http://schemas.openxmlformats.org/drawingml/2006/main" id="22" idx="1"/>
          </p:cNvCxnSpPr>
          <p:nvPr/>
        </p:nvCxnSpPr>
        <p:spPr>
          <a:xfrm xmlns:a="http://schemas.openxmlformats.org/drawingml/2006/main" flipV="1">
            <a:off x="2885123" y="3973831"/>
            <a:ext cx="671512" cy="881062"/>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cxnSp>
        <p:nvCxnSpPr>
          <p:cNvPr id="31" name="">
            <a:extLst xmlns:a="http://schemas.openxmlformats.org/drawingml/2006/main">
              <a:ext uri="{FF2B5EF4-FFF2-40B4-BE49-F238E27FC236}">
                <a16:creationId xmlns:a16="http://schemas.microsoft.com/office/drawing/2014/main" id="{DB52E823-E49E-4D8A-B007-6842DB1FE4EE}"/>
              </a:ext>
            </a:extLst>
          </p:cNvPr>
          <p:cNvCxnSpPr>
            <a:stCxn xmlns:a="http://schemas.openxmlformats.org/drawingml/2006/main" id="20" idx="2"/>
            <a:endCxn xmlns:a="http://schemas.openxmlformats.org/drawingml/2006/main" id="22" idx="0"/>
          </p:cNvCxnSpPr>
          <p:nvPr/>
        </p:nvCxnSpPr>
        <p:spPr>
          <a:xfrm xmlns:a="http://schemas.openxmlformats.org/drawingml/2006/main">
            <a:off x="5660708" y="3233738"/>
            <a:ext cx="0" cy="281940"/>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0" name="">
            <a:extLst xmlns:a="http://schemas.openxmlformats.org/drawingml/2006/main">
              <a:ext uri="{FF2B5EF4-FFF2-40B4-BE49-F238E27FC236}">
                <a16:creationId xmlns:a16="http://schemas.microsoft.com/office/drawing/2014/main" id="{C0AAFC91-001D-46D2-9C32-92CE1A334E4E}"/>
              </a:ext>
            </a:extLst>
          </p:cNvPr>
          <p:cNvCxnSpPr>
            <a:stCxn xmlns:a="http://schemas.openxmlformats.org/drawingml/2006/main" id="18" idx="3"/>
            <a:endCxn xmlns:a="http://schemas.openxmlformats.org/drawingml/2006/main" id="22" idx="1"/>
          </p:cNvCxnSpPr>
          <p:nvPr/>
        </p:nvCxnSpPr>
        <p:spPr>
          <a:xfrm xmlns:a="http://schemas.openxmlformats.org/drawingml/2006/main">
            <a:off x="2885123" y="3233738"/>
            <a:ext cx="671512" cy="740093"/>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sp>
        <p:nvSpPr>
          <p:cNvPr id="36" name="day2-144">
            <a:extLst xmlns:a="http://schemas.openxmlformats.org/drawingml/2006/main">
              <a:ext uri="{FF2B5EF4-FFF2-40B4-BE49-F238E27FC236}">
                <a16:creationId xmlns:a16="http://schemas.microsoft.com/office/drawing/2014/main" id="{C2653B62-5618-4AF9-A65E-8A70A56FF7AF}"/>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A business automation system</a:t>
            </a:r>
          </a:p>
        </p:txBody>
      </p:sp>
      <p:sp>
        <p:nvSpPr>
          <p:cNvPr id="2" name="day2-145">
            <a:extLst xmlns:a="http://schemas.openxmlformats.org/drawingml/2006/main">
              <a:ext uri="{FF2B5EF4-FFF2-40B4-BE49-F238E27FC236}">
                <a16:creationId xmlns:a16="http://schemas.microsoft.com/office/drawing/2014/main" id="{F817130F-EC08-4183-BB0C-5F9F8FCEF969}"/>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146">
            <a:extLst xmlns:a="http://schemas.openxmlformats.org/drawingml/2006/main">
              <a:ext uri="{FF2B5EF4-FFF2-40B4-BE49-F238E27FC236}">
                <a16:creationId xmlns:a16="http://schemas.microsoft.com/office/drawing/2014/main" id="{2DC4506F-5F62-4A4B-8F5B-9B2EF26BC920}"/>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9</a:t>
            </a:r>
          </a:p>
        </p:txBody>
      </p:sp>
      <p:sp>
        <p:nvSpPr>
          <p:cNvPr id="4" name="day2-147">
            <a:extLst xmlns:a="http://schemas.openxmlformats.org/drawingml/2006/main">
              <a:ext uri="{FF2B5EF4-FFF2-40B4-BE49-F238E27FC236}">
                <a16:creationId xmlns:a16="http://schemas.microsoft.com/office/drawing/2014/main" id="{BA4BC249-3090-4DAD-9A2C-4BABE518FBEF}"/>
              </a:ext>
            </a:extLst>
          </p:cNvPr>
          <p:cNvSpPr>
            <a:spLocks xmlns:a="http://schemas.openxmlformats.org/drawingml/2006/main" noGrp="1"/>
          </p:cNvSpPr>
          <p:nvPr/>
        </p:nvSpPr>
        <p:spPr>
          <a:xfrm xmlns:a="http://schemas.openxmlformats.org/drawingml/2006/main">
            <a:off x="619125" y="1000125"/>
            <a:ext cx="895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A team turns recurring intake requests into a reviewed work queue</a:t>
            </a:r>
          </a:p>
        </p:txBody>
      </p:sp>
      <p:pic>
        <p:nvPicPr>
          <p:cNvPr id="5" name="">
            <a:extLst xmlns:a="http://schemas.openxmlformats.org/drawingml/2006/main">
              <a:ext uri="{FF2B5EF4-FFF2-40B4-BE49-F238E27FC236}">
                <a16:creationId xmlns:a16="http://schemas.microsoft.com/office/drawing/2014/main" id="{03638A3E-053F-46B3-B1CC-4DE9CB761029}"/>
              </a:ext>
            </a:extLst>
          </p:cNvPr>
          <p:cNvPicPr>
            <a:picLocks xmlns:a="http://schemas.openxmlformats.org/drawingml/2006/main" noChangeAspect="1"/>
          </p:cNvPicPr>
          <p:nvPr/>
        </p:nvPicPr>
        <p:blipFill>
          <a:blip xmlns:r="http://schemas.openxmlformats.org/officeDocument/2006/relationships" xmlns:a="http://schemas.openxmlformats.org/drawingml/2006/main" r:embed="Rc72be537d1634020"/>
          <a:stretch xmlns:a="http://schemas.openxmlformats.org/drawingml/2006/main"/>
        </p:blipFill>
        <p:spPr>
          <a:xfrm xmlns:a="http://schemas.openxmlformats.org/drawingml/2006/main">
            <a:off x="9715500" y="963613"/>
            <a:ext cx="1952625" cy="1301750"/>
          </a:xfrm>
          <a:prstGeom xmlns:a="http://schemas.openxmlformats.org/drawingml/2006/main" prst="rect">
            <a:avLst/>
          </a:prstGeom>
        </p:spPr>
      </p:pic>
      <p:sp>
        <p:nvSpPr>
          <p:cNvPr id="6" name="day2-148">
            <a:extLst xmlns:a="http://schemas.openxmlformats.org/drawingml/2006/main">
              <a:ext uri="{FF2B5EF4-FFF2-40B4-BE49-F238E27FC236}">
                <a16:creationId xmlns:a16="http://schemas.microsoft.com/office/drawing/2014/main" id="{4C54E9F2-8A93-41B7-A685-5CE56CE4486F}"/>
              </a:ext>
            </a:extLst>
          </p:cNvPr>
          <p:cNvSpPr>
            <a:spLocks xmlns:a="http://schemas.openxmlformats.org/drawingml/2006/main" noGrp="1"/>
          </p:cNvSpPr>
          <p:nvPr/>
        </p:nvSpPr>
        <p:spPr>
          <a:xfrm xmlns:a="http://schemas.openxmlformats.org/drawingml/2006/main">
            <a:off x="619125" y="1847850"/>
            <a:ext cx="95250" cy="95250"/>
          </a:xfrm>
          <a:prstGeom xmlns:a="http://schemas.openxmlformats.org/drawingml/2006/main" prst="rect">
            <a:avLst/>
          </a:prstGeom>
          <a:solidFill xmlns:a="http://schemas.openxmlformats.org/drawingml/2006/main">
            <a:srgbClr val="3D709F"/>
          </a:solidFill>
          <a:ln xmlns:a="http://schemas.openxmlformats.org/drawingml/2006/main" w="0">
            <a:noFill/>
          </a:ln>
        </p:spPr>
      </p:sp>
      <p:sp>
        <p:nvSpPr>
          <p:cNvPr id="7" name="day2-149">
            <a:extLst xmlns:a="http://schemas.openxmlformats.org/drawingml/2006/main">
              <a:ext uri="{FF2B5EF4-FFF2-40B4-BE49-F238E27FC236}">
                <a16:creationId xmlns:a16="http://schemas.microsoft.com/office/drawing/2014/main" id="{0D19B1BB-C452-432B-82FE-D95C026E7B87}"/>
              </a:ext>
            </a:extLst>
          </p:cNvPr>
          <p:cNvSpPr>
            <a:spLocks xmlns:a="http://schemas.openxmlformats.org/drawingml/2006/main" noGrp="1"/>
          </p:cNvSpPr>
          <p:nvPr/>
        </p:nvSpPr>
        <p:spPr>
          <a:xfrm xmlns:a="http://schemas.openxmlformats.org/drawingml/2006/main">
            <a:off x="8001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D709F"/>
                </a:solidFill>
                <a:latin typeface="Arial"/>
                <a:ea typeface="Arial"/>
                <a:cs typeface="Arial"/>
              </a:defRPr>
            </a:defPPr>
            <a:lvl1pPr algn="l">
              <a:defRPr sz="1425" b="0">
                <a:solidFill>
                  <a:srgbClr val="3D709F"/>
                </a:solidFill>
                <a:latin typeface="Arial"/>
                <a:ea typeface="Arial"/>
                <a:cs typeface="Arial"/>
              </a:defRPr>
            </a:lvl1pPr>
            <a:lvl2pPr algn="l">
              <a:defRPr sz="1425" b="0">
                <a:solidFill>
                  <a:srgbClr val="3D709F"/>
                </a:solidFill>
                <a:latin typeface="Arial"/>
                <a:ea typeface="Arial"/>
                <a:cs typeface="Arial"/>
              </a:defRPr>
            </a:lvl2pPr>
            <a:lvl3pPr algn="l">
              <a:defRPr sz="1425" b="0">
                <a:solidFill>
                  <a:srgbClr val="3D709F"/>
                </a:solidFill>
                <a:latin typeface="Arial"/>
                <a:ea typeface="Arial"/>
                <a:cs typeface="Arial"/>
              </a:defRPr>
            </a:lvl3pPr>
            <a:lvl4pPr algn="l">
              <a:defRPr sz="1425" b="0">
                <a:solidFill>
                  <a:srgbClr val="3D709F"/>
                </a:solidFill>
                <a:latin typeface="Arial"/>
                <a:ea typeface="Arial"/>
                <a:cs typeface="Arial"/>
              </a:defRPr>
            </a:lvl4pPr>
            <a:lvl5pPr algn="l">
              <a:defRPr sz="1425" b="0">
                <a:solidFill>
                  <a:srgbClr val="3D709F"/>
                </a:solidFill>
                <a:latin typeface="Arial"/>
                <a:ea typeface="Arial"/>
                <a:cs typeface="Arial"/>
              </a:defRPr>
            </a:lvl5pPr>
            <a:lvl6pPr algn="l">
              <a:defRPr sz="1425" b="0">
                <a:solidFill>
                  <a:srgbClr val="3D709F"/>
                </a:solidFill>
                <a:latin typeface="Arial"/>
                <a:ea typeface="Arial"/>
                <a:cs typeface="Arial"/>
              </a:defRPr>
            </a:lvl6pPr>
            <a:lvl7pPr algn="l">
              <a:defRPr sz="1425" b="0">
                <a:solidFill>
                  <a:srgbClr val="3D709F"/>
                </a:solidFill>
                <a:latin typeface="Arial"/>
                <a:ea typeface="Arial"/>
                <a:cs typeface="Arial"/>
              </a:defRPr>
            </a:lvl7pPr>
            <a:lvl8pPr algn="l">
              <a:defRPr sz="1425" b="0">
                <a:solidFill>
                  <a:srgbClr val="3D709F"/>
                </a:solidFill>
                <a:latin typeface="Arial"/>
                <a:ea typeface="Arial"/>
                <a:cs typeface="Arial"/>
              </a:defRPr>
            </a:lvl8pPr>
            <a:lvl9pPr algn="l">
              <a:defRPr sz="1425" b="0">
                <a:solidFill>
                  <a:srgbClr val="3D709F"/>
                </a:solidFill>
                <a:latin typeface="Arial"/>
                <a:ea typeface="Arial"/>
                <a:cs typeface="Arial"/>
              </a:defRPr>
            </a:lvl9pPr>
          </a:lstStyle>
          <a:p xmlns:a="http://schemas.openxmlformats.org/drawingml/2006/main">
            <a:pPr algn="l">
              <a:defRPr sz="1425" b="0">
                <a:solidFill>
                  <a:srgbClr val="3D709F"/>
                </a:solidFill>
                <a:latin typeface="Arial"/>
                <a:ea typeface="Arial"/>
                <a:cs typeface="Arial"/>
              </a:defRPr>
            </a:pPr>
            <a:r>
              <a:rPr sz="1425" b="0">
                <a:solidFill>
                  <a:srgbClr val="3D709F"/>
                </a:solidFill>
                <a:latin typeface="Arial"/>
                <a:ea typeface="Arial"/>
                <a:cs typeface="Arial"/>
              </a:rPr>
              <a:t>Inputs</a:t>
            </a:r>
          </a:p>
        </p:txBody>
      </p:sp>
      <p:sp>
        <p:nvSpPr>
          <p:cNvPr id="8" name="day2-150">
            <a:extLst xmlns:a="http://schemas.openxmlformats.org/drawingml/2006/main">
              <a:ext uri="{FF2B5EF4-FFF2-40B4-BE49-F238E27FC236}">
                <a16:creationId xmlns:a16="http://schemas.microsoft.com/office/drawing/2014/main" id="{E6011A87-3A48-4BE3-BEB6-D70FA5978491}"/>
              </a:ext>
            </a:extLst>
          </p:cNvPr>
          <p:cNvSpPr>
            <a:spLocks xmlns:a="http://schemas.openxmlformats.org/drawingml/2006/main" noGrp="1"/>
          </p:cNvSpPr>
          <p:nvPr/>
        </p:nvSpPr>
        <p:spPr>
          <a:xfrm xmlns:a="http://schemas.openxmlformats.org/drawingml/2006/main">
            <a:off x="2124075" y="1847850"/>
            <a:ext cx="95250" cy="95250"/>
          </a:xfrm>
          <a:prstGeom xmlns:a="http://schemas.openxmlformats.org/drawingml/2006/main" prst="rect">
            <a:avLst/>
          </a:prstGeom>
          <a:solidFill xmlns:a="http://schemas.openxmlformats.org/drawingml/2006/main">
            <a:srgbClr val="7360A1"/>
          </a:solidFill>
          <a:ln xmlns:a="http://schemas.openxmlformats.org/drawingml/2006/main" w="0">
            <a:noFill/>
          </a:ln>
        </p:spPr>
      </p:sp>
      <p:sp>
        <p:nvSpPr>
          <p:cNvPr id="9" name="day2-151">
            <a:extLst xmlns:a="http://schemas.openxmlformats.org/drawingml/2006/main">
              <a:ext uri="{FF2B5EF4-FFF2-40B4-BE49-F238E27FC236}">
                <a16:creationId xmlns:a16="http://schemas.microsoft.com/office/drawing/2014/main" id="{7B9B029D-51CB-440C-85BB-C74CA965BF15}"/>
              </a:ext>
            </a:extLst>
          </p:cNvPr>
          <p:cNvSpPr>
            <a:spLocks xmlns:a="http://schemas.openxmlformats.org/drawingml/2006/main" noGrp="1"/>
          </p:cNvSpPr>
          <p:nvPr/>
        </p:nvSpPr>
        <p:spPr>
          <a:xfrm xmlns:a="http://schemas.openxmlformats.org/drawingml/2006/main">
            <a:off x="23050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7360A1"/>
                </a:solidFill>
                <a:latin typeface="Arial"/>
                <a:ea typeface="Arial"/>
                <a:cs typeface="Arial"/>
              </a:defRPr>
            </a:defPPr>
            <a:lvl1pPr algn="l">
              <a:defRPr sz="1425" b="0">
                <a:solidFill>
                  <a:srgbClr val="7360A1"/>
                </a:solidFill>
                <a:latin typeface="Arial"/>
                <a:ea typeface="Arial"/>
                <a:cs typeface="Arial"/>
              </a:defRPr>
            </a:lvl1pPr>
            <a:lvl2pPr algn="l">
              <a:defRPr sz="1425" b="0">
                <a:solidFill>
                  <a:srgbClr val="7360A1"/>
                </a:solidFill>
                <a:latin typeface="Arial"/>
                <a:ea typeface="Arial"/>
                <a:cs typeface="Arial"/>
              </a:defRPr>
            </a:lvl2pPr>
            <a:lvl3pPr algn="l">
              <a:defRPr sz="1425" b="0">
                <a:solidFill>
                  <a:srgbClr val="7360A1"/>
                </a:solidFill>
                <a:latin typeface="Arial"/>
                <a:ea typeface="Arial"/>
                <a:cs typeface="Arial"/>
              </a:defRPr>
            </a:lvl3pPr>
            <a:lvl4pPr algn="l">
              <a:defRPr sz="1425" b="0">
                <a:solidFill>
                  <a:srgbClr val="7360A1"/>
                </a:solidFill>
                <a:latin typeface="Arial"/>
                <a:ea typeface="Arial"/>
                <a:cs typeface="Arial"/>
              </a:defRPr>
            </a:lvl4pPr>
            <a:lvl5pPr algn="l">
              <a:defRPr sz="1425" b="0">
                <a:solidFill>
                  <a:srgbClr val="7360A1"/>
                </a:solidFill>
                <a:latin typeface="Arial"/>
                <a:ea typeface="Arial"/>
                <a:cs typeface="Arial"/>
              </a:defRPr>
            </a:lvl5pPr>
            <a:lvl6pPr algn="l">
              <a:defRPr sz="1425" b="0">
                <a:solidFill>
                  <a:srgbClr val="7360A1"/>
                </a:solidFill>
                <a:latin typeface="Arial"/>
                <a:ea typeface="Arial"/>
                <a:cs typeface="Arial"/>
              </a:defRPr>
            </a:lvl6pPr>
            <a:lvl7pPr algn="l">
              <a:defRPr sz="1425" b="0">
                <a:solidFill>
                  <a:srgbClr val="7360A1"/>
                </a:solidFill>
                <a:latin typeface="Arial"/>
                <a:ea typeface="Arial"/>
                <a:cs typeface="Arial"/>
              </a:defRPr>
            </a:lvl7pPr>
            <a:lvl8pPr algn="l">
              <a:defRPr sz="1425" b="0">
                <a:solidFill>
                  <a:srgbClr val="7360A1"/>
                </a:solidFill>
                <a:latin typeface="Arial"/>
                <a:ea typeface="Arial"/>
                <a:cs typeface="Arial"/>
              </a:defRPr>
            </a:lvl8pPr>
            <a:lvl9pPr algn="l">
              <a:defRPr sz="1425" b="0">
                <a:solidFill>
                  <a:srgbClr val="7360A1"/>
                </a:solidFill>
                <a:latin typeface="Arial"/>
                <a:ea typeface="Arial"/>
                <a:cs typeface="Arial"/>
              </a:defRPr>
            </a:lvl9pPr>
          </a:lstStyle>
          <a:p xmlns:a="http://schemas.openxmlformats.org/drawingml/2006/main">
            <a:pPr algn="l">
              <a:defRPr sz="1425" b="0">
                <a:solidFill>
                  <a:srgbClr val="7360A1"/>
                </a:solidFill>
                <a:latin typeface="Arial"/>
                <a:ea typeface="Arial"/>
                <a:cs typeface="Arial"/>
              </a:defRPr>
            </a:pPr>
            <a:r>
              <a:rPr sz="1425" b="0">
                <a:solidFill>
                  <a:srgbClr val="7360A1"/>
                </a:solidFill>
                <a:latin typeface="Arial"/>
                <a:ea typeface="Arial"/>
                <a:cs typeface="Arial"/>
              </a:rPr>
              <a:t>Rules</a:t>
            </a:r>
          </a:p>
        </p:txBody>
      </p:sp>
      <p:sp>
        <p:nvSpPr>
          <p:cNvPr id="10" name="day2-152">
            <a:extLst xmlns:a="http://schemas.openxmlformats.org/drawingml/2006/main">
              <a:ext uri="{FF2B5EF4-FFF2-40B4-BE49-F238E27FC236}">
                <a16:creationId xmlns:a16="http://schemas.microsoft.com/office/drawing/2014/main" id="{95154B16-043A-46AD-AB79-0760550D3AC0}"/>
              </a:ext>
            </a:extLst>
          </p:cNvPr>
          <p:cNvSpPr>
            <a:spLocks xmlns:a="http://schemas.openxmlformats.org/drawingml/2006/main" noGrp="1"/>
          </p:cNvSpPr>
          <p:nvPr/>
        </p:nvSpPr>
        <p:spPr>
          <a:xfrm xmlns:a="http://schemas.openxmlformats.org/drawingml/2006/main">
            <a:off x="3629025" y="1847850"/>
            <a:ext cx="95250" cy="95250"/>
          </a:xfrm>
          <a:prstGeom xmlns:a="http://schemas.openxmlformats.org/drawingml/2006/main" prst="rect">
            <a:avLst/>
          </a:prstGeom>
          <a:solidFill xmlns:a="http://schemas.openxmlformats.org/drawingml/2006/main">
            <a:srgbClr val="9D752B"/>
          </a:solidFill>
          <a:ln xmlns:a="http://schemas.openxmlformats.org/drawingml/2006/main" w="0">
            <a:noFill/>
          </a:ln>
        </p:spPr>
      </p:sp>
      <p:sp>
        <p:nvSpPr>
          <p:cNvPr id="11" name="day2-153">
            <a:extLst xmlns:a="http://schemas.openxmlformats.org/drawingml/2006/main">
              <a:ext uri="{FF2B5EF4-FFF2-40B4-BE49-F238E27FC236}">
                <a16:creationId xmlns:a16="http://schemas.microsoft.com/office/drawing/2014/main" id="{E8AECC5C-A556-4C24-B2A9-7C92ABCB8381}"/>
              </a:ext>
            </a:extLst>
          </p:cNvPr>
          <p:cNvSpPr>
            <a:spLocks xmlns:a="http://schemas.openxmlformats.org/drawingml/2006/main" noGrp="1"/>
          </p:cNvSpPr>
          <p:nvPr/>
        </p:nvSpPr>
        <p:spPr>
          <a:xfrm xmlns:a="http://schemas.openxmlformats.org/drawingml/2006/main">
            <a:off x="38100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9D752B"/>
                </a:solidFill>
                <a:latin typeface="Arial"/>
                <a:ea typeface="Arial"/>
                <a:cs typeface="Arial"/>
              </a:defRPr>
            </a:defPPr>
            <a:lvl1pPr algn="l">
              <a:defRPr sz="1425" b="0">
                <a:solidFill>
                  <a:srgbClr val="9D752B"/>
                </a:solidFill>
                <a:latin typeface="Arial"/>
                <a:ea typeface="Arial"/>
                <a:cs typeface="Arial"/>
              </a:defRPr>
            </a:lvl1pPr>
            <a:lvl2pPr algn="l">
              <a:defRPr sz="1425" b="0">
                <a:solidFill>
                  <a:srgbClr val="9D752B"/>
                </a:solidFill>
                <a:latin typeface="Arial"/>
                <a:ea typeface="Arial"/>
                <a:cs typeface="Arial"/>
              </a:defRPr>
            </a:lvl2pPr>
            <a:lvl3pPr algn="l">
              <a:defRPr sz="1425" b="0">
                <a:solidFill>
                  <a:srgbClr val="9D752B"/>
                </a:solidFill>
                <a:latin typeface="Arial"/>
                <a:ea typeface="Arial"/>
                <a:cs typeface="Arial"/>
              </a:defRPr>
            </a:lvl3pPr>
            <a:lvl4pPr algn="l">
              <a:defRPr sz="1425" b="0">
                <a:solidFill>
                  <a:srgbClr val="9D752B"/>
                </a:solidFill>
                <a:latin typeface="Arial"/>
                <a:ea typeface="Arial"/>
                <a:cs typeface="Arial"/>
              </a:defRPr>
            </a:lvl4pPr>
            <a:lvl5pPr algn="l">
              <a:defRPr sz="1425" b="0">
                <a:solidFill>
                  <a:srgbClr val="9D752B"/>
                </a:solidFill>
                <a:latin typeface="Arial"/>
                <a:ea typeface="Arial"/>
                <a:cs typeface="Arial"/>
              </a:defRPr>
            </a:lvl5pPr>
            <a:lvl6pPr algn="l">
              <a:defRPr sz="1425" b="0">
                <a:solidFill>
                  <a:srgbClr val="9D752B"/>
                </a:solidFill>
                <a:latin typeface="Arial"/>
                <a:ea typeface="Arial"/>
                <a:cs typeface="Arial"/>
              </a:defRPr>
            </a:lvl6pPr>
            <a:lvl7pPr algn="l">
              <a:defRPr sz="1425" b="0">
                <a:solidFill>
                  <a:srgbClr val="9D752B"/>
                </a:solidFill>
                <a:latin typeface="Arial"/>
                <a:ea typeface="Arial"/>
                <a:cs typeface="Arial"/>
              </a:defRPr>
            </a:lvl7pPr>
            <a:lvl8pPr algn="l">
              <a:defRPr sz="1425" b="0">
                <a:solidFill>
                  <a:srgbClr val="9D752B"/>
                </a:solidFill>
                <a:latin typeface="Arial"/>
                <a:ea typeface="Arial"/>
                <a:cs typeface="Arial"/>
              </a:defRPr>
            </a:lvl8pPr>
            <a:lvl9pPr algn="l">
              <a:defRPr sz="1425" b="0">
                <a:solidFill>
                  <a:srgbClr val="9D752B"/>
                </a:solidFill>
                <a:latin typeface="Arial"/>
                <a:ea typeface="Arial"/>
                <a:cs typeface="Arial"/>
              </a:defRPr>
            </a:lvl9pPr>
          </a:lstStyle>
          <a:p xmlns:a="http://schemas.openxmlformats.org/drawingml/2006/main">
            <a:pPr algn="l">
              <a:defRPr sz="1425" b="0">
                <a:solidFill>
                  <a:srgbClr val="9D752B"/>
                </a:solidFill>
                <a:latin typeface="Arial"/>
                <a:ea typeface="Arial"/>
                <a:cs typeface="Arial"/>
              </a:defRPr>
            </a:pPr>
            <a:r>
              <a:rPr sz="1425" b="0">
                <a:solidFill>
                  <a:srgbClr val="9D752B"/>
                </a:solidFill>
                <a:latin typeface="Arial"/>
                <a:ea typeface="Arial"/>
                <a:cs typeface="Arial"/>
              </a:rPr>
              <a:t>Method</a:t>
            </a:r>
          </a:p>
        </p:txBody>
      </p:sp>
      <p:sp>
        <p:nvSpPr>
          <p:cNvPr id="12" name="day2-154">
            <a:extLst xmlns:a="http://schemas.openxmlformats.org/drawingml/2006/main">
              <a:ext uri="{FF2B5EF4-FFF2-40B4-BE49-F238E27FC236}">
                <a16:creationId xmlns:a16="http://schemas.microsoft.com/office/drawing/2014/main" id="{5D48046F-2F84-4C00-8B36-5775F705E14D}"/>
              </a:ext>
            </a:extLst>
          </p:cNvPr>
          <p:cNvSpPr>
            <a:spLocks xmlns:a="http://schemas.openxmlformats.org/drawingml/2006/main" noGrp="1"/>
          </p:cNvSpPr>
          <p:nvPr/>
        </p:nvSpPr>
        <p:spPr>
          <a:xfrm xmlns:a="http://schemas.openxmlformats.org/drawingml/2006/main">
            <a:off x="5133975" y="1847850"/>
            <a:ext cx="95250" cy="95250"/>
          </a:xfrm>
          <a:prstGeom xmlns:a="http://schemas.openxmlformats.org/drawingml/2006/main" prst="rect">
            <a:avLst/>
          </a:prstGeom>
          <a:solidFill xmlns:a="http://schemas.openxmlformats.org/drawingml/2006/main">
            <a:srgbClr val="5F7289"/>
          </a:solidFill>
          <a:ln xmlns:a="http://schemas.openxmlformats.org/drawingml/2006/main" w="0">
            <a:noFill/>
          </a:ln>
        </p:spPr>
      </p:sp>
      <p:sp>
        <p:nvSpPr>
          <p:cNvPr id="13" name="day2-155">
            <a:extLst xmlns:a="http://schemas.openxmlformats.org/drawingml/2006/main">
              <a:ext uri="{FF2B5EF4-FFF2-40B4-BE49-F238E27FC236}">
                <a16:creationId xmlns:a16="http://schemas.microsoft.com/office/drawing/2014/main" id="{1A1E3003-5450-41BA-B639-574FFCC2EDC2}"/>
              </a:ext>
            </a:extLst>
          </p:cNvPr>
          <p:cNvSpPr>
            <a:spLocks xmlns:a="http://schemas.openxmlformats.org/drawingml/2006/main" noGrp="1"/>
          </p:cNvSpPr>
          <p:nvPr/>
        </p:nvSpPr>
        <p:spPr>
          <a:xfrm xmlns:a="http://schemas.openxmlformats.org/drawingml/2006/main">
            <a:off x="53149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5F7289"/>
                </a:solidFill>
                <a:latin typeface="Arial"/>
                <a:ea typeface="Arial"/>
                <a:cs typeface="Arial"/>
              </a:defRPr>
            </a:defPPr>
            <a:lvl1pPr algn="l">
              <a:defRPr sz="1425" b="0">
                <a:solidFill>
                  <a:srgbClr val="5F7289"/>
                </a:solidFill>
                <a:latin typeface="Arial"/>
                <a:ea typeface="Arial"/>
                <a:cs typeface="Arial"/>
              </a:defRPr>
            </a:lvl1pPr>
            <a:lvl2pPr algn="l">
              <a:defRPr sz="1425" b="0">
                <a:solidFill>
                  <a:srgbClr val="5F7289"/>
                </a:solidFill>
                <a:latin typeface="Arial"/>
                <a:ea typeface="Arial"/>
                <a:cs typeface="Arial"/>
              </a:defRPr>
            </a:lvl2pPr>
            <a:lvl3pPr algn="l">
              <a:defRPr sz="1425" b="0">
                <a:solidFill>
                  <a:srgbClr val="5F7289"/>
                </a:solidFill>
                <a:latin typeface="Arial"/>
                <a:ea typeface="Arial"/>
                <a:cs typeface="Arial"/>
              </a:defRPr>
            </a:lvl3pPr>
            <a:lvl4pPr algn="l">
              <a:defRPr sz="1425" b="0">
                <a:solidFill>
                  <a:srgbClr val="5F7289"/>
                </a:solidFill>
                <a:latin typeface="Arial"/>
                <a:ea typeface="Arial"/>
                <a:cs typeface="Arial"/>
              </a:defRPr>
            </a:lvl4pPr>
            <a:lvl5pPr algn="l">
              <a:defRPr sz="1425" b="0">
                <a:solidFill>
                  <a:srgbClr val="5F7289"/>
                </a:solidFill>
                <a:latin typeface="Arial"/>
                <a:ea typeface="Arial"/>
                <a:cs typeface="Arial"/>
              </a:defRPr>
            </a:lvl5pPr>
            <a:lvl6pPr algn="l">
              <a:defRPr sz="1425" b="0">
                <a:solidFill>
                  <a:srgbClr val="5F7289"/>
                </a:solidFill>
                <a:latin typeface="Arial"/>
                <a:ea typeface="Arial"/>
                <a:cs typeface="Arial"/>
              </a:defRPr>
            </a:lvl6pPr>
            <a:lvl7pPr algn="l">
              <a:defRPr sz="1425" b="0">
                <a:solidFill>
                  <a:srgbClr val="5F7289"/>
                </a:solidFill>
                <a:latin typeface="Arial"/>
                <a:ea typeface="Arial"/>
                <a:cs typeface="Arial"/>
              </a:defRPr>
            </a:lvl7pPr>
            <a:lvl8pPr algn="l">
              <a:defRPr sz="1425" b="0">
                <a:solidFill>
                  <a:srgbClr val="5F7289"/>
                </a:solidFill>
                <a:latin typeface="Arial"/>
                <a:ea typeface="Arial"/>
                <a:cs typeface="Arial"/>
              </a:defRPr>
            </a:lvl8pPr>
            <a:lvl9pPr algn="l">
              <a:defRPr sz="1425" b="0">
                <a:solidFill>
                  <a:srgbClr val="5F7289"/>
                </a:solidFill>
                <a:latin typeface="Arial"/>
                <a:ea typeface="Arial"/>
                <a:cs typeface="Arial"/>
              </a:defRPr>
            </a:lvl9pPr>
          </a:lstStyle>
          <a:p xmlns:a="http://schemas.openxmlformats.org/drawingml/2006/main">
            <a:pPr algn="l">
              <a:defRPr sz="1425" b="0">
                <a:solidFill>
                  <a:srgbClr val="5F7289"/>
                </a:solidFill>
                <a:latin typeface="Arial"/>
                <a:ea typeface="Arial"/>
                <a:cs typeface="Arial"/>
              </a:defRPr>
            </a:pPr>
            <a:r>
              <a:rPr sz="1425" b="0">
                <a:solidFill>
                  <a:srgbClr val="5F7289"/>
                </a:solidFill>
                <a:latin typeface="Arial"/>
                <a:ea typeface="Arial"/>
                <a:cs typeface="Arial"/>
              </a:rPr>
              <a:t>Tools</a:t>
            </a:r>
          </a:p>
        </p:txBody>
      </p:sp>
      <p:sp>
        <p:nvSpPr>
          <p:cNvPr id="14" name="day2-156">
            <a:extLst xmlns:a="http://schemas.openxmlformats.org/drawingml/2006/main">
              <a:ext uri="{FF2B5EF4-FFF2-40B4-BE49-F238E27FC236}">
                <a16:creationId xmlns:a16="http://schemas.microsoft.com/office/drawing/2014/main" id="{F39CFB65-4C44-4022-B4FE-EC345CA410B7}"/>
              </a:ext>
            </a:extLst>
          </p:cNvPr>
          <p:cNvSpPr>
            <a:spLocks xmlns:a="http://schemas.openxmlformats.org/drawingml/2006/main" noGrp="1"/>
          </p:cNvSpPr>
          <p:nvPr/>
        </p:nvSpPr>
        <p:spPr>
          <a:xfrm xmlns:a="http://schemas.openxmlformats.org/drawingml/2006/main">
            <a:off x="6638925" y="1847850"/>
            <a:ext cx="95250" cy="95250"/>
          </a:xfrm>
          <a:prstGeom xmlns:a="http://schemas.openxmlformats.org/drawingml/2006/main" prst="rect">
            <a:avLst/>
          </a:prstGeom>
          <a:solidFill xmlns:a="http://schemas.openxmlformats.org/drawingml/2006/main">
            <a:srgbClr val="327D6B"/>
          </a:solidFill>
          <a:ln xmlns:a="http://schemas.openxmlformats.org/drawingml/2006/main" w="0">
            <a:noFill/>
          </a:ln>
        </p:spPr>
      </p:sp>
      <p:sp>
        <p:nvSpPr>
          <p:cNvPr id="15" name="day2-157">
            <a:extLst xmlns:a="http://schemas.openxmlformats.org/drawingml/2006/main">
              <a:ext uri="{FF2B5EF4-FFF2-40B4-BE49-F238E27FC236}">
                <a16:creationId xmlns:a16="http://schemas.microsoft.com/office/drawing/2014/main" id="{0F194335-148C-4903-997C-9753F6FB0F09}"/>
              </a:ext>
            </a:extLst>
          </p:cNvPr>
          <p:cNvSpPr>
            <a:spLocks xmlns:a="http://schemas.openxmlformats.org/drawingml/2006/main" noGrp="1"/>
          </p:cNvSpPr>
          <p:nvPr/>
        </p:nvSpPr>
        <p:spPr>
          <a:xfrm xmlns:a="http://schemas.openxmlformats.org/drawingml/2006/main">
            <a:off x="68199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27D6B"/>
                </a:solidFill>
                <a:latin typeface="Arial"/>
                <a:ea typeface="Arial"/>
                <a:cs typeface="Arial"/>
              </a:defRPr>
            </a:defPPr>
            <a:lvl1pPr algn="l">
              <a:defRPr sz="1425" b="0">
                <a:solidFill>
                  <a:srgbClr val="327D6B"/>
                </a:solidFill>
                <a:latin typeface="Arial"/>
                <a:ea typeface="Arial"/>
                <a:cs typeface="Arial"/>
              </a:defRPr>
            </a:lvl1pPr>
            <a:lvl2pPr algn="l">
              <a:defRPr sz="1425" b="0">
                <a:solidFill>
                  <a:srgbClr val="327D6B"/>
                </a:solidFill>
                <a:latin typeface="Arial"/>
                <a:ea typeface="Arial"/>
                <a:cs typeface="Arial"/>
              </a:defRPr>
            </a:lvl2pPr>
            <a:lvl3pPr algn="l">
              <a:defRPr sz="1425" b="0">
                <a:solidFill>
                  <a:srgbClr val="327D6B"/>
                </a:solidFill>
                <a:latin typeface="Arial"/>
                <a:ea typeface="Arial"/>
                <a:cs typeface="Arial"/>
              </a:defRPr>
            </a:lvl3pPr>
            <a:lvl4pPr algn="l">
              <a:defRPr sz="1425" b="0">
                <a:solidFill>
                  <a:srgbClr val="327D6B"/>
                </a:solidFill>
                <a:latin typeface="Arial"/>
                <a:ea typeface="Arial"/>
                <a:cs typeface="Arial"/>
              </a:defRPr>
            </a:lvl4pPr>
            <a:lvl5pPr algn="l">
              <a:defRPr sz="1425" b="0">
                <a:solidFill>
                  <a:srgbClr val="327D6B"/>
                </a:solidFill>
                <a:latin typeface="Arial"/>
                <a:ea typeface="Arial"/>
                <a:cs typeface="Arial"/>
              </a:defRPr>
            </a:lvl5pPr>
            <a:lvl6pPr algn="l">
              <a:defRPr sz="1425" b="0">
                <a:solidFill>
                  <a:srgbClr val="327D6B"/>
                </a:solidFill>
                <a:latin typeface="Arial"/>
                <a:ea typeface="Arial"/>
                <a:cs typeface="Arial"/>
              </a:defRPr>
            </a:lvl6pPr>
            <a:lvl7pPr algn="l">
              <a:defRPr sz="1425" b="0">
                <a:solidFill>
                  <a:srgbClr val="327D6B"/>
                </a:solidFill>
                <a:latin typeface="Arial"/>
                <a:ea typeface="Arial"/>
                <a:cs typeface="Arial"/>
              </a:defRPr>
            </a:lvl7pPr>
            <a:lvl8pPr algn="l">
              <a:defRPr sz="1425" b="0">
                <a:solidFill>
                  <a:srgbClr val="327D6B"/>
                </a:solidFill>
                <a:latin typeface="Arial"/>
                <a:ea typeface="Arial"/>
                <a:cs typeface="Arial"/>
              </a:defRPr>
            </a:lvl8pPr>
            <a:lvl9pPr algn="l">
              <a:defRPr sz="1425" b="0">
                <a:solidFill>
                  <a:srgbClr val="327D6B"/>
                </a:solidFill>
                <a:latin typeface="Arial"/>
                <a:ea typeface="Arial"/>
                <a:cs typeface="Arial"/>
              </a:defRPr>
            </a:lvl9pPr>
          </a:lstStyle>
          <a:p xmlns:a="http://schemas.openxmlformats.org/drawingml/2006/main">
            <a:pPr algn="l">
              <a:defRPr sz="1425" b="0">
                <a:solidFill>
                  <a:srgbClr val="327D6B"/>
                </a:solidFill>
                <a:latin typeface="Arial"/>
                <a:ea typeface="Arial"/>
                <a:cs typeface="Arial"/>
              </a:defRPr>
            </a:pPr>
            <a:r>
              <a:rPr sz="1425" b="0">
                <a:solidFill>
                  <a:srgbClr val="327D6B"/>
                </a:solidFill>
                <a:latin typeface="Arial"/>
                <a:ea typeface="Arial"/>
                <a:cs typeface="Arial"/>
              </a:rPr>
              <a:t>Output</a:t>
            </a:r>
          </a:p>
        </p:txBody>
      </p:sp>
      <p:sp>
        <p:nvSpPr>
          <p:cNvPr id="16" name="day2-158">
            <a:extLst xmlns:a="http://schemas.openxmlformats.org/drawingml/2006/main">
              <a:ext uri="{FF2B5EF4-FFF2-40B4-BE49-F238E27FC236}">
                <a16:creationId xmlns:a16="http://schemas.microsoft.com/office/drawing/2014/main" id="{AD021DCC-B250-439C-9FDB-823985295F6E}"/>
              </a:ext>
            </a:extLst>
          </p:cNvPr>
          <p:cNvSpPr>
            <a:spLocks xmlns:a="http://schemas.openxmlformats.org/drawingml/2006/main" noGrp="1"/>
          </p:cNvSpPr>
          <p:nvPr/>
        </p:nvSpPr>
        <p:spPr>
          <a:xfrm xmlns:a="http://schemas.openxmlformats.org/drawingml/2006/main">
            <a:off x="8143875" y="1847850"/>
            <a:ext cx="95250" cy="95250"/>
          </a:xfrm>
          <a:prstGeom xmlns:a="http://schemas.openxmlformats.org/drawingml/2006/main" prst="rect">
            <a:avLst/>
          </a:prstGeom>
          <a:solidFill xmlns:a="http://schemas.openxmlformats.org/drawingml/2006/main">
            <a:srgbClr val="AC6154"/>
          </a:solidFill>
          <a:ln xmlns:a="http://schemas.openxmlformats.org/drawingml/2006/main" w="0">
            <a:noFill/>
          </a:ln>
        </p:spPr>
      </p:sp>
      <p:sp>
        <p:nvSpPr>
          <p:cNvPr id="17" name="day2-159">
            <a:extLst xmlns:a="http://schemas.openxmlformats.org/drawingml/2006/main">
              <a:ext uri="{FF2B5EF4-FFF2-40B4-BE49-F238E27FC236}">
                <a16:creationId xmlns:a16="http://schemas.microsoft.com/office/drawing/2014/main" id="{AFC0F42E-EB7F-4113-8A19-E1F161AA739C}"/>
              </a:ext>
            </a:extLst>
          </p:cNvPr>
          <p:cNvSpPr>
            <a:spLocks xmlns:a="http://schemas.openxmlformats.org/drawingml/2006/main" noGrp="1"/>
          </p:cNvSpPr>
          <p:nvPr/>
        </p:nvSpPr>
        <p:spPr>
          <a:xfrm xmlns:a="http://schemas.openxmlformats.org/drawingml/2006/main">
            <a:off x="83248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AC6154"/>
                </a:solidFill>
                <a:latin typeface="Arial"/>
                <a:ea typeface="Arial"/>
                <a:cs typeface="Arial"/>
              </a:defRPr>
            </a:defPPr>
            <a:lvl1pPr algn="l">
              <a:defRPr sz="1425" b="0">
                <a:solidFill>
                  <a:srgbClr val="AC6154"/>
                </a:solidFill>
                <a:latin typeface="Arial"/>
                <a:ea typeface="Arial"/>
                <a:cs typeface="Arial"/>
              </a:defRPr>
            </a:lvl1pPr>
            <a:lvl2pPr algn="l">
              <a:defRPr sz="1425" b="0">
                <a:solidFill>
                  <a:srgbClr val="AC6154"/>
                </a:solidFill>
                <a:latin typeface="Arial"/>
                <a:ea typeface="Arial"/>
                <a:cs typeface="Arial"/>
              </a:defRPr>
            </a:lvl2pPr>
            <a:lvl3pPr algn="l">
              <a:defRPr sz="1425" b="0">
                <a:solidFill>
                  <a:srgbClr val="AC6154"/>
                </a:solidFill>
                <a:latin typeface="Arial"/>
                <a:ea typeface="Arial"/>
                <a:cs typeface="Arial"/>
              </a:defRPr>
            </a:lvl3pPr>
            <a:lvl4pPr algn="l">
              <a:defRPr sz="1425" b="0">
                <a:solidFill>
                  <a:srgbClr val="AC6154"/>
                </a:solidFill>
                <a:latin typeface="Arial"/>
                <a:ea typeface="Arial"/>
                <a:cs typeface="Arial"/>
              </a:defRPr>
            </a:lvl4pPr>
            <a:lvl5pPr algn="l">
              <a:defRPr sz="1425" b="0">
                <a:solidFill>
                  <a:srgbClr val="AC6154"/>
                </a:solidFill>
                <a:latin typeface="Arial"/>
                <a:ea typeface="Arial"/>
                <a:cs typeface="Arial"/>
              </a:defRPr>
            </a:lvl5pPr>
            <a:lvl6pPr algn="l">
              <a:defRPr sz="1425" b="0">
                <a:solidFill>
                  <a:srgbClr val="AC6154"/>
                </a:solidFill>
                <a:latin typeface="Arial"/>
                <a:ea typeface="Arial"/>
                <a:cs typeface="Arial"/>
              </a:defRPr>
            </a:lvl6pPr>
            <a:lvl7pPr algn="l">
              <a:defRPr sz="1425" b="0">
                <a:solidFill>
                  <a:srgbClr val="AC6154"/>
                </a:solidFill>
                <a:latin typeface="Arial"/>
                <a:ea typeface="Arial"/>
                <a:cs typeface="Arial"/>
              </a:defRPr>
            </a:lvl7pPr>
            <a:lvl8pPr algn="l">
              <a:defRPr sz="1425" b="0">
                <a:solidFill>
                  <a:srgbClr val="AC6154"/>
                </a:solidFill>
                <a:latin typeface="Arial"/>
                <a:ea typeface="Arial"/>
                <a:cs typeface="Arial"/>
              </a:defRPr>
            </a:lvl8pPr>
            <a:lvl9pPr algn="l">
              <a:defRPr sz="1425" b="0">
                <a:solidFill>
                  <a:srgbClr val="AC6154"/>
                </a:solidFill>
                <a:latin typeface="Arial"/>
                <a:ea typeface="Arial"/>
                <a:cs typeface="Arial"/>
              </a:defRPr>
            </a:lvl9pPr>
          </a:lstStyle>
          <a:p xmlns:a="http://schemas.openxmlformats.org/drawingml/2006/main">
            <a:pPr algn="l">
              <a:defRPr sz="1425" b="0">
                <a:solidFill>
                  <a:srgbClr val="AC6154"/>
                </a:solidFill>
                <a:latin typeface="Arial"/>
                <a:ea typeface="Arial"/>
                <a:cs typeface="Arial"/>
              </a:defRPr>
            </a:pPr>
            <a:r>
              <a:rPr sz="1425" b="0">
                <a:solidFill>
                  <a:srgbClr val="AC6154"/>
                </a:solidFill>
                <a:latin typeface="Arial"/>
                <a:ea typeface="Arial"/>
                <a:cs typeface="Arial"/>
              </a:rPr>
              <a:t>Review</a:t>
            </a:r>
          </a:p>
        </p:txBody>
      </p:sp>
      <p:sp>
        <p:nvSpPr>
          <p:cNvPr id="18" name="day2-160">
            <a:extLst xmlns:a="http://schemas.openxmlformats.org/drawingml/2006/main">
              <a:ext uri="{FF2B5EF4-FFF2-40B4-BE49-F238E27FC236}">
                <a16:creationId xmlns:a16="http://schemas.microsoft.com/office/drawing/2014/main" id="{5F2F1782-264A-4C2D-BBFE-DB381C1D7211}"/>
              </a:ext>
            </a:extLst>
          </p:cNvPr>
          <p:cNvSpPr>
            <a:spLocks xmlns:a="http://schemas.openxmlformats.org/drawingml/2006/main" noGrp="1"/>
          </p:cNvSpPr>
          <p:nvPr/>
        </p:nvSpPr>
        <p:spPr>
          <a:xfrm xmlns:a="http://schemas.openxmlformats.org/drawingml/2006/main">
            <a:off x="691515" y="2564130"/>
            <a:ext cx="2193608" cy="1339215"/>
          </a:xfrm>
          <a:prstGeom xmlns:a="http://schemas.openxmlformats.org/drawingml/2006/main" prst="roundRect">
            <a:avLst>
              <a:gd name="adj" fmla="val 5690"/>
            </a:avLst>
          </a:prstGeom>
          <a:solidFill xmlns:a="http://schemas.openxmlformats.org/drawingml/2006/main">
            <a:srgbClr val="EAF3FC"/>
          </a:solidFill>
          <a:ln xmlns:a="http://schemas.openxmlformats.org/drawingml/2006/main" w="14288">
            <a:solidFill>
              <a:srgbClr val="3D709F"/>
            </a:solidFill>
          </a:ln>
        </p:spPr>
      </p:sp>
      <p:sp>
        <p:nvSpPr>
          <p:cNvPr id="19" name="day2-161">
            <a:extLst xmlns:a="http://schemas.openxmlformats.org/drawingml/2006/main">
              <a:ext uri="{FF2B5EF4-FFF2-40B4-BE49-F238E27FC236}">
                <a16:creationId xmlns:a16="http://schemas.microsoft.com/office/drawing/2014/main" id="{FBB52A23-5F21-4715-B4C5-0C51B3A73ED4}"/>
              </a:ext>
            </a:extLst>
          </p:cNvPr>
          <p:cNvSpPr>
            <a:spLocks xmlns:a="http://schemas.openxmlformats.org/drawingml/2006/main" noGrp="1"/>
          </p:cNvSpPr>
          <p:nvPr/>
        </p:nvSpPr>
        <p:spPr>
          <a:xfrm xmlns:a="http://schemas.openxmlformats.org/drawingml/2006/main">
            <a:off x="786765" y="2611755"/>
            <a:ext cx="2003107" cy="1243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Inputs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Request form</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Shared inbox</a:t>
            </a:r>
          </a:p>
        </p:txBody>
      </p:sp>
      <p:sp>
        <p:nvSpPr>
          <p:cNvPr id="20" name="day2-162">
            <a:extLst xmlns:a="http://schemas.openxmlformats.org/drawingml/2006/main">
              <a:ext uri="{FF2B5EF4-FFF2-40B4-BE49-F238E27FC236}">
                <a16:creationId xmlns:a16="http://schemas.microsoft.com/office/drawing/2014/main" id="{7F6E1744-BF07-48C1-8426-421E8A6E4B88}"/>
              </a:ext>
            </a:extLst>
          </p:cNvPr>
          <p:cNvSpPr>
            <a:spLocks xmlns:a="http://schemas.openxmlformats.org/drawingml/2006/main" noGrp="1"/>
          </p:cNvSpPr>
          <p:nvPr/>
        </p:nvSpPr>
        <p:spPr>
          <a:xfrm xmlns:a="http://schemas.openxmlformats.org/drawingml/2006/main">
            <a:off x="3556635" y="2352675"/>
            <a:ext cx="4208145" cy="881063"/>
          </a:xfrm>
          <a:prstGeom xmlns:a="http://schemas.openxmlformats.org/drawingml/2006/main" prst="roundRect">
            <a:avLst>
              <a:gd name="adj" fmla="val 8649"/>
            </a:avLst>
          </a:prstGeom>
          <a:solidFill xmlns:a="http://schemas.openxmlformats.org/drawingml/2006/main">
            <a:srgbClr val="F0ECFC"/>
          </a:solidFill>
          <a:ln xmlns:a="http://schemas.openxmlformats.org/drawingml/2006/main" w="14288">
            <a:solidFill>
              <a:srgbClr val="7360A1"/>
            </a:solidFill>
          </a:ln>
        </p:spPr>
      </p:sp>
      <p:sp>
        <p:nvSpPr>
          <p:cNvPr id="21" name="day2-163">
            <a:extLst xmlns:a="http://schemas.openxmlformats.org/drawingml/2006/main">
              <a:ext uri="{FF2B5EF4-FFF2-40B4-BE49-F238E27FC236}">
                <a16:creationId xmlns:a16="http://schemas.microsoft.com/office/drawing/2014/main" id="{E33CED0D-0320-462A-A874-355D1E5EDE84}"/>
              </a:ext>
            </a:extLst>
          </p:cNvPr>
          <p:cNvSpPr>
            <a:spLocks xmlns:a="http://schemas.openxmlformats.org/drawingml/2006/main" noGrp="1"/>
          </p:cNvSpPr>
          <p:nvPr/>
        </p:nvSpPr>
        <p:spPr>
          <a:xfrm xmlns:a="http://schemas.openxmlformats.org/drawingml/2006/main">
            <a:off x="3651885" y="2400300"/>
            <a:ext cx="4017645" cy="785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Project guidance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Respect owners and priority</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Flag missing information</a:t>
            </a:r>
          </a:p>
        </p:txBody>
      </p:sp>
      <p:sp>
        <p:nvSpPr>
          <p:cNvPr id="22" name="day2-164">
            <a:extLst xmlns:a="http://schemas.openxmlformats.org/drawingml/2006/main">
              <a:ext uri="{FF2B5EF4-FFF2-40B4-BE49-F238E27FC236}">
                <a16:creationId xmlns:a16="http://schemas.microsoft.com/office/drawing/2014/main" id="{BD9391F5-08C7-4623-AE8E-7EA94E34A030}"/>
              </a:ext>
            </a:extLst>
          </p:cNvPr>
          <p:cNvSpPr>
            <a:spLocks xmlns:a="http://schemas.openxmlformats.org/drawingml/2006/main" noGrp="1"/>
          </p:cNvSpPr>
          <p:nvPr/>
        </p:nvSpPr>
        <p:spPr>
          <a:xfrm xmlns:a="http://schemas.openxmlformats.org/drawingml/2006/main">
            <a:off x="3556635" y="3515678"/>
            <a:ext cx="4208145" cy="916305"/>
          </a:xfrm>
          <a:prstGeom xmlns:a="http://schemas.openxmlformats.org/drawingml/2006/main" prst="roundRect">
            <a:avLst>
              <a:gd name="adj" fmla="val 8316"/>
            </a:avLst>
          </a:prstGeom>
          <a:solidFill xmlns:a="http://schemas.openxmlformats.org/drawingml/2006/main">
            <a:srgbClr val="FFF2D9"/>
          </a:solidFill>
          <a:ln xmlns:a="http://schemas.openxmlformats.org/drawingml/2006/main" w="14288">
            <a:solidFill>
              <a:srgbClr val="9D752B"/>
            </a:solidFill>
          </a:ln>
        </p:spPr>
      </p:sp>
      <p:sp>
        <p:nvSpPr>
          <p:cNvPr id="23" name="day2-165">
            <a:extLst xmlns:a="http://schemas.openxmlformats.org/drawingml/2006/main">
              <a:ext uri="{FF2B5EF4-FFF2-40B4-BE49-F238E27FC236}">
                <a16:creationId xmlns:a16="http://schemas.microsoft.com/office/drawing/2014/main" id="{39D7CB8B-667F-421A-B41C-2EEB5C31B002}"/>
              </a:ext>
            </a:extLst>
          </p:cNvPr>
          <p:cNvSpPr>
            <a:spLocks xmlns:a="http://schemas.openxmlformats.org/drawingml/2006/main" noGrp="1"/>
          </p:cNvSpPr>
          <p:nvPr/>
        </p:nvSpPr>
        <p:spPr>
          <a:xfrm xmlns:a="http://schemas.openxmlformats.org/drawingml/2006/main">
            <a:off x="3651885" y="3563303"/>
            <a:ext cx="4017645" cy="821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Skill</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Classify, deduplicate, route</a:t>
            </a:r>
          </a:p>
        </p:txBody>
      </p:sp>
      <p:sp>
        <p:nvSpPr>
          <p:cNvPr id="24" name="day2-166">
            <a:extLst xmlns:a="http://schemas.openxmlformats.org/drawingml/2006/main">
              <a:ext uri="{FF2B5EF4-FFF2-40B4-BE49-F238E27FC236}">
                <a16:creationId xmlns:a16="http://schemas.microsoft.com/office/drawing/2014/main" id="{49130CAC-A278-430C-8A65-4E505842AC16}"/>
              </a:ext>
            </a:extLst>
          </p:cNvPr>
          <p:cNvSpPr>
            <a:spLocks xmlns:a="http://schemas.openxmlformats.org/drawingml/2006/main" noGrp="1"/>
          </p:cNvSpPr>
          <p:nvPr/>
        </p:nvSpPr>
        <p:spPr>
          <a:xfrm xmlns:a="http://schemas.openxmlformats.org/drawingml/2006/main">
            <a:off x="8436293" y="2564130"/>
            <a:ext cx="2999423" cy="1339215"/>
          </a:xfrm>
          <a:prstGeom xmlns:a="http://schemas.openxmlformats.org/drawingml/2006/main" prst="roundRect">
            <a:avLst>
              <a:gd name="adj" fmla="val 5690"/>
            </a:avLst>
          </a:prstGeom>
          <a:solidFill xmlns:a="http://schemas.openxmlformats.org/drawingml/2006/main">
            <a:srgbClr val="E5F4EF"/>
          </a:solidFill>
          <a:ln xmlns:a="http://schemas.openxmlformats.org/drawingml/2006/main" w="14288">
            <a:solidFill>
              <a:srgbClr val="327D6B"/>
            </a:solidFill>
          </a:ln>
        </p:spPr>
      </p:sp>
      <p:sp>
        <p:nvSpPr>
          <p:cNvPr id="25" name="day2-167">
            <a:extLst xmlns:a="http://schemas.openxmlformats.org/drawingml/2006/main">
              <a:ext uri="{FF2B5EF4-FFF2-40B4-BE49-F238E27FC236}">
                <a16:creationId xmlns:a16="http://schemas.microsoft.com/office/drawing/2014/main" id="{DA0D91B4-3D56-4821-BA38-5B3BC3BEABCD}"/>
              </a:ext>
            </a:extLst>
          </p:cNvPr>
          <p:cNvSpPr>
            <a:spLocks xmlns:a="http://schemas.openxmlformats.org/drawingml/2006/main" noGrp="1"/>
          </p:cNvSpPr>
          <p:nvPr/>
        </p:nvSpPr>
        <p:spPr>
          <a:xfrm xmlns:a="http://schemas.openxmlformats.org/drawingml/2006/main">
            <a:off x="8531543" y="2611755"/>
            <a:ext cx="2808923" cy="1243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Output</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Queue with owners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Exception list</a:t>
            </a:r>
          </a:p>
        </p:txBody>
      </p:sp>
      <p:sp>
        <p:nvSpPr>
          <p:cNvPr id="26" name="day2-168">
            <a:extLst xmlns:a="http://schemas.openxmlformats.org/drawingml/2006/main">
              <a:ext uri="{FF2B5EF4-FFF2-40B4-BE49-F238E27FC236}">
                <a16:creationId xmlns:a16="http://schemas.microsoft.com/office/drawing/2014/main" id="{853D522D-EC38-4128-9125-8B755FDE61AC}"/>
              </a:ext>
            </a:extLst>
          </p:cNvPr>
          <p:cNvSpPr>
            <a:spLocks xmlns:a="http://schemas.openxmlformats.org/drawingml/2006/main" noGrp="1"/>
          </p:cNvSpPr>
          <p:nvPr/>
        </p:nvSpPr>
        <p:spPr>
          <a:xfrm xmlns:a="http://schemas.openxmlformats.org/drawingml/2006/main">
            <a:off x="8436293" y="4431983"/>
            <a:ext cx="2999423" cy="845820"/>
          </a:xfrm>
          <a:prstGeom xmlns:a="http://schemas.openxmlformats.org/drawingml/2006/main" prst="roundRect">
            <a:avLst>
              <a:gd name="adj" fmla="val 9009"/>
            </a:avLst>
          </a:prstGeom>
          <a:solidFill xmlns:a="http://schemas.openxmlformats.org/drawingml/2006/main">
            <a:srgbClr val="FBEAE6"/>
          </a:solidFill>
          <a:ln xmlns:a="http://schemas.openxmlformats.org/drawingml/2006/main" w="14288">
            <a:solidFill>
              <a:srgbClr val="AC6154"/>
            </a:solidFill>
          </a:ln>
        </p:spPr>
      </p:sp>
      <p:sp>
        <p:nvSpPr>
          <p:cNvPr id="27" name="day2-169">
            <a:extLst xmlns:a="http://schemas.openxmlformats.org/drawingml/2006/main">
              <a:ext uri="{FF2B5EF4-FFF2-40B4-BE49-F238E27FC236}">
                <a16:creationId xmlns:a16="http://schemas.microsoft.com/office/drawing/2014/main" id="{314A83CC-B39B-401F-A89D-EC463BEC05D6}"/>
              </a:ext>
            </a:extLst>
          </p:cNvPr>
          <p:cNvSpPr>
            <a:spLocks xmlns:a="http://schemas.openxmlformats.org/drawingml/2006/main" noGrp="1"/>
          </p:cNvSpPr>
          <p:nvPr/>
        </p:nvSpPr>
        <p:spPr>
          <a:xfrm xmlns:a="http://schemas.openxmlformats.org/drawingml/2006/main">
            <a:off x="8531543" y="4479608"/>
            <a:ext cx="2808923" cy="750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Operator review</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Resolve exceptions</a:t>
            </a:r>
          </a:p>
        </p:txBody>
      </p:sp>
      <p:sp>
        <p:nvSpPr>
          <p:cNvPr id="28" name="day2-170">
            <a:extLst xmlns:a="http://schemas.openxmlformats.org/drawingml/2006/main">
              <a:ext uri="{FF2B5EF4-FFF2-40B4-BE49-F238E27FC236}">
                <a16:creationId xmlns:a16="http://schemas.microsoft.com/office/drawing/2014/main" id="{4570FEBA-9DBF-4F38-BFE6-9168A79404AA}"/>
              </a:ext>
            </a:extLst>
          </p:cNvPr>
          <p:cNvSpPr>
            <a:spLocks xmlns:a="http://schemas.openxmlformats.org/drawingml/2006/main" noGrp="1"/>
          </p:cNvSpPr>
          <p:nvPr/>
        </p:nvSpPr>
        <p:spPr>
          <a:xfrm xmlns:a="http://schemas.openxmlformats.org/drawingml/2006/main">
            <a:off x="691515" y="4431983"/>
            <a:ext cx="2193608" cy="845820"/>
          </a:xfrm>
          <a:prstGeom xmlns:a="http://schemas.openxmlformats.org/drawingml/2006/main" prst="roundRect">
            <a:avLst>
              <a:gd name="adj" fmla="val 9009"/>
            </a:avLst>
          </a:prstGeom>
          <a:solidFill xmlns:a="http://schemas.openxmlformats.org/drawingml/2006/main">
            <a:srgbClr val="EEF1F5"/>
          </a:solidFill>
          <a:ln xmlns:a="http://schemas.openxmlformats.org/drawingml/2006/main" w="14288">
            <a:solidFill>
              <a:srgbClr val="5F7289"/>
            </a:solidFill>
          </a:ln>
        </p:spPr>
      </p:sp>
      <p:sp>
        <p:nvSpPr>
          <p:cNvPr id="29" name="day2-171">
            <a:extLst xmlns:a="http://schemas.openxmlformats.org/drawingml/2006/main">
              <a:ext uri="{FF2B5EF4-FFF2-40B4-BE49-F238E27FC236}">
                <a16:creationId xmlns:a16="http://schemas.microsoft.com/office/drawing/2014/main" id="{6480EF60-2682-4906-8A4C-4C69FA21AE46}"/>
              </a:ext>
            </a:extLst>
          </p:cNvPr>
          <p:cNvSpPr>
            <a:spLocks xmlns:a="http://schemas.openxmlformats.org/drawingml/2006/main" noGrp="1"/>
          </p:cNvSpPr>
          <p:nvPr/>
        </p:nvSpPr>
        <p:spPr>
          <a:xfrm xmlns:a="http://schemas.openxmlformats.org/drawingml/2006/main">
            <a:off x="786765" y="4479608"/>
            <a:ext cx="2003107" cy="750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Optional tools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Mail or task tracker</a:t>
            </a:r>
          </a:p>
        </p:txBody>
      </p:sp>
      <p:sp>
        <p:nvSpPr>
          <p:cNvPr id="35" name="day2-172">
            <a:extLst xmlns:a="http://schemas.openxmlformats.org/drawingml/2006/main">
              <a:ext uri="{FF2B5EF4-FFF2-40B4-BE49-F238E27FC236}">
                <a16:creationId xmlns:a16="http://schemas.microsoft.com/office/drawing/2014/main" id="{E15D431C-71A0-4865-BE12-B1E5302D109E}"/>
              </a:ext>
            </a:extLst>
          </p:cNvPr>
          <p:cNvSpPr>
            <a:spLocks xmlns:a="http://schemas.openxmlformats.org/drawingml/2006/main" noGrp="1"/>
          </p:cNvSpPr>
          <p:nvPr/>
        </p:nvSpPr>
        <p:spPr>
          <a:xfrm xmlns:a="http://schemas.openxmlformats.org/drawingml/2006/main">
            <a:off x="619125" y="59531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AC6154"/>
                </a:solidFill>
                <a:latin typeface="Arial"/>
                <a:ea typeface="Arial"/>
                <a:cs typeface="Arial"/>
              </a:defRPr>
            </a:defPPr>
            <a:lvl1pPr algn="l">
              <a:defRPr sz="1875" b="0">
                <a:solidFill>
                  <a:srgbClr val="AC6154"/>
                </a:solidFill>
                <a:latin typeface="Arial"/>
                <a:ea typeface="Arial"/>
                <a:cs typeface="Arial"/>
              </a:defRPr>
            </a:lvl1pPr>
            <a:lvl2pPr algn="l">
              <a:defRPr sz="1875" b="0">
                <a:solidFill>
                  <a:srgbClr val="AC6154"/>
                </a:solidFill>
                <a:latin typeface="Arial"/>
                <a:ea typeface="Arial"/>
                <a:cs typeface="Arial"/>
              </a:defRPr>
            </a:lvl2pPr>
            <a:lvl3pPr algn="l">
              <a:defRPr sz="1875" b="0">
                <a:solidFill>
                  <a:srgbClr val="AC6154"/>
                </a:solidFill>
                <a:latin typeface="Arial"/>
                <a:ea typeface="Arial"/>
                <a:cs typeface="Arial"/>
              </a:defRPr>
            </a:lvl3pPr>
            <a:lvl4pPr algn="l">
              <a:defRPr sz="1875" b="0">
                <a:solidFill>
                  <a:srgbClr val="AC6154"/>
                </a:solidFill>
                <a:latin typeface="Arial"/>
                <a:ea typeface="Arial"/>
                <a:cs typeface="Arial"/>
              </a:defRPr>
            </a:lvl4pPr>
            <a:lvl5pPr algn="l">
              <a:defRPr sz="1875" b="0">
                <a:solidFill>
                  <a:srgbClr val="AC6154"/>
                </a:solidFill>
                <a:latin typeface="Arial"/>
                <a:ea typeface="Arial"/>
                <a:cs typeface="Arial"/>
              </a:defRPr>
            </a:lvl5pPr>
            <a:lvl6pPr algn="l">
              <a:defRPr sz="1875" b="0">
                <a:solidFill>
                  <a:srgbClr val="AC6154"/>
                </a:solidFill>
                <a:latin typeface="Arial"/>
                <a:ea typeface="Arial"/>
                <a:cs typeface="Arial"/>
              </a:defRPr>
            </a:lvl6pPr>
            <a:lvl7pPr algn="l">
              <a:defRPr sz="1875" b="0">
                <a:solidFill>
                  <a:srgbClr val="AC6154"/>
                </a:solidFill>
                <a:latin typeface="Arial"/>
                <a:ea typeface="Arial"/>
                <a:cs typeface="Arial"/>
              </a:defRPr>
            </a:lvl7pPr>
            <a:lvl8pPr algn="l">
              <a:defRPr sz="1875" b="0">
                <a:solidFill>
                  <a:srgbClr val="AC6154"/>
                </a:solidFill>
                <a:latin typeface="Arial"/>
                <a:ea typeface="Arial"/>
                <a:cs typeface="Arial"/>
              </a:defRPr>
            </a:lvl8pPr>
            <a:lvl9pPr algn="l">
              <a:defRPr sz="1875" b="0">
                <a:solidFill>
                  <a:srgbClr val="AC6154"/>
                </a:solidFill>
                <a:latin typeface="Arial"/>
                <a:ea typeface="Arial"/>
                <a:cs typeface="Arial"/>
              </a:defRPr>
            </a:lvl9pPr>
          </a:lstStyle>
          <a:p xmlns:a="http://schemas.openxmlformats.org/drawingml/2006/main">
            <a:pPr algn="l">
              <a:defRPr sz="1875" b="0">
                <a:solidFill>
                  <a:srgbClr val="AC6154"/>
                </a:solidFill>
                <a:latin typeface="Arial"/>
                <a:ea typeface="Arial"/>
                <a:cs typeface="Arial"/>
              </a:defRPr>
            </a:pPr>
            <a:r>
              <a:rPr sz="1875" b="0">
                <a:solidFill>
                  <a:srgbClr val="AC6154"/>
                </a:solidFill>
                <a:latin typeface="Arial"/>
                <a:ea typeface="Arial"/>
                <a:cs typeface="Arial"/>
              </a:rPr>
              <a:t>What happens when the same request arrives twice?</a:t>
            </a:r>
          </a:p>
        </p:txBody>
      </p:sp>
    </p:spTree>
    <p:extLst>
      <p:ext uri="{BB962C8B-B14F-4D97-AF65-F5344CB8AC3E}">
        <p14:creationId xmlns:p14="http://schemas.microsoft.com/office/powerpoint/2010/main" val="18512034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2-173">
            <a:extLst xmlns:a="http://schemas.openxmlformats.org/drawingml/2006/main">
              <a:ext uri="{FF2B5EF4-FFF2-40B4-BE49-F238E27FC236}">
                <a16:creationId xmlns:a16="http://schemas.microsoft.com/office/drawing/2014/main" id="{44D55A99-05A6-4659-AD31-ED5B66A3D117}"/>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Automation: requests and exceptions</a:t>
            </a:r>
          </a:p>
        </p:txBody>
      </p:sp>
      <p:sp>
        <p:nvSpPr>
          <p:cNvPr id="2" name="day2-174">
            <a:extLst xmlns:a="http://schemas.openxmlformats.org/drawingml/2006/main">
              <a:ext uri="{FF2B5EF4-FFF2-40B4-BE49-F238E27FC236}">
                <a16:creationId xmlns:a16="http://schemas.microsoft.com/office/drawing/2014/main" id="{7F55C8C2-9D1D-427B-9722-4F35A5124045}"/>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175">
            <a:extLst xmlns:a="http://schemas.openxmlformats.org/drawingml/2006/main">
              <a:ext uri="{FF2B5EF4-FFF2-40B4-BE49-F238E27FC236}">
                <a16:creationId xmlns:a16="http://schemas.microsoft.com/office/drawing/2014/main" id="{E15783D3-4DC8-431B-8D32-991282BFDCE1}"/>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10</a:t>
            </a:r>
          </a:p>
        </p:txBody>
      </p:sp>
      <p:sp>
        <p:nvSpPr>
          <p:cNvPr id="4" name="day2-176">
            <a:extLst xmlns:a="http://schemas.openxmlformats.org/drawingml/2006/main">
              <a:ext uri="{FF2B5EF4-FFF2-40B4-BE49-F238E27FC236}">
                <a16:creationId xmlns:a16="http://schemas.microsoft.com/office/drawing/2014/main" id="{C535F924-9DFB-434A-8A77-7618F1210707}"/>
              </a:ext>
            </a:extLst>
          </p:cNvPr>
          <p:cNvSpPr>
            <a:spLocks xmlns:a="http://schemas.openxmlformats.org/drawingml/2006/main" noGrp="1"/>
          </p:cNvSpPr>
          <p:nvPr/>
        </p:nvSpPr>
        <p:spPr>
          <a:xfrm xmlns:a="http://schemas.openxmlformats.org/drawingml/2006/main">
            <a:off x="619125" y="1000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A team turns recurring intake requests into a reviewed work queue</a:t>
            </a:r>
          </a:p>
        </p:txBody>
      </p:sp>
      <p:sp>
        <p:nvSpPr>
          <p:cNvPr id="5" name="day2-177">
            <a:extLst xmlns:a="http://schemas.openxmlformats.org/drawingml/2006/main">
              <a:ext uri="{FF2B5EF4-FFF2-40B4-BE49-F238E27FC236}">
                <a16:creationId xmlns:a16="http://schemas.microsoft.com/office/drawing/2014/main" id="{DDB45413-3E77-423F-8FAB-CF1262A967B3}"/>
              </a:ext>
            </a:extLst>
          </p:cNvPr>
          <p:cNvSpPr>
            <a:spLocks xmlns:a="http://schemas.openxmlformats.org/drawingml/2006/main" noGrp="1"/>
          </p:cNvSpPr>
          <p:nvPr/>
        </p:nvSpPr>
        <p:spPr>
          <a:xfrm xmlns:a="http://schemas.openxmlformats.org/drawingml/2006/main">
            <a:off x="619125" y="1809750"/>
            <a:ext cx="5334000" cy="3552825"/>
          </a:xfrm>
          <a:prstGeom xmlns:a="http://schemas.openxmlformats.org/drawingml/2006/main" prst="roundRect">
            <a:avLst>
              <a:gd name="adj" fmla="val 2145"/>
            </a:avLst>
          </a:prstGeom>
          <a:solidFill xmlns:a="http://schemas.openxmlformats.org/drawingml/2006/main">
            <a:srgbClr val="EAF3FC"/>
          </a:solidFill>
          <a:ln xmlns:a="http://schemas.openxmlformats.org/drawingml/2006/main" w="12383">
            <a:solidFill>
              <a:srgbClr val="3D709F"/>
            </a:solidFill>
          </a:ln>
        </p:spPr>
      </p:sp>
      <p:sp>
        <p:nvSpPr>
          <p:cNvPr id="6" name="day2-178">
            <a:extLst xmlns:a="http://schemas.openxmlformats.org/drawingml/2006/main">
              <a:ext uri="{FF2B5EF4-FFF2-40B4-BE49-F238E27FC236}">
                <a16:creationId xmlns:a16="http://schemas.microsoft.com/office/drawing/2014/main" id="{269909D9-A97F-484C-BEE2-929EE8B7EEA3}"/>
              </a:ext>
            </a:extLst>
          </p:cNvPr>
          <p:cNvSpPr>
            <a:spLocks xmlns:a="http://schemas.openxmlformats.org/drawingml/2006/main" noGrp="1"/>
          </p:cNvSpPr>
          <p:nvPr/>
        </p:nvSpPr>
        <p:spPr>
          <a:xfrm xmlns:a="http://schemas.openxmlformats.org/drawingml/2006/main">
            <a:off x="87630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3D709F"/>
                </a:solidFill>
                <a:latin typeface="Arial"/>
                <a:ea typeface="Arial"/>
                <a:cs typeface="Arial"/>
              </a:defRPr>
            </a:defPPr>
            <a:lvl1pPr algn="l">
              <a:defRPr sz="1650" b="1">
                <a:solidFill>
                  <a:srgbClr val="3D709F"/>
                </a:solidFill>
                <a:latin typeface="Arial"/>
                <a:ea typeface="Arial"/>
                <a:cs typeface="Arial"/>
              </a:defRPr>
            </a:lvl1pPr>
            <a:lvl2pPr algn="l">
              <a:defRPr sz="1650" b="1">
                <a:solidFill>
                  <a:srgbClr val="3D709F"/>
                </a:solidFill>
                <a:latin typeface="Arial"/>
                <a:ea typeface="Arial"/>
                <a:cs typeface="Arial"/>
              </a:defRPr>
            </a:lvl2pPr>
            <a:lvl3pPr algn="l">
              <a:defRPr sz="1650" b="1">
                <a:solidFill>
                  <a:srgbClr val="3D709F"/>
                </a:solidFill>
                <a:latin typeface="Arial"/>
                <a:ea typeface="Arial"/>
                <a:cs typeface="Arial"/>
              </a:defRPr>
            </a:lvl3pPr>
            <a:lvl4pPr algn="l">
              <a:defRPr sz="1650" b="1">
                <a:solidFill>
                  <a:srgbClr val="3D709F"/>
                </a:solidFill>
                <a:latin typeface="Arial"/>
                <a:ea typeface="Arial"/>
                <a:cs typeface="Arial"/>
              </a:defRPr>
            </a:lvl4pPr>
            <a:lvl5pPr algn="l">
              <a:defRPr sz="1650" b="1">
                <a:solidFill>
                  <a:srgbClr val="3D709F"/>
                </a:solidFill>
                <a:latin typeface="Arial"/>
                <a:ea typeface="Arial"/>
                <a:cs typeface="Arial"/>
              </a:defRPr>
            </a:lvl5pPr>
            <a:lvl6pPr algn="l">
              <a:defRPr sz="1650" b="1">
                <a:solidFill>
                  <a:srgbClr val="3D709F"/>
                </a:solidFill>
                <a:latin typeface="Arial"/>
                <a:ea typeface="Arial"/>
                <a:cs typeface="Arial"/>
              </a:defRPr>
            </a:lvl6pPr>
            <a:lvl7pPr algn="l">
              <a:defRPr sz="1650" b="1">
                <a:solidFill>
                  <a:srgbClr val="3D709F"/>
                </a:solidFill>
                <a:latin typeface="Arial"/>
                <a:ea typeface="Arial"/>
                <a:cs typeface="Arial"/>
              </a:defRPr>
            </a:lvl7pPr>
            <a:lvl8pPr algn="l">
              <a:defRPr sz="1650" b="1">
                <a:solidFill>
                  <a:srgbClr val="3D709F"/>
                </a:solidFill>
                <a:latin typeface="Arial"/>
                <a:ea typeface="Arial"/>
                <a:cs typeface="Arial"/>
              </a:defRPr>
            </a:lvl8pPr>
            <a:lvl9pPr algn="l">
              <a:defRPr sz="1650" b="1">
                <a:solidFill>
                  <a:srgbClr val="3D709F"/>
                </a:solidFill>
                <a:latin typeface="Arial"/>
                <a:ea typeface="Arial"/>
                <a:cs typeface="Arial"/>
              </a:defRPr>
            </a:lvl9pPr>
          </a:lstStyle>
          <a:p xmlns:a="http://schemas.openxmlformats.org/drawingml/2006/main">
            <a:pPr algn="l">
              <a:defRPr sz="1650" b="1">
                <a:solidFill>
                  <a:srgbClr val="3D709F"/>
                </a:solidFill>
                <a:latin typeface="Arial"/>
                <a:ea typeface="Arial"/>
                <a:cs typeface="Arial"/>
              </a:defRPr>
            </a:pPr>
            <a:r>
              <a:rPr sz="1650" b="1">
                <a:solidFill>
                  <a:srgbClr val="3D709F"/>
                </a:solidFill>
                <a:latin typeface="Arial"/>
                <a:ea typeface="Arial"/>
                <a:cs typeface="Arial"/>
              </a:rPr>
              <a:t>Intake data</a:t>
            </a:r>
          </a:p>
        </p:txBody>
      </p:sp>
      <p:sp>
        <p:nvSpPr>
          <p:cNvPr id="7" name="day2-179">
            <a:extLst xmlns:a="http://schemas.openxmlformats.org/drawingml/2006/main">
              <a:ext uri="{FF2B5EF4-FFF2-40B4-BE49-F238E27FC236}">
                <a16:creationId xmlns:a16="http://schemas.microsoft.com/office/drawing/2014/main" id="{D4619BB6-CB1B-4713-BDF7-9B31813336D8}"/>
              </a:ext>
            </a:extLst>
          </p:cNvPr>
          <p:cNvSpPr>
            <a:spLocks xmlns:a="http://schemas.openxmlformats.org/drawingml/2006/main" noGrp="1"/>
          </p:cNvSpPr>
          <p:nvPr/>
        </p:nvSpPr>
        <p:spPr>
          <a:xfrm xmlns:a="http://schemas.openxmlformats.org/drawingml/2006/main">
            <a:off x="87630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inputs/requests.csv</a:t>
            </a:r>
          </a:p>
        </p:txBody>
      </p:sp>
      <p:sp>
        <p:nvSpPr>
          <p:cNvPr id="8" name="day2-180">
            <a:extLst xmlns:a="http://schemas.openxmlformats.org/drawingml/2006/main">
              <a:ext uri="{FF2B5EF4-FFF2-40B4-BE49-F238E27FC236}">
                <a16:creationId xmlns:a16="http://schemas.microsoft.com/office/drawing/2014/main" id="{AD277097-DACD-47C1-BD51-E67EF0CD36B1}"/>
              </a:ext>
            </a:extLst>
          </p:cNvPr>
          <p:cNvSpPr>
            <a:spLocks xmlns:a="http://schemas.openxmlformats.org/drawingml/2006/main" noGrp="1"/>
          </p:cNvSpPr>
          <p:nvPr/>
        </p:nvSpPr>
        <p:spPr>
          <a:xfrm xmlns:a="http://schemas.openxmlformats.org/drawingml/2006/main">
            <a:off x="87630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id,topic,requester</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R101,invoice copy,customer A</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R101,invoice copy,customer A</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R102,access issue,customer B</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Same ID requires duplicate review</a:t>
            </a:r>
          </a:p>
        </p:txBody>
      </p:sp>
      <p:sp>
        <p:nvSpPr>
          <p:cNvPr id="9" name="day2-181">
            <a:extLst xmlns:a="http://schemas.openxmlformats.org/drawingml/2006/main">
              <a:ext uri="{FF2B5EF4-FFF2-40B4-BE49-F238E27FC236}">
                <a16:creationId xmlns:a16="http://schemas.microsoft.com/office/drawing/2014/main" id="{DCE84321-1D25-4DE8-925B-15424E13DBD6}"/>
              </a:ext>
            </a:extLst>
          </p:cNvPr>
          <p:cNvSpPr>
            <a:spLocks xmlns:a="http://schemas.openxmlformats.org/drawingml/2006/main" noGrp="1"/>
          </p:cNvSpPr>
          <p:nvPr/>
        </p:nvSpPr>
        <p:spPr>
          <a:xfrm xmlns:a="http://schemas.openxmlformats.org/drawingml/2006/main">
            <a:off x="6238875" y="1809750"/>
            <a:ext cx="5334000" cy="3552825"/>
          </a:xfrm>
          <a:prstGeom xmlns:a="http://schemas.openxmlformats.org/drawingml/2006/main" prst="roundRect">
            <a:avLst>
              <a:gd name="adj" fmla="val 2145"/>
            </a:avLst>
          </a:prstGeom>
          <a:solidFill xmlns:a="http://schemas.openxmlformats.org/drawingml/2006/main">
            <a:srgbClr val="FBEAE6"/>
          </a:solidFill>
          <a:ln xmlns:a="http://schemas.openxmlformats.org/drawingml/2006/main" w="12383">
            <a:solidFill>
              <a:srgbClr val="AC6154"/>
            </a:solidFill>
          </a:ln>
        </p:spPr>
      </p:sp>
      <p:sp>
        <p:nvSpPr>
          <p:cNvPr id="10" name="day2-182">
            <a:extLst xmlns:a="http://schemas.openxmlformats.org/drawingml/2006/main">
              <a:ext uri="{FF2B5EF4-FFF2-40B4-BE49-F238E27FC236}">
                <a16:creationId xmlns:a16="http://schemas.microsoft.com/office/drawing/2014/main" id="{69480E68-8F11-4770-AEE2-5375C3D6055E}"/>
              </a:ext>
            </a:extLst>
          </p:cNvPr>
          <p:cNvSpPr>
            <a:spLocks xmlns:a="http://schemas.openxmlformats.org/drawingml/2006/main" noGrp="1"/>
          </p:cNvSpPr>
          <p:nvPr/>
        </p:nvSpPr>
        <p:spPr>
          <a:xfrm xmlns:a="http://schemas.openxmlformats.org/drawingml/2006/main">
            <a:off x="649605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AC6154"/>
                </a:solidFill>
                <a:latin typeface="Arial"/>
                <a:ea typeface="Arial"/>
                <a:cs typeface="Arial"/>
              </a:defRPr>
            </a:defPPr>
            <a:lvl1pPr algn="l">
              <a:defRPr sz="1650" b="1">
                <a:solidFill>
                  <a:srgbClr val="AC6154"/>
                </a:solidFill>
                <a:latin typeface="Arial"/>
                <a:ea typeface="Arial"/>
                <a:cs typeface="Arial"/>
              </a:defRPr>
            </a:lvl1pPr>
            <a:lvl2pPr algn="l">
              <a:defRPr sz="1650" b="1">
                <a:solidFill>
                  <a:srgbClr val="AC6154"/>
                </a:solidFill>
                <a:latin typeface="Arial"/>
                <a:ea typeface="Arial"/>
                <a:cs typeface="Arial"/>
              </a:defRPr>
            </a:lvl2pPr>
            <a:lvl3pPr algn="l">
              <a:defRPr sz="1650" b="1">
                <a:solidFill>
                  <a:srgbClr val="AC6154"/>
                </a:solidFill>
                <a:latin typeface="Arial"/>
                <a:ea typeface="Arial"/>
                <a:cs typeface="Arial"/>
              </a:defRPr>
            </a:lvl3pPr>
            <a:lvl4pPr algn="l">
              <a:defRPr sz="1650" b="1">
                <a:solidFill>
                  <a:srgbClr val="AC6154"/>
                </a:solidFill>
                <a:latin typeface="Arial"/>
                <a:ea typeface="Arial"/>
                <a:cs typeface="Arial"/>
              </a:defRPr>
            </a:lvl4pPr>
            <a:lvl5pPr algn="l">
              <a:defRPr sz="1650" b="1">
                <a:solidFill>
                  <a:srgbClr val="AC6154"/>
                </a:solidFill>
                <a:latin typeface="Arial"/>
                <a:ea typeface="Arial"/>
                <a:cs typeface="Arial"/>
              </a:defRPr>
            </a:lvl5pPr>
            <a:lvl6pPr algn="l">
              <a:defRPr sz="1650" b="1">
                <a:solidFill>
                  <a:srgbClr val="AC6154"/>
                </a:solidFill>
                <a:latin typeface="Arial"/>
                <a:ea typeface="Arial"/>
                <a:cs typeface="Arial"/>
              </a:defRPr>
            </a:lvl6pPr>
            <a:lvl7pPr algn="l">
              <a:defRPr sz="1650" b="1">
                <a:solidFill>
                  <a:srgbClr val="AC6154"/>
                </a:solidFill>
                <a:latin typeface="Arial"/>
                <a:ea typeface="Arial"/>
                <a:cs typeface="Arial"/>
              </a:defRPr>
            </a:lvl7pPr>
            <a:lvl8pPr algn="l">
              <a:defRPr sz="1650" b="1">
                <a:solidFill>
                  <a:srgbClr val="AC6154"/>
                </a:solidFill>
                <a:latin typeface="Arial"/>
                <a:ea typeface="Arial"/>
                <a:cs typeface="Arial"/>
              </a:defRPr>
            </a:lvl8pPr>
            <a:lvl9pPr algn="l">
              <a:defRPr sz="1650" b="1">
                <a:solidFill>
                  <a:srgbClr val="AC6154"/>
                </a:solidFill>
                <a:latin typeface="Arial"/>
                <a:ea typeface="Arial"/>
                <a:cs typeface="Arial"/>
              </a:defRPr>
            </a:lvl9pPr>
          </a:lstStyle>
          <a:p xmlns:a="http://schemas.openxmlformats.org/drawingml/2006/main">
            <a:pPr algn="l">
              <a:defRPr sz="1650" b="1">
                <a:solidFill>
                  <a:srgbClr val="AC6154"/>
                </a:solidFill>
                <a:latin typeface="Arial"/>
                <a:ea typeface="Arial"/>
                <a:cs typeface="Arial"/>
              </a:defRPr>
            </a:pPr>
            <a:r>
              <a:rPr sz="1650" b="1">
                <a:solidFill>
                  <a:srgbClr val="AC6154"/>
                </a:solidFill>
                <a:latin typeface="Arial"/>
                <a:ea typeface="Arial"/>
                <a:cs typeface="Arial"/>
              </a:rPr>
              <a:t>Exception record</a:t>
            </a:r>
          </a:p>
        </p:txBody>
      </p:sp>
      <p:sp>
        <p:nvSpPr>
          <p:cNvPr id="11" name="day2-183">
            <a:extLst xmlns:a="http://schemas.openxmlformats.org/drawingml/2006/main">
              <a:ext uri="{FF2B5EF4-FFF2-40B4-BE49-F238E27FC236}">
                <a16:creationId xmlns:a16="http://schemas.microsoft.com/office/drawing/2014/main" id="{4C43652B-FF5C-4315-B4EF-B16C5B7B2A9B}"/>
              </a:ext>
            </a:extLst>
          </p:cNvPr>
          <p:cNvSpPr>
            <a:spLocks xmlns:a="http://schemas.openxmlformats.org/drawingml/2006/main" noGrp="1"/>
          </p:cNvSpPr>
          <p:nvPr/>
        </p:nvSpPr>
        <p:spPr>
          <a:xfrm xmlns:a="http://schemas.openxmlformats.org/drawingml/2006/main">
            <a:off x="649605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outputs/exceptions.md</a:t>
            </a:r>
          </a:p>
        </p:txBody>
      </p:sp>
      <p:sp>
        <p:nvSpPr>
          <p:cNvPr id="12" name="day2-184">
            <a:extLst xmlns:a="http://schemas.openxmlformats.org/drawingml/2006/main">
              <a:ext uri="{FF2B5EF4-FFF2-40B4-BE49-F238E27FC236}">
                <a16:creationId xmlns:a16="http://schemas.microsoft.com/office/drawing/2014/main" id="{FDE36BCC-5798-49AE-AC3B-1DE27340698B}"/>
              </a:ext>
            </a:extLst>
          </p:cNvPr>
          <p:cNvSpPr>
            <a:spLocks xmlns:a="http://schemas.openxmlformats.org/drawingml/2006/main" noGrp="1"/>
          </p:cNvSpPr>
          <p:nvPr/>
        </p:nvSpPr>
        <p:spPr>
          <a:xfrm xmlns:a="http://schemas.openxmlformats.org/drawingml/2006/main">
            <a:off x="649605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Exceptions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R101 appears twice</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Keep both raw source rows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Confirm one underlying request</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Operator resolves before routing</a:t>
            </a:r>
          </a:p>
        </p:txBody>
      </p:sp>
      <p:sp>
        <p:nvSpPr>
          <p:cNvPr id="13" name="day2-185">
            <a:extLst xmlns:a="http://schemas.openxmlformats.org/drawingml/2006/main">
              <a:ext uri="{FF2B5EF4-FFF2-40B4-BE49-F238E27FC236}">
                <a16:creationId xmlns:a16="http://schemas.microsoft.com/office/drawing/2014/main" id="{29177D0F-CB22-4070-8807-BACBA778BE8E}"/>
              </a:ext>
            </a:extLst>
          </p:cNvPr>
          <p:cNvSpPr>
            <a:spLocks xmlns:a="http://schemas.openxmlformats.org/drawingml/2006/main" noGrp="1"/>
          </p:cNvSpPr>
          <p:nvPr/>
        </p:nvSpPr>
        <p:spPr>
          <a:xfrm xmlns:a="http://schemas.openxmlformats.org/drawingml/2006/main">
            <a:off x="619125" y="583882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AC6154"/>
                </a:solidFill>
                <a:latin typeface="Arial"/>
                <a:ea typeface="Arial"/>
                <a:cs typeface="Arial"/>
              </a:defRPr>
            </a:defPPr>
            <a:lvl1pPr algn="l">
              <a:defRPr sz="1950" b="0">
                <a:solidFill>
                  <a:srgbClr val="AC6154"/>
                </a:solidFill>
                <a:latin typeface="Arial"/>
                <a:ea typeface="Arial"/>
                <a:cs typeface="Arial"/>
              </a:defRPr>
            </a:lvl1pPr>
            <a:lvl2pPr algn="l">
              <a:defRPr sz="1950" b="0">
                <a:solidFill>
                  <a:srgbClr val="AC6154"/>
                </a:solidFill>
                <a:latin typeface="Arial"/>
                <a:ea typeface="Arial"/>
                <a:cs typeface="Arial"/>
              </a:defRPr>
            </a:lvl2pPr>
            <a:lvl3pPr algn="l">
              <a:defRPr sz="1950" b="0">
                <a:solidFill>
                  <a:srgbClr val="AC6154"/>
                </a:solidFill>
                <a:latin typeface="Arial"/>
                <a:ea typeface="Arial"/>
                <a:cs typeface="Arial"/>
              </a:defRPr>
            </a:lvl3pPr>
            <a:lvl4pPr algn="l">
              <a:defRPr sz="1950" b="0">
                <a:solidFill>
                  <a:srgbClr val="AC6154"/>
                </a:solidFill>
                <a:latin typeface="Arial"/>
                <a:ea typeface="Arial"/>
                <a:cs typeface="Arial"/>
              </a:defRPr>
            </a:lvl4pPr>
            <a:lvl5pPr algn="l">
              <a:defRPr sz="1950" b="0">
                <a:solidFill>
                  <a:srgbClr val="AC6154"/>
                </a:solidFill>
                <a:latin typeface="Arial"/>
                <a:ea typeface="Arial"/>
                <a:cs typeface="Arial"/>
              </a:defRPr>
            </a:lvl5pPr>
            <a:lvl6pPr algn="l">
              <a:defRPr sz="1950" b="0">
                <a:solidFill>
                  <a:srgbClr val="AC6154"/>
                </a:solidFill>
                <a:latin typeface="Arial"/>
                <a:ea typeface="Arial"/>
                <a:cs typeface="Arial"/>
              </a:defRPr>
            </a:lvl6pPr>
            <a:lvl7pPr algn="l">
              <a:defRPr sz="1950" b="0">
                <a:solidFill>
                  <a:srgbClr val="AC6154"/>
                </a:solidFill>
                <a:latin typeface="Arial"/>
                <a:ea typeface="Arial"/>
                <a:cs typeface="Arial"/>
              </a:defRPr>
            </a:lvl7pPr>
            <a:lvl8pPr algn="l">
              <a:defRPr sz="1950" b="0">
                <a:solidFill>
                  <a:srgbClr val="AC6154"/>
                </a:solidFill>
                <a:latin typeface="Arial"/>
                <a:ea typeface="Arial"/>
                <a:cs typeface="Arial"/>
              </a:defRPr>
            </a:lvl8pPr>
            <a:lvl9pPr algn="l">
              <a:defRPr sz="1950" b="0">
                <a:solidFill>
                  <a:srgbClr val="AC6154"/>
                </a:solidFill>
                <a:latin typeface="Arial"/>
                <a:ea typeface="Arial"/>
                <a:cs typeface="Arial"/>
              </a:defRPr>
            </a:lvl9pPr>
          </a:lstStyle>
          <a:p xmlns:a="http://schemas.openxmlformats.org/drawingml/2006/main">
            <a:pPr algn="l">
              <a:defRPr sz="1950" b="0">
                <a:solidFill>
                  <a:srgbClr val="AC6154"/>
                </a:solidFill>
                <a:latin typeface="Arial"/>
                <a:ea typeface="Arial"/>
                <a:cs typeface="Arial"/>
              </a:defRPr>
            </a:pPr>
            <a:r>
              <a:rPr sz="1950" b="0">
                <a:solidFill>
                  <a:srgbClr val="AC6154"/>
                </a:solidFill>
                <a:latin typeface="Arial"/>
                <a:ea typeface="Arial"/>
                <a:cs typeface="Arial"/>
              </a:rPr>
              <a:t>What happens when the same request arrives twice?</a:t>
            </a:r>
          </a:p>
        </p:txBody>
      </p:sp>
    </p:spTree>
    <p:extLst>
      <p:ext uri="{BB962C8B-B14F-4D97-AF65-F5344CB8AC3E}">
        <p14:creationId xmlns:p14="http://schemas.microsoft.com/office/powerpoint/2010/main" val="1111587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E7BFBD9A-5392-4EFB-AAA9-93F7D7B60895}"/>
              </a:ext>
            </a:extLst>
          </p:cNvPr>
          <p:cNvCxnSpPr>
            <a:stCxn xmlns:a="http://schemas.openxmlformats.org/drawingml/2006/main" id="24" idx="2"/>
            <a:endCxn xmlns:a="http://schemas.openxmlformats.org/drawingml/2006/main" id="26" idx="0"/>
          </p:cNvCxnSpPr>
          <p:nvPr/>
        </p:nvCxnSpPr>
        <p:spPr>
          <a:xfrm xmlns:a="http://schemas.openxmlformats.org/drawingml/2006/main">
            <a:off x="9936004" y="3903345"/>
            <a:ext cx="0" cy="528638"/>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3" name="">
            <a:extLst xmlns:a="http://schemas.openxmlformats.org/drawingml/2006/main">
              <a:ext uri="{FF2B5EF4-FFF2-40B4-BE49-F238E27FC236}">
                <a16:creationId xmlns:a16="http://schemas.microsoft.com/office/drawing/2014/main" id="{7D9D5C4D-762C-4071-9347-4F689FFD3B7C}"/>
              </a:ext>
            </a:extLst>
          </p:cNvPr>
          <p:cNvCxnSpPr>
            <a:stCxn xmlns:a="http://schemas.openxmlformats.org/drawingml/2006/main" id="22" idx="3"/>
            <a:endCxn xmlns:a="http://schemas.openxmlformats.org/drawingml/2006/main" id="24" idx="1"/>
          </p:cNvCxnSpPr>
          <p:nvPr/>
        </p:nvCxnSpPr>
        <p:spPr>
          <a:xfrm xmlns:a="http://schemas.openxmlformats.org/drawingml/2006/main" flipV="1">
            <a:off x="7764780" y="3233738"/>
            <a:ext cx="671513" cy="740093"/>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cxnSp>
        <p:nvCxnSpPr>
          <p:cNvPr id="32" name="">
            <a:extLst xmlns:a="http://schemas.openxmlformats.org/drawingml/2006/main">
              <a:ext uri="{FF2B5EF4-FFF2-40B4-BE49-F238E27FC236}">
                <a16:creationId xmlns:a16="http://schemas.microsoft.com/office/drawing/2014/main" id="{0D8F6C84-478B-4614-AB43-ED5BD7A6B8F1}"/>
              </a:ext>
            </a:extLst>
          </p:cNvPr>
          <p:cNvCxnSpPr>
            <a:stCxn xmlns:a="http://schemas.openxmlformats.org/drawingml/2006/main" id="28" idx="3"/>
            <a:endCxn xmlns:a="http://schemas.openxmlformats.org/drawingml/2006/main" id="22" idx="1"/>
          </p:cNvCxnSpPr>
          <p:nvPr/>
        </p:nvCxnSpPr>
        <p:spPr>
          <a:xfrm xmlns:a="http://schemas.openxmlformats.org/drawingml/2006/main" flipV="1">
            <a:off x="2885123" y="3973831"/>
            <a:ext cx="671512" cy="881062"/>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cxnSp>
        <p:nvCxnSpPr>
          <p:cNvPr id="31" name="">
            <a:extLst xmlns:a="http://schemas.openxmlformats.org/drawingml/2006/main">
              <a:ext uri="{FF2B5EF4-FFF2-40B4-BE49-F238E27FC236}">
                <a16:creationId xmlns:a16="http://schemas.microsoft.com/office/drawing/2014/main" id="{5A5990FD-BA91-4230-B28D-B9A16C7192D4}"/>
              </a:ext>
            </a:extLst>
          </p:cNvPr>
          <p:cNvCxnSpPr>
            <a:stCxn xmlns:a="http://schemas.openxmlformats.org/drawingml/2006/main" id="20" idx="2"/>
            <a:endCxn xmlns:a="http://schemas.openxmlformats.org/drawingml/2006/main" id="22" idx="0"/>
          </p:cNvCxnSpPr>
          <p:nvPr/>
        </p:nvCxnSpPr>
        <p:spPr>
          <a:xfrm xmlns:a="http://schemas.openxmlformats.org/drawingml/2006/main">
            <a:off x="5660708" y="3233738"/>
            <a:ext cx="0" cy="281940"/>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0" name="">
            <a:extLst xmlns:a="http://schemas.openxmlformats.org/drawingml/2006/main">
              <a:ext uri="{FF2B5EF4-FFF2-40B4-BE49-F238E27FC236}">
                <a16:creationId xmlns:a16="http://schemas.microsoft.com/office/drawing/2014/main" id="{76E5E291-FB3A-4DDB-8476-B5B70A96DD6E}"/>
              </a:ext>
            </a:extLst>
          </p:cNvPr>
          <p:cNvCxnSpPr>
            <a:stCxn xmlns:a="http://schemas.openxmlformats.org/drawingml/2006/main" id="18" idx="3"/>
            <a:endCxn xmlns:a="http://schemas.openxmlformats.org/drawingml/2006/main" id="22" idx="1"/>
          </p:cNvCxnSpPr>
          <p:nvPr/>
        </p:nvCxnSpPr>
        <p:spPr>
          <a:xfrm xmlns:a="http://schemas.openxmlformats.org/drawingml/2006/main">
            <a:off x="2885123" y="3233738"/>
            <a:ext cx="671512" cy="740093"/>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sp>
        <p:nvSpPr>
          <p:cNvPr id="36" name="day2-186">
            <a:extLst xmlns:a="http://schemas.openxmlformats.org/drawingml/2006/main">
              <a:ext uri="{FF2B5EF4-FFF2-40B4-BE49-F238E27FC236}">
                <a16:creationId xmlns:a16="http://schemas.microsoft.com/office/drawing/2014/main" id="{62C7586B-5D41-49FB-B899-FA46286AB660}"/>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A finance operating system</a:t>
            </a:r>
          </a:p>
        </p:txBody>
      </p:sp>
      <p:sp>
        <p:nvSpPr>
          <p:cNvPr id="2" name="day2-187">
            <a:extLst xmlns:a="http://schemas.openxmlformats.org/drawingml/2006/main">
              <a:ext uri="{FF2B5EF4-FFF2-40B4-BE49-F238E27FC236}">
                <a16:creationId xmlns:a16="http://schemas.microsoft.com/office/drawing/2014/main" id="{6AF587F4-DCB9-45FB-B91B-C8C1AD88822A}"/>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188">
            <a:extLst xmlns:a="http://schemas.openxmlformats.org/drawingml/2006/main">
              <a:ext uri="{FF2B5EF4-FFF2-40B4-BE49-F238E27FC236}">
                <a16:creationId xmlns:a16="http://schemas.microsoft.com/office/drawing/2014/main" id="{3174A3A7-9A19-486A-8736-C605DE296E78}"/>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11</a:t>
            </a:r>
          </a:p>
        </p:txBody>
      </p:sp>
      <p:sp>
        <p:nvSpPr>
          <p:cNvPr id="4" name="day2-189">
            <a:extLst xmlns:a="http://schemas.openxmlformats.org/drawingml/2006/main">
              <a:ext uri="{FF2B5EF4-FFF2-40B4-BE49-F238E27FC236}">
                <a16:creationId xmlns:a16="http://schemas.microsoft.com/office/drawing/2014/main" id="{14369735-7394-4968-8370-E2656A250F4A}"/>
              </a:ext>
            </a:extLst>
          </p:cNvPr>
          <p:cNvSpPr>
            <a:spLocks xmlns:a="http://schemas.openxmlformats.org/drawingml/2006/main" noGrp="1"/>
          </p:cNvSpPr>
          <p:nvPr/>
        </p:nvSpPr>
        <p:spPr>
          <a:xfrm xmlns:a="http://schemas.openxmlformats.org/drawingml/2006/main">
            <a:off x="619125" y="1000125"/>
            <a:ext cx="895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A business reviews spending from a synthetic statement export</a:t>
            </a:r>
          </a:p>
        </p:txBody>
      </p:sp>
      <p:pic>
        <p:nvPicPr>
          <p:cNvPr id="5" name="">
            <a:extLst xmlns:a="http://schemas.openxmlformats.org/drawingml/2006/main">
              <a:ext uri="{FF2B5EF4-FFF2-40B4-BE49-F238E27FC236}">
                <a16:creationId xmlns:a16="http://schemas.microsoft.com/office/drawing/2014/main" id="{83C08B44-8115-4937-8259-406710BFF68D}"/>
              </a:ext>
            </a:extLst>
          </p:cNvPr>
          <p:cNvPicPr>
            <a:picLocks xmlns:a="http://schemas.openxmlformats.org/drawingml/2006/main" noChangeAspect="1"/>
          </p:cNvPicPr>
          <p:nvPr/>
        </p:nvPicPr>
        <p:blipFill>
          <a:blip xmlns:r="http://schemas.openxmlformats.org/officeDocument/2006/relationships" xmlns:a="http://schemas.openxmlformats.org/drawingml/2006/main" r:embed="R6254e50403124996"/>
          <a:stretch xmlns:a="http://schemas.openxmlformats.org/drawingml/2006/main"/>
        </p:blipFill>
        <p:spPr>
          <a:xfrm xmlns:a="http://schemas.openxmlformats.org/drawingml/2006/main">
            <a:off x="9715500" y="963613"/>
            <a:ext cx="1952625" cy="1301750"/>
          </a:xfrm>
          <a:prstGeom xmlns:a="http://schemas.openxmlformats.org/drawingml/2006/main" prst="rect">
            <a:avLst/>
          </a:prstGeom>
        </p:spPr>
      </p:pic>
      <p:sp>
        <p:nvSpPr>
          <p:cNvPr id="6" name="day2-190">
            <a:extLst xmlns:a="http://schemas.openxmlformats.org/drawingml/2006/main">
              <a:ext uri="{FF2B5EF4-FFF2-40B4-BE49-F238E27FC236}">
                <a16:creationId xmlns:a16="http://schemas.microsoft.com/office/drawing/2014/main" id="{4086906F-32AE-4B1D-8907-D1231DD4A1DC}"/>
              </a:ext>
            </a:extLst>
          </p:cNvPr>
          <p:cNvSpPr>
            <a:spLocks xmlns:a="http://schemas.openxmlformats.org/drawingml/2006/main" noGrp="1"/>
          </p:cNvSpPr>
          <p:nvPr/>
        </p:nvSpPr>
        <p:spPr>
          <a:xfrm xmlns:a="http://schemas.openxmlformats.org/drawingml/2006/main">
            <a:off x="619125" y="1847850"/>
            <a:ext cx="95250" cy="95250"/>
          </a:xfrm>
          <a:prstGeom xmlns:a="http://schemas.openxmlformats.org/drawingml/2006/main" prst="rect">
            <a:avLst/>
          </a:prstGeom>
          <a:solidFill xmlns:a="http://schemas.openxmlformats.org/drawingml/2006/main">
            <a:srgbClr val="3D709F"/>
          </a:solidFill>
          <a:ln xmlns:a="http://schemas.openxmlformats.org/drawingml/2006/main" w="0">
            <a:noFill/>
          </a:ln>
        </p:spPr>
      </p:sp>
      <p:sp>
        <p:nvSpPr>
          <p:cNvPr id="7" name="day2-191">
            <a:extLst xmlns:a="http://schemas.openxmlformats.org/drawingml/2006/main">
              <a:ext uri="{FF2B5EF4-FFF2-40B4-BE49-F238E27FC236}">
                <a16:creationId xmlns:a16="http://schemas.microsoft.com/office/drawing/2014/main" id="{578F4B6A-6679-4CDC-9A8D-A701EAE81B61}"/>
              </a:ext>
            </a:extLst>
          </p:cNvPr>
          <p:cNvSpPr>
            <a:spLocks xmlns:a="http://schemas.openxmlformats.org/drawingml/2006/main" noGrp="1"/>
          </p:cNvSpPr>
          <p:nvPr/>
        </p:nvSpPr>
        <p:spPr>
          <a:xfrm xmlns:a="http://schemas.openxmlformats.org/drawingml/2006/main">
            <a:off x="8001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D709F"/>
                </a:solidFill>
                <a:latin typeface="Arial"/>
                <a:ea typeface="Arial"/>
                <a:cs typeface="Arial"/>
              </a:defRPr>
            </a:defPPr>
            <a:lvl1pPr algn="l">
              <a:defRPr sz="1425" b="0">
                <a:solidFill>
                  <a:srgbClr val="3D709F"/>
                </a:solidFill>
                <a:latin typeface="Arial"/>
                <a:ea typeface="Arial"/>
                <a:cs typeface="Arial"/>
              </a:defRPr>
            </a:lvl1pPr>
            <a:lvl2pPr algn="l">
              <a:defRPr sz="1425" b="0">
                <a:solidFill>
                  <a:srgbClr val="3D709F"/>
                </a:solidFill>
                <a:latin typeface="Arial"/>
                <a:ea typeface="Arial"/>
                <a:cs typeface="Arial"/>
              </a:defRPr>
            </a:lvl2pPr>
            <a:lvl3pPr algn="l">
              <a:defRPr sz="1425" b="0">
                <a:solidFill>
                  <a:srgbClr val="3D709F"/>
                </a:solidFill>
                <a:latin typeface="Arial"/>
                <a:ea typeface="Arial"/>
                <a:cs typeface="Arial"/>
              </a:defRPr>
            </a:lvl3pPr>
            <a:lvl4pPr algn="l">
              <a:defRPr sz="1425" b="0">
                <a:solidFill>
                  <a:srgbClr val="3D709F"/>
                </a:solidFill>
                <a:latin typeface="Arial"/>
                <a:ea typeface="Arial"/>
                <a:cs typeface="Arial"/>
              </a:defRPr>
            </a:lvl4pPr>
            <a:lvl5pPr algn="l">
              <a:defRPr sz="1425" b="0">
                <a:solidFill>
                  <a:srgbClr val="3D709F"/>
                </a:solidFill>
                <a:latin typeface="Arial"/>
                <a:ea typeface="Arial"/>
                <a:cs typeface="Arial"/>
              </a:defRPr>
            </a:lvl5pPr>
            <a:lvl6pPr algn="l">
              <a:defRPr sz="1425" b="0">
                <a:solidFill>
                  <a:srgbClr val="3D709F"/>
                </a:solidFill>
                <a:latin typeface="Arial"/>
                <a:ea typeface="Arial"/>
                <a:cs typeface="Arial"/>
              </a:defRPr>
            </a:lvl6pPr>
            <a:lvl7pPr algn="l">
              <a:defRPr sz="1425" b="0">
                <a:solidFill>
                  <a:srgbClr val="3D709F"/>
                </a:solidFill>
                <a:latin typeface="Arial"/>
                <a:ea typeface="Arial"/>
                <a:cs typeface="Arial"/>
              </a:defRPr>
            </a:lvl7pPr>
            <a:lvl8pPr algn="l">
              <a:defRPr sz="1425" b="0">
                <a:solidFill>
                  <a:srgbClr val="3D709F"/>
                </a:solidFill>
                <a:latin typeface="Arial"/>
                <a:ea typeface="Arial"/>
                <a:cs typeface="Arial"/>
              </a:defRPr>
            </a:lvl8pPr>
            <a:lvl9pPr algn="l">
              <a:defRPr sz="1425" b="0">
                <a:solidFill>
                  <a:srgbClr val="3D709F"/>
                </a:solidFill>
                <a:latin typeface="Arial"/>
                <a:ea typeface="Arial"/>
                <a:cs typeface="Arial"/>
              </a:defRPr>
            </a:lvl9pPr>
          </a:lstStyle>
          <a:p xmlns:a="http://schemas.openxmlformats.org/drawingml/2006/main">
            <a:pPr algn="l">
              <a:defRPr sz="1425" b="0">
                <a:solidFill>
                  <a:srgbClr val="3D709F"/>
                </a:solidFill>
                <a:latin typeface="Arial"/>
                <a:ea typeface="Arial"/>
                <a:cs typeface="Arial"/>
              </a:defRPr>
            </a:pPr>
            <a:r>
              <a:rPr sz="1425" b="0">
                <a:solidFill>
                  <a:srgbClr val="3D709F"/>
                </a:solidFill>
                <a:latin typeface="Arial"/>
                <a:ea typeface="Arial"/>
                <a:cs typeface="Arial"/>
              </a:rPr>
              <a:t>Inputs</a:t>
            </a:r>
          </a:p>
        </p:txBody>
      </p:sp>
      <p:sp>
        <p:nvSpPr>
          <p:cNvPr id="8" name="day2-192">
            <a:extLst xmlns:a="http://schemas.openxmlformats.org/drawingml/2006/main">
              <a:ext uri="{FF2B5EF4-FFF2-40B4-BE49-F238E27FC236}">
                <a16:creationId xmlns:a16="http://schemas.microsoft.com/office/drawing/2014/main" id="{03D12C98-4B13-404A-88DB-BBFB93ED71BE}"/>
              </a:ext>
            </a:extLst>
          </p:cNvPr>
          <p:cNvSpPr>
            <a:spLocks xmlns:a="http://schemas.openxmlformats.org/drawingml/2006/main" noGrp="1"/>
          </p:cNvSpPr>
          <p:nvPr/>
        </p:nvSpPr>
        <p:spPr>
          <a:xfrm xmlns:a="http://schemas.openxmlformats.org/drawingml/2006/main">
            <a:off x="2124075" y="1847850"/>
            <a:ext cx="95250" cy="95250"/>
          </a:xfrm>
          <a:prstGeom xmlns:a="http://schemas.openxmlformats.org/drawingml/2006/main" prst="rect">
            <a:avLst/>
          </a:prstGeom>
          <a:solidFill xmlns:a="http://schemas.openxmlformats.org/drawingml/2006/main">
            <a:srgbClr val="7360A1"/>
          </a:solidFill>
          <a:ln xmlns:a="http://schemas.openxmlformats.org/drawingml/2006/main" w="0">
            <a:noFill/>
          </a:ln>
        </p:spPr>
      </p:sp>
      <p:sp>
        <p:nvSpPr>
          <p:cNvPr id="9" name="day2-193">
            <a:extLst xmlns:a="http://schemas.openxmlformats.org/drawingml/2006/main">
              <a:ext uri="{FF2B5EF4-FFF2-40B4-BE49-F238E27FC236}">
                <a16:creationId xmlns:a16="http://schemas.microsoft.com/office/drawing/2014/main" id="{20852570-E44E-44C8-9595-43733A15BC17}"/>
              </a:ext>
            </a:extLst>
          </p:cNvPr>
          <p:cNvSpPr>
            <a:spLocks xmlns:a="http://schemas.openxmlformats.org/drawingml/2006/main" noGrp="1"/>
          </p:cNvSpPr>
          <p:nvPr/>
        </p:nvSpPr>
        <p:spPr>
          <a:xfrm xmlns:a="http://schemas.openxmlformats.org/drawingml/2006/main">
            <a:off x="23050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7360A1"/>
                </a:solidFill>
                <a:latin typeface="Arial"/>
                <a:ea typeface="Arial"/>
                <a:cs typeface="Arial"/>
              </a:defRPr>
            </a:defPPr>
            <a:lvl1pPr algn="l">
              <a:defRPr sz="1425" b="0">
                <a:solidFill>
                  <a:srgbClr val="7360A1"/>
                </a:solidFill>
                <a:latin typeface="Arial"/>
                <a:ea typeface="Arial"/>
                <a:cs typeface="Arial"/>
              </a:defRPr>
            </a:lvl1pPr>
            <a:lvl2pPr algn="l">
              <a:defRPr sz="1425" b="0">
                <a:solidFill>
                  <a:srgbClr val="7360A1"/>
                </a:solidFill>
                <a:latin typeface="Arial"/>
                <a:ea typeface="Arial"/>
                <a:cs typeface="Arial"/>
              </a:defRPr>
            </a:lvl2pPr>
            <a:lvl3pPr algn="l">
              <a:defRPr sz="1425" b="0">
                <a:solidFill>
                  <a:srgbClr val="7360A1"/>
                </a:solidFill>
                <a:latin typeface="Arial"/>
                <a:ea typeface="Arial"/>
                <a:cs typeface="Arial"/>
              </a:defRPr>
            </a:lvl3pPr>
            <a:lvl4pPr algn="l">
              <a:defRPr sz="1425" b="0">
                <a:solidFill>
                  <a:srgbClr val="7360A1"/>
                </a:solidFill>
                <a:latin typeface="Arial"/>
                <a:ea typeface="Arial"/>
                <a:cs typeface="Arial"/>
              </a:defRPr>
            </a:lvl4pPr>
            <a:lvl5pPr algn="l">
              <a:defRPr sz="1425" b="0">
                <a:solidFill>
                  <a:srgbClr val="7360A1"/>
                </a:solidFill>
                <a:latin typeface="Arial"/>
                <a:ea typeface="Arial"/>
                <a:cs typeface="Arial"/>
              </a:defRPr>
            </a:lvl5pPr>
            <a:lvl6pPr algn="l">
              <a:defRPr sz="1425" b="0">
                <a:solidFill>
                  <a:srgbClr val="7360A1"/>
                </a:solidFill>
                <a:latin typeface="Arial"/>
                <a:ea typeface="Arial"/>
                <a:cs typeface="Arial"/>
              </a:defRPr>
            </a:lvl6pPr>
            <a:lvl7pPr algn="l">
              <a:defRPr sz="1425" b="0">
                <a:solidFill>
                  <a:srgbClr val="7360A1"/>
                </a:solidFill>
                <a:latin typeface="Arial"/>
                <a:ea typeface="Arial"/>
                <a:cs typeface="Arial"/>
              </a:defRPr>
            </a:lvl7pPr>
            <a:lvl8pPr algn="l">
              <a:defRPr sz="1425" b="0">
                <a:solidFill>
                  <a:srgbClr val="7360A1"/>
                </a:solidFill>
                <a:latin typeface="Arial"/>
                <a:ea typeface="Arial"/>
                <a:cs typeface="Arial"/>
              </a:defRPr>
            </a:lvl8pPr>
            <a:lvl9pPr algn="l">
              <a:defRPr sz="1425" b="0">
                <a:solidFill>
                  <a:srgbClr val="7360A1"/>
                </a:solidFill>
                <a:latin typeface="Arial"/>
                <a:ea typeface="Arial"/>
                <a:cs typeface="Arial"/>
              </a:defRPr>
            </a:lvl9pPr>
          </a:lstStyle>
          <a:p xmlns:a="http://schemas.openxmlformats.org/drawingml/2006/main">
            <a:pPr algn="l">
              <a:defRPr sz="1425" b="0">
                <a:solidFill>
                  <a:srgbClr val="7360A1"/>
                </a:solidFill>
                <a:latin typeface="Arial"/>
                <a:ea typeface="Arial"/>
                <a:cs typeface="Arial"/>
              </a:defRPr>
            </a:pPr>
            <a:r>
              <a:rPr sz="1425" b="0">
                <a:solidFill>
                  <a:srgbClr val="7360A1"/>
                </a:solidFill>
                <a:latin typeface="Arial"/>
                <a:ea typeface="Arial"/>
                <a:cs typeface="Arial"/>
              </a:rPr>
              <a:t>Rules</a:t>
            </a:r>
          </a:p>
        </p:txBody>
      </p:sp>
      <p:sp>
        <p:nvSpPr>
          <p:cNvPr id="10" name="day2-194">
            <a:extLst xmlns:a="http://schemas.openxmlformats.org/drawingml/2006/main">
              <a:ext uri="{FF2B5EF4-FFF2-40B4-BE49-F238E27FC236}">
                <a16:creationId xmlns:a16="http://schemas.microsoft.com/office/drawing/2014/main" id="{AA862F7D-99C8-42ED-9D79-3C85946ED1E1}"/>
              </a:ext>
            </a:extLst>
          </p:cNvPr>
          <p:cNvSpPr>
            <a:spLocks xmlns:a="http://schemas.openxmlformats.org/drawingml/2006/main" noGrp="1"/>
          </p:cNvSpPr>
          <p:nvPr/>
        </p:nvSpPr>
        <p:spPr>
          <a:xfrm xmlns:a="http://schemas.openxmlformats.org/drawingml/2006/main">
            <a:off x="3629025" y="1847850"/>
            <a:ext cx="95250" cy="95250"/>
          </a:xfrm>
          <a:prstGeom xmlns:a="http://schemas.openxmlformats.org/drawingml/2006/main" prst="rect">
            <a:avLst/>
          </a:prstGeom>
          <a:solidFill xmlns:a="http://schemas.openxmlformats.org/drawingml/2006/main">
            <a:srgbClr val="9D752B"/>
          </a:solidFill>
          <a:ln xmlns:a="http://schemas.openxmlformats.org/drawingml/2006/main" w="0">
            <a:noFill/>
          </a:ln>
        </p:spPr>
      </p:sp>
      <p:sp>
        <p:nvSpPr>
          <p:cNvPr id="11" name="day2-195">
            <a:extLst xmlns:a="http://schemas.openxmlformats.org/drawingml/2006/main">
              <a:ext uri="{FF2B5EF4-FFF2-40B4-BE49-F238E27FC236}">
                <a16:creationId xmlns:a16="http://schemas.microsoft.com/office/drawing/2014/main" id="{3CFF876D-08F7-4B93-A441-6E93E0EB1889}"/>
              </a:ext>
            </a:extLst>
          </p:cNvPr>
          <p:cNvSpPr>
            <a:spLocks xmlns:a="http://schemas.openxmlformats.org/drawingml/2006/main" noGrp="1"/>
          </p:cNvSpPr>
          <p:nvPr/>
        </p:nvSpPr>
        <p:spPr>
          <a:xfrm xmlns:a="http://schemas.openxmlformats.org/drawingml/2006/main">
            <a:off x="38100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9D752B"/>
                </a:solidFill>
                <a:latin typeface="Arial"/>
                <a:ea typeface="Arial"/>
                <a:cs typeface="Arial"/>
              </a:defRPr>
            </a:defPPr>
            <a:lvl1pPr algn="l">
              <a:defRPr sz="1425" b="0">
                <a:solidFill>
                  <a:srgbClr val="9D752B"/>
                </a:solidFill>
                <a:latin typeface="Arial"/>
                <a:ea typeface="Arial"/>
                <a:cs typeface="Arial"/>
              </a:defRPr>
            </a:lvl1pPr>
            <a:lvl2pPr algn="l">
              <a:defRPr sz="1425" b="0">
                <a:solidFill>
                  <a:srgbClr val="9D752B"/>
                </a:solidFill>
                <a:latin typeface="Arial"/>
                <a:ea typeface="Arial"/>
                <a:cs typeface="Arial"/>
              </a:defRPr>
            </a:lvl2pPr>
            <a:lvl3pPr algn="l">
              <a:defRPr sz="1425" b="0">
                <a:solidFill>
                  <a:srgbClr val="9D752B"/>
                </a:solidFill>
                <a:latin typeface="Arial"/>
                <a:ea typeface="Arial"/>
                <a:cs typeface="Arial"/>
              </a:defRPr>
            </a:lvl3pPr>
            <a:lvl4pPr algn="l">
              <a:defRPr sz="1425" b="0">
                <a:solidFill>
                  <a:srgbClr val="9D752B"/>
                </a:solidFill>
                <a:latin typeface="Arial"/>
                <a:ea typeface="Arial"/>
                <a:cs typeface="Arial"/>
              </a:defRPr>
            </a:lvl4pPr>
            <a:lvl5pPr algn="l">
              <a:defRPr sz="1425" b="0">
                <a:solidFill>
                  <a:srgbClr val="9D752B"/>
                </a:solidFill>
                <a:latin typeface="Arial"/>
                <a:ea typeface="Arial"/>
                <a:cs typeface="Arial"/>
              </a:defRPr>
            </a:lvl5pPr>
            <a:lvl6pPr algn="l">
              <a:defRPr sz="1425" b="0">
                <a:solidFill>
                  <a:srgbClr val="9D752B"/>
                </a:solidFill>
                <a:latin typeface="Arial"/>
                <a:ea typeface="Arial"/>
                <a:cs typeface="Arial"/>
              </a:defRPr>
            </a:lvl6pPr>
            <a:lvl7pPr algn="l">
              <a:defRPr sz="1425" b="0">
                <a:solidFill>
                  <a:srgbClr val="9D752B"/>
                </a:solidFill>
                <a:latin typeface="Arial"/>
                <a:ea typeface="Arial"/>
                <a:cs typeface="Arial"/>
              </a:defRPr>
            </a:lvl7pPr>
            <a:lvl8pPr algn="l">
              <a:defRPr sz="1425" b="0">
                <a:solidFill>
                  <a:srgbClr val="9D752B"/>
                </a:solidFill>
                <a:latin typeface="Arial"/>
                <a:ea typeface="Arial"/>
                <a:cs typeface="Arial"/>
              </a:defRPr>
            </a:lvl8pPr>
            <a:lvl9pPr algn="l">
              <a:defRPr sz="1425" b="0">
                <a:solidFill>
                  <a:srgbClr val="9D752B"/>
                </a:solidFill>
                <a:latin typeface="Arial"/>
                <a:ea typeface="Arial"/>
                <a:cs typeface="Arial"/>
              </a:defRPr>
            </a:lvl9pPr>
          </a:lstStyle>
          <a:p xmlns:a="http://schemas.openxmlformats.org/drawingml/2006/main">
            <a:pPr algn="l">
              <a:defRPr sz="1425" b="0">
                <a:solidFill>
                  <a:srgbClr val="9D752B"/>
                </a:solidFill>
                <a:latin typeface="Arial"/>
                <a:ea typeface="Arial"/>
                <a:cs typeface="Arial"/>
              </a:defRPr>
            </a:pPr>
            <a:r>
              <a:rPr sz="1425" b="0">
                <a:solidFill>
                  <a:srgbClr val="9D752B"/>
                </a:solidFill>
                <a:latin typeface="Arial"/>
                <a:ea typeface="Arial"/>
                <a:cs typeface="Arial"/>
              </a:rPr>
              <a:t>Method</a:t>
            </a:r>
          </a:p>
        </p:txBody>
      </p:sp>
      <p:sp>
        <p:nvSpPr>
          <p:cNvPr id="12" name="day2-196">
            <a:extLst xmlns:a="http://schemas.openxmlformats.org/drawingml/2006/main">
              <a:ext uri="{FF2B5EF4-FFF2-40B4-BE49-F238E27FC236}">
                <a16:creationId xmlns:a16="http://schemas.microsoft.com/office/drawing/2014/main" id="{9173D1B2-C805-4578-82CC-34CA8AD845AA}"/>
              </a:ext>
            </a:extLst>
          </p:cNvPr>
          <p:cNvSpPr>
            <a:spLocks xmlns:a="http://schemas.openxmlformats.org/drawingml/2006/main" noGrp="1"/>
          </p:cNvSpPr>
          <p:nvPr/>
        </p:nvSpPr>
        <p:spPr>
          <a:xfrm xmlns:a="http://schemas.openxmlformats.org/drawingml/2006/main">
            <a:off x="5133975" y="1847850"/>
            <a:ext cx="95250" cy="95250"/>
          </a:xfrm>
          <a:prstGeom xmlns:a="http://schemas.openxmlformats.org/drawingml/2006/main" prst="rect">
            <a:avLst/>
          </a:prstGeom>
          <a:solidFill xmlns:a="http://schemas.openxmlformats.org/drawingml/2006/main">
            <a:srgbClr val="5F7289"/>
          </a:solidFill>
          <a:ln xmlns:a="http://schemas.openxmlformats.org/drawingml/2006/main" w="0">
            <a:noFill/>
          </a:ln>
        </p:spPr>
      </p:sp>
      <p:sp>
        <p:nvSpPr>
          <p:cNvPr id="13" name="day2-197">
            <a:extLst xmlns:a="http://schemas.openxmlformats.org/drawingml/2006/main">
              <a:ext uri="{FF2B5EF4-FFF2-40B4-BE49-F238E27FC236}">
                <a16:creationId xmlns:a16="http://schemas.microsoft.com/office/drawing/2014/main" id="{0DFECB3D-2C14-469C-930E-097243C80E49}"/>
              </a:ext>
            </a:extLst>
          </p:cNvPr>
          <p:cNvSpPr>
            <a:spLocks xmlns:a="http://schemas.openxmlformats.org/drawingml/2006/main" noGrp="1"/>
          </p:cNvSpPr>
          <p:nvPr/>
        </p:nvSpPr>
        <p:spPr>
          <a:xfrm xmlns:a="http://schemas.openxmlformats.org/drawingml/2006/main">
            <a:off x="53149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5F7289"/>
                </a:solidFill>
                <a:latin typeface="Arial"/>
                <a:ea typeface="Arial"/>
                <a:cs typeface="Arial"/>
              </a:defRPr>
            </a:defPPr>
            <a:lvl1pPr algn="l">
              <a:defRPr sz="1425" b="0">
                <a:solidFill>
                  <a:srgbClr val="5F7289"/>
                </a:solidFill>
                <a:latin typeface="Arial"/>
                <a:ea typeface="Arial"/>
                <a:cs typeface="Arial"/>
              </a:defRPr>
            </a:lvl1pPr>
            <a:lvl2pPr algn="l">
              <a:defRPr sz="1425" b="0">
                <a:solidFill>
                  <a:srgbClr val="5F7289"/>
                </a:solidFill>
                <a:latin typeface="Arial"/>
                <a:ea typeface="Arial"/>
                <a:cs typeface="Arial"/>
              </a:defRPr>
            </a:lvl2pPr>
            <a:lvl3pPr algn="l">
              <a:defRPr sz="1425" b="0">
                <a:solidFill>
                  <a:srgbClr val="5F7289"/>
                </a:solidFill>
                <a:latin typeface="Arial"/>
                <a:ea typeface="Arial"/>
                <a:cs typeface="Arial"/>
              </a:defRPr>
            </a:lvl3pPr>
            <a:lvl4pPr algn="l">
              <a:defRPr sz="1425" b="0">
                <a:solidFill>
                  <a:srgbClr val="5F7289"/>
                </a:solidFill>
                <a:latin typeface="Arial"/>
                <a:ea typeface="Arial"/>
                <a:cs typeface="Arial"/>
              </a:defRPr>
            </a:lvl4pPr>
            <a:lvl5pPr algn="l">
              <a:defRPr sz="1425" b="0">
                <a:solidFill>
                  <a:srgbClr val="5F7289"/>
                </a:solidFill>
                <a:latin typeface="Arial"/>
                <a:ea typeface="Arial"/>
                <a:cs typeface="Arial"/>
              </a:defRPr>
            </a:lvl5pPr>
            <a:lvl6pPr algn="l">
              <a:defRPr sz="1425" b="0">
                <a:solidFill>
                  <a:srgbClr val="5F7289"/>
                </a:solidFill>
                <a:latin typeface="Arial"/>
                <a:ea typeface="Arial"/>
                <a:cs typeface="Arial"/>
              </a:defRPr>
            </a:lvl6pPr>
            <a:lvl7pPr algn="l">
              <a:defRPr sz="1425" b="0">
                <a:solidFill>
                  <a:srgbClr val="5F7289"/>
                </a:solidFill>
                <a:latin typeface="Arial"/>
                <a:ea typeface="Arial"/>
                <a:cs typeface="Arial"/>
              </a:defRPr>
            </a:lvl7pPr>
            <a:lvl8pPr algn="l">
              <a:defRPr sz="1425" b="0">
                <a:solidFill>
                  <a:srgbClr val="5F7289"/>
                </a:solidFill>
                <a:latin typeface="Arial"/>
                <a:ea typeface="Arial"/>
                <a:cs typeface="Arial"/>
              </a:defRPr>
            </a:lvl8pPr>
            <a:lvl9pPr algn="l">
              <a:defRPr sz="1425" b="0">
                <a:solidFill>
                  <a:srgbClr val="5F7289"/>
                </a:solidFill>
                <a:latin typeface="Arial"/>
                <a:ea typeface="Arial"/>
                <a:cs typeface="Arial"/>
              </a:defRPr>
            </a:lvl9pPr>
          </a:lstStyle>
          <a:p xmlns:a="http://schemas.openxmlformats.org/drawingml/2006/main">
            <a:pPr algn="l">
              <a:defRPr sz="1425" b="0">
                <a:solidFill>
                  <a:srgbClr val="5F7289"/>
                </a:solidFill>
                <a:latin typeface="Arial"/>
                <a:ea typeface="Arial"/>
                <a:cs typeface="Arial"/>
              </a:defRPr>
            </a:pPr>
            <a:r>
              <a:rPr sz="1425" b="0">
                <a:solidFill>
                  <a:srgbClr val="5F7289"/>
                </a:solidFill>
                <a:latin typeface="Arial"/>
                <a:ea typeface="Arial"/>
                <a:cs typeface="Arial"/>
              </a:rPr>
              <a:t>Tools</a:t>
            </a:r>
          </a:p>
        </p:txBody>
      </p:sp>
      <p:sp>
        <p:nvSpPr>
          <p:cNvPr id="14" name="day2-198">
            <a:extLst xmlns:a="http://schemas.openxmlformats.org/drawingml/2006/main">
              <a:ext uri="{FF2B5EF4-FFF2-40B4-BE49-F238E27FC236}">
                <a16:creationId xmlns:a16="http://schemas.microsoft.com/office/drawing/2014/main" id="{8ABCD7BF-0FA9-4C9D-B0AF-CB198DDDD3FC}"/>
              </a:ext>
            </a:extLst>
          </p:cNvPr>
          <p:cNvSpPr>
            <a:spLocks xmlns:a="http://schemas.openxmlformats.org/drawingml/2006/main" noGrp="1"/>
          </p:cNvSpPr>
          <p:nvPr/>
        </p:nvSpPr>
        <p:spPr>
          <a:xfrm xmlns:a="http://schemas.openxmlformats.org/drawingml/2006/main">
            <a:off x="6638925" y="1847850"/>
            <a:ext cx="95250" cy="95250"/>
          </a:xfrm>
          <a:prstGeom xmlns:a="http://schemas.openxmlformats.org/drawingml/2006/main" prst="rect">
            <a:avLst/>
          </a:prstGeom>
          <a:solidFill xmlns:a="http://schemas.openxmlformats.org/drawingml/2006/main">
            <a:srgbClr val="327D6B"/>
          </a:solidFill>
          <a:ln xmlns:a="http://schemas.openxmlformats.org/drawingml/2006/main" w="0">
            <a:noFill/>
          </a:ln>
        </p:spPr>
      </p:sp>
      <p:sp>
        <p:nvSpPr>
          <p:cNvPr id="15" name="day2-199">
            <a:extLst xmlns:a="http://schemas.openxmlformats.org/drawingml/2006/main">
              <a:ext uri="{FF2B5EF4-FFF2-40B4-BE49-F238E27FC236}">
                <a16:creationId xmlns:a16="http://schemas.microsoft.com/office/drawing/2014/main" id="{FBC4D8E4-B018-48B5-9AEA-0826891680D8}"/>
              </a:ext>
            </a:extLst>
          </p:cNvPr>
          <p:cNvSpPr>
            <a:spLocks xmlns:a="http://schemas.openxmlformats.org/drawingml/2006/main" noGrp="1"/>
          </p:cNvSpPr>
          <p:nvPr/>
        </p:nvSpPr>
        <p:spPr>
          <a:xfrm xmlns:a="http://schemas.openxmlformats.org/drawingml/2006/main">
            <a:off x="68199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27D6B"/>
                </a:solidFill>
                <a:latin typeface="Arial"/>
                <a:ea typeface="Arial"/>
                <a:cs typeface="Arial"/>
              </a:defRPr>
            </a:defPPr>
            <a:lvl1pPr algn="l">
              <a:defRPr sz="1425" b="0">
                <a:solidFill>
                  <a:srgbClr val="327D6B"/>
                </a:solidFill>
                <a:latin typeface="Arial"/>
                <a:ea typeface="Arial"/>
                <a:cs typeface="Arial"/>
              </a:defRPr>
            </a:lvl1pPr>
            <a:lvl2pPr algn="l">
              <a:defRPr sz="1425" b="0">
                <a:solidFill>
                  <a:srgbClr val="327D6B"/>
                </a:solidFill>
                <a:latin typeface="Arial"/>
                <a:ea typeface="Arial"/>
                <a:cs typeface="Arial"/>
              </a:defRPr>
            </a:lvl2pPr>
            <a:lvl3pPr algn="l">
              <a:defRPr sz="1425" b="0">
                <a:solidFill>
                  <a:srgbClr val="327D6B"/>
                </a:solidFill>
                <a:latin typeface="Arial"/>
                <a:ea typeface="Arial"/>
                <a:cs typeface="Arial"/>
              </a:defRPr>
            </a:lvl3pPr>
            <a:lvl4pPr algn="l">
              <a:defRPr sz="1425" b="0">
                <a:solidFill>
                  <a:srgbClr val="327D6B"/>
                </a:solidFill>
                <a:latin typeface="Arial"/>
                <a:ea typeface="Arial"/>
                <a:cs typeface="Arial"/>
              </a:defRPr>
            </a:lvl4pPr>
            <a:lvl5pPr algn="l">
              <a:defRPr sz="1425" b="0">
                <a:solidFill>
                  <a:srgbClr val="327D6B"/>
                </a:solidFill>
                <a:latin typeface="Arial"/>
                <a:ea typeface="Arial"/>
                <a:cs typeface="Arial"/>
              </a:defRPr>
            </a:lvl5pPr>
            <a:lvl6pPr algn="l">
              <a:defRPr sz="1425" b="0">
                <a:solidFill>
                  <a:srgbClr val="327D6B"/>
                </a:solidFill>
                <a:latin typeface="Arial"/>
                <a:ea typeface="Arial"/>
                <a:cs typeface="Arial"/>
              </a:defRPr>
            </a:lvl6pPr>
            <a:lvl7pPr algn="l">
              <a:defRPr sz="1425" b="0">
                <a:solidFill>
                  <a:srgbClr val="327D6B"/>
                </a:solidFill>
                <a:latin typeface="Arial"/>
                <a:ea typeface="Arial"/>
                <a:cs typeface="Arial"/>
              </a:defRPr>
            </a:lvl7pPr>
            <a:lvl8pPr algn="l">
              <a:defRPr sz="1425" b="0">
                <a:solidFill>
                  <a:srgbClr val="327D6B"/>
                </a:solidFill>
                <a:latin typeface="Arial"/>
                <a:ea typeface="Arial"/>
                <a:cs typeface="Arial"/>
              </a:defRPr>
            </a:lvl8pPr>
            <a:lvl9pPr algn="l">
              <a:defRPr sz="1425" b="0">
                <a:solidFill>
                  <a:srgbClr val="327D6B"/>
                </a:solidFill>
                <a:latin typeface="Arial"/>
                <a:ea typeface="Arial"/>
                <a:cs typeface="Arial"/>
              </a:defRPr>
            </a:lvl9pPr>
          </a:lstStyle>
          <a:p xmlns:a="http://schemas.openxmlformats.org/drawingml/2006/main">
            <a:pPr algn="l">
              <a:defRPr sz="1425" b="0">
                <a:solidFill>
                  <a:srgbClr val="327D6B"/>
                </a:solidFill>
                <a:latin typeface="Arial"/>
                <a:ea typeface="Arial"/>
                <a:cs typeface="Arial"/>
              </a:defRPr>
            </a:pPr>
            <a:r>
              <a:rPr sz="1425" b="0">
                <a:solidFill>
                  <a:srgbClr val="327D6B"/>
                </a:solidFill>
                <a:latin typeface="Arial"/>
                <a:ea typeface="Arial"/>
                <a:cs typeface="Arial"/>
              </a:rPr>
              <a:t>Output</a:t>
            </a:r>
          </a:p>
        </p:txBody>
      </p:sp>
      <p:sp>
        <p:nvSpPr>
          <p:cNvPr id="16" name="day2-200">
            <a:extLst xmlns:a="http://schemas.openxmlformats.org/drawingml/2006/main">
              <a:ext uri="{FF2B5EF4-FFF2-40B4-BE49-F238E27FC236}">
                <a16:creationId xmlns:a16="http://schemas.microsoft.com/office/drawing/2014/main" id="{6BA26AE2-2A7C-42BF-BC83-814F28574C55}"/>
              </a:ext>
            </a:extLst>
          </p:cNvPr>
          <p:cNvSpPr>
            <a:spLocks xmlns:a="http://schemas.openxmlformats.org/drawingml/2006/main" noGrp="1"/>
          </p:cNvSpPr>
          <p:nvPr/>
        </p:nvSpPr>
        <p:spPr>
          <a:xfrm xmlns:a="http://schemas.openxmlformats.org/drawingml/2006/main">
            <a:off x="8143875" y="1847850"/>
            <a:ext cx="95250" cy="95250"/>
          </a:xfrm>
          <a:prstGeom xmlns:a="http://schemas.openxmlformats.org/drawingml/2006/main" prst="rect">
            <a:avLst/>
          </a:prstGeom>
          <a:solidFill xmlns:a="http://schemas.openxmlformats.org/drawingml/2006/main">
            <a:srgbClr val="AC6154"/>
          </a:solidFill>
          <a:ln xmlns:a="http://schemas.openxmlformats.org/drawingml/2006/main" w="0">
            <a:noFill/>
          </a:ln>
        </p:spPr>
      </p:sp>
      <p:sp>
        <p:nvSpPr>
          <p:cNvPr id="17" name="day2-201">
            <a:extLst xmlns:a="http://schemas.openxmlformats.org/drawingml/2006/main">
              <a:ext uri="{FF2B5EF4-FFF2-40B4-BE49-F238E27FC236}">
                <a16:creationId xmlns:a16="http://schemas.microsoft.com/office/drawing/2014/main" id="{60C5F337-B871-45D9-AB26-F9CC9392EE09}"/>
              </a:ext>
            </a:extLst>
          </p:cNvPr>
          <p:cNvSpPr>
            <a:spLocks xmlns:a="http://schemas.openxmlformats.org/drawingml/2006/main" noGrp="1"/>
          </p:cNvSpPr>
          <p:nvPr/>
        </p:nvSpPr>
        <p:spPr>
          <a:xfrm xmlns:a="http://schemas.openxmlformats.org/drawingml/2006/main">
            <a:off x="83248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AC6154"/>
                </a:solidFill>
                <a:latin typeface="Arial"/>
                <a:ea typeface="Arial"/>
                <a:cs typeface="Arial"/>
              </a:defRPr>
            </a:defPPr>
            <a:lvl1pPr algn="l">
              <a:defRPr sz="1425" b="0">
                <a:solidFill>
                  <a:srgbClr val="AC6154"/>
                </a:solidFill>
                <a:latin typeface="Arial"/>
                <a:ea typeface="Arial"/>
                <a:cs typeface="Arial"/>
              </a:defRPr>
            </a:lvl1pPr>
            <a:lvl2pPr algn="l">
              <a:defRPr sz="1425" b="0">
                <a:solidFill>
                  <a:srgbClr val="AC6154"/>
                </a:solidFill>
                <a:latin typeface="Arial"/>
                <a:ea typeface="Arial"/>
                <a:cs typeface="Arial"/>
              </a:defRPr>
            </a:lvl2pPr>
            <a:lvl3pPr algn="l">
              <a:defRPr sz="1425" b="0">
                <a:solidFill>
                  <a:srgbClr val="AC6154"/>
                </a:solidFill>
                <a:latin typeface="Arial"/>
                <a:ea typeface="Arial"/>
                <a:cs typeface="Arial"/>
              </a:defRPr>
            </a:lvl3pPr>
            <a:lvl4pPr algn="l">
              <a:defRPr sz="1425" b="0">
                <a:solidFill>
                  <a:srgbClr val="AC6154"/>
                </a:solidFill>
                <a:latin typeface="Arial"/>
                <a:ea typeface="Arial"/>
                <a:cs typeface="Arial"/>
              </a:defRPr>
            </a:lvl4pPr>
            <a:lvl5pPr algn="l">
              <a:defRPr sz="1425" b="0">
                <a:solidFill>
                  <a:srgbClr val="AC6154"/>
                </a:solidFill>
                <a:latin typeface="Arial"/>
                <a:ea typeface="Arial"/>
                <a:cs typeface="Arial"/>
              </a:defRPr>
            </a:lvl5pPr>
            <a:lvl6pPr algn="l">
              <a:defRPr sz="1425" b="0">
                <a:solidFill>
                  <a:srgbClr val="AC6154"/>
                </a:solidFill>
                <a:latin typeface="Arial"/>
                <a:ea typeface="Arial"/>
                <a:cs typeface="Arial"/>
              </a:defRPr>
            </a:lvl6pPr>
            <a:lvl7pPr algn="l">
              <a:defRPr sz="1425" b="0">
                <a:solidFill>
                  <a:srgbClr val="AC6154"/>
                </a:solidFill>
                <a:latin typeface="Arial"/>
                <a:ea typeface="Arial"/>
                <a:cs typeface="Arial"/>
              </a:defRPr>
            </a:lvl7pPr>
            <a:lvl8pPr algn="l">
              <a:defRPr sz="1425" b="0">
                <a:solidFill>
                  <a:srgbClr val="AC6154"/>
                </a:solidFill>
                <a:latin typeface="Arial"/>
                <a:ea typeface="Arial"/>
                <a:cs typeface="Arial"/>
              </a:defRPr>
            </a:lvl8pPr>
            <a:lvl9pPr algn="l">
              <a:defRPr sz="1425" b="0">
                <a:solidFill>
                  <a:srgbClr val="AC6154"/>
                </a:solidFill>
                <a:latin typeface="Arial"/>
                <a:ea typeface="Arial"/>
                <a:cs typeface="Arial"/>
              </a:defRPr>
            </a:lvl9pPr>
          </a:lstStyle>
          <a:p xmlns:a="http://schemas.openxmlformats.org/drawingml/2006/main">
            <a:pPr algn="l">
              <a:defRPr sz="1425" b="0">
                <a:solidFill>
                  <a:srgbClr val="AC6154"/>
                </a:solidFill>
                <a:latin typeface="Arial"/>
                <a:ea typeface="Arial"/>
                <a:cs typeface="Arial"/>
              </a:defRPr>
            </a:pPr>
            <a:r>
              <a:rPr sz="1425" b="0">
                <a:solidFill>
                  <a:srgbClr val="AC6154"/>
                </a:solidFill>
                <a:latin typeface="Arial"/>
                <a:ea typeface="Arial"/>
                <a:cs typeface="Arial"/>
              </a:rPr>
              <a:t>Review</a:t>
            </a:r>
          </a:p>
        </p:txBody>
      </p:sp>
      <p:sp>
        <p:nvSpPr>
          <p:cNvPr id="18" name="day2-202">
            <a:extLst xmlns:a="http://schemas.openxmlformats.org/drawingml/2006/main">
              <a:ext uri="{FF2B5EF4-FFF2-40B4-BE49-F238E27FC236}">
                <a16:creationId xmlns:a16="http://schemas.microsoft.com/office/drawing/2014/main" id="{F05AD89B-634D-45F3-ABDE-7A7EE8DA3C4F}"/>
              </a:ext>
            </a:extLst>
          </p:cNvPr>
          <p:cNvSpPr>
            <a:spLocks xmlns:a="http://schemas.openxmlformats.org/drawingml/2006/main" noGrp="1"/>
          </p:cNvSpPr>
          <p:nvPr/>
        </p:nvSpPr>
        <p:spPr>
          <a:xfrm xmlns:a="http://schemas.openxmlformats.org/drawingml/2006/main">
            <a:off x="691515" y="2564130"/>
            <a:ext cx="2193608" cy="1339215"/>
          </a:xfrm>
          <a:prstGeom xmlns:a="http://schemas.openxmlformats.org/drawingml/2006/main" prst="roundRect">
            <a:avLst>
              <a:gd name="adj" fmla="val 5690"/>
            </a:avLst>
          </a:prstGeom>
          <a:solidFill xmlns:a="http://schemas.openxmlformats.org/drawingml/2006/main">
            <a:srgbClr val="EAF3FC"/>
          </a:solidFill>
          <a:ln xmlns:a="http://schemas.openxmlformats.org/drawingml/2006/main" w="14288">
            <a:solidFill>
              <a:srgbClr val="3D709F"/>
            </a:solidFill>
          </a:ln>
        </p:spPr>
      </p:sp>
      <p:sp>
        <p:nvSpPr>
          <p:cNvPr id="19" name="day2-203">
            <a:extLst xmlns:a="http://schemas.openxmlformats.org/drawingml/2006/main">
              <a:ext uri="{FF2B5EF4-FFF2-40B4-BE49-F238E27FC236}">
                <a16:creationId xmlns:a16="http://schemas.microsoft.com/office/drawing/2014/main" id="{EF4B4AC0-BE7C-4EB7-9966-1D60DF0E4D92}"/>
              </a:ext>
            </a:extLst>
          </p:cNvPr>
          <p:cNvSpPr>
            <a:spLocks xmlns:a="http://schemas.openxmlformats.org/drawingml/2006/main" noGrp="1"/>
          </p:cNvSpPr>
          <p:nvPr/>
        </p:nvSpPr>
        <p:spPr>
          <a:xfrm xmlns:a="http://schemas.openxmlformats.org/drawingml/2006/main">
            <a:off x="786765" y="2611755"/>
            <a:ext cx="2003107" cy="1243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Inputs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Statement CSV</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Category guide</a:t>
            </a:r>
          </a:p>
        </p:txBody>
      </p:sp>
      <p:sp>
        <p:nvSpPr>
          <p:cNvPr id="20" name="day2-204">
            <a:extLst xmlns:a="http://schemas.openxmlformats.org/drawingml/2006/main">
              <a:ext uri="{FF2B5EF4-FFF2-40B4-BE49-F238E27FC236}">
                <a16:creationId xmlns:a16="http://schemas.microsoft.com/office/drawing/2014/main" id="{359D4130-C234-4754-9FFD-F0B278396EC8}"/>
              </a:ext>
            </a:extLst>
          </p:cNvPr>
          <p:cNvSpPr>
            <a:spLocks xmlns:a="http://schemas.openxmlformats.org/drawingml/2006/main" noGrp="1"/>
          </p:cNvSpPr>
          <p:nvPr/>
        </p:nvSpPr>
        <p:spPr>
          <a:xfrm xmlns:a="http://schemas.openxmlformats.org/drawingml/2006/main">
            <a:off x="3556635" y="2352675"/>
            <a:ext cx="4208145" cy="881063"/>
          </a:xfrm>
          <a:prstGeom xmlns:a="http://schemas.openxmlformats.org/drawingml/2006/main" prst="roundRect">
            <a:avLst>
              <a:gd name="adj" fmla="val 8649"/>
            </a:avLst>
          </a:prstGeom>
          <a:solidFill xmlns:a="http://schemas.openxmlformats.org/drawingml/2006/main">
            <a:srgbClr val="F0ECFC"/>
          </a:solidFill>
          <a:ln xmlns:a="http://schemas.openxmlformats.org/drawingml/2006/main" w="14288">
            <a:solidFill>
              <a:srgbClr val="7360A1"/>
            </a:solidFill>
          </a:ln>
        </p:spPr>
      </p:sp>
      <p:sp>
        <p:nvSpPr>
          <p:cNvPr id="21" name="day2-205">
            <a:extLst xmlns:a="http://schemas.openxmlformats.org/drawingml/2006/main">
              <a:ext uri="{FF2B5EF4-FFF2-40B4-BE49-F238E27FC236}">
                <a16:creationId xmlns:a16="http://schemas.microsoft.com/office/drawing/2014/main" id="{91765EF8-B88A-4D75-8083-38BFFB4E1F7C}"/>
              </a:ext>
            </a:extLst>
          </p:cNvPr>
          <p:cNvSpPr>
            <a:spLocks xmlns:a="http://schemas.openxmlformats.org/drawingml/2006/main" noGrp="1"/>
          </p:cNvSpPr>
          <p:nvPr/>
        </p:nvSpPr>
        <p:spPr>
          <a:xfrm xmlns:a="http://schemas.openxmlformats.org/drawingml/2006/main">
            <a:off x="3651885" y="2400300"/>
            <a:ext cx="4017645" cy="785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Project guidance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Preserve original rows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Flag unclear categories</a:t>
            </a:r>
          </a:p>
        </p:txBody>
      </p:sp>
      <p:sp>
        <p:nvSpPr>
          <p:cNvPr id="22" name="day2-206">
            <a:extLst xmlns:a="http://schemas.openxmlformats.org/drawingml/2006/main">
              <a:ext uri="{FF2B5EF4-FFF2-40B4-BE49-F238E27FC236}">
                <a16:creationId xmlns:a16="http://schemas.microsoft.com/office/drawing/2014/main" id="{051F5AB7-B5B5-4CD1-B027-DC5A403A4E48}"/>
              </a:ext>
            </a:extLst>
          </p:cNvPr>
          <p:cNvSpPr>
            <a:spLocks xmlns:a="http://schemas.openxmlformats.org/drawingml/2006/main" noGrp="1"/>
          </p:cNvSpPr>
          <p:nvPr/>
        </p:nvSpPr>
        <p:spPr>
          <a:xfrm xmlns:a="http://schemas.openxmlformats.org/drawingml/2006/main">
            <a:off x="3556635" y="3515678"/>
            <a:ext cx="4208145" cy="916305"/>
          </a:xfrm>
          <a:prstGeom xmlns:a="http://schemas.openxmlformats.org/drawingml/2006/main" prst="roundRect">
            <a:avLst>
              <a:gd name="adj" fmla="val 8316"/>
            </a:avLst>
          </a:prstGeom>
          <a:solidFill xmlns:a="http://schemas.openxmlformats.org/drawingml/2006/main">
            <a:srgbClr val="FFF2D9"/>
          </a:solidFill>
          <a:ln xmlns:a="http://schemas.openxmlformats.org/drawingml/2006/main" w="14288">
            <a:solidFill>
              <a:srgbClr val="9D752B"/>
            </a:solidFill>
          </a:ln>
        </p:spPr>
      </p:sp>
      <p:sp>
        <p:nvSpPr>
          <p:cNvPr id="23" name="day2-207">
            <a:extLst xmlns:a="http://schemas.openxmlformats.org/drawingml/2006/main">
              <a:ext uri="{FF2B5EF4-FFF2-40B4-BE49-F238E27FC236}">
                <a16:creationId xmlns:a16="http://schemas.microsoft.com/office/drawing/2014/main" id="{013DBD13-C147-46C2-922F-FB5CC5E8A0E4}"/>
              </a:ext>
            </a:extLst>
          </p:cNvPr>
          <p:cNvSpPr>
            <a:spLocks xmlns:a="http://schemas.openxmlformats.org/drawingml/2006/main" noGrp="1"/>
          </p:cNvSpPr>
          <p:nvPr/>
        </p:nvSpPr>
        <p:spPr>
          <a:xfrm xmlns:a="http://schemas.openxmlformats.org/drawingml/2006/main">
            <a:off x="3651885" y="3563303"/>
            <a:ext cx="4017645" cy="821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Skill</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Reconcile and summarize</a:t>
            </a:r>
          </a:p>
        </p:txBody>
      </p:sp>
      <p:sp>
        <p:nvSpPr>
          <p:cNvPr id="24" name="day2-208">
            <a:extLst xmlns:a="http://schemas.openxmlformats.org/drawingml/2006/main">
              <a:ext uri="{FF2B5EF4-FFF2-40B4-BE49-F238E27FC236}">
                <a16:creationId xmlns:a16="http://schemas.microsoft.com/office/drawing/2014/main" id="{11C349DA-1325-4104-AC58-94CA971DCA6D}"/>
              </a:ext>
            </a:extLst>
          </p:cNvPr>
          <p:cNvSpPr>
            <a:spLocks xmlns:a="http://schemas.openxmlformats.org/drawingml/2006/main" noGrp="1"/>
          </p:cNvSpPr>
          <p:nvPr/>
        </p:nvSpPr>
        <p:spPr>
          <a:xfrm xmlns:a="http://schemas.openxmlformats.org/drawingml/2006/main">
            <a:off x="8436293" y="2564130"/>
            <a:ext cx="2999423" cy="1339215"/>
          </a:xfrm>
          <a:prstGeom xmlns:a="http://schemas.openxmlformats.org/drawingml/2006/main" prst="roundRect">
            <a:avLst>
              <a:gd name="adj" fmla="val 5690"/>
            </a:avLst>
          </a:prstGeom>
          <a:solidFill xmlns:a="http://schemas.openxmlformats.org/drawingml/2006/main">
            <a:srgbClr val="E5F4EF"/>
          </a:solidFill>
          <a:ln xmlns:a="http://schemas.openxmlformats.org/drawingml/2006/main" w="14288">
            <a:solidFill>
              <a:srgbClr val="327D6B"/>
            </a:solidFill>
          </a:ln>
        </p:spPr>
      </p:sp>
      <p:sp>
        <p:nvSpPr>
          <p:cNvPr id="25" name="day2-209">
            <a:extLst xmlns:a="http://schemas.openxmlformats.org/drawingml/2006/main">
              <a:ext uri="{FF2B5EF4-FFF2-40B4-BE49-F238E27FC236}">
                <a16:creationId xmlns:a16="http://schemas.microsoft.com/office/drawing/2014/main" id="{B1D56DC2-2F2D-415F-96D3-FBFC8B15ABB7}"/>
              </a:ext>
            </a:extLst>
          </p:cNvPr>
          <p:cNvSpPr>
            <a:spLocks xmlns:a="http://schemas.openxmlformats.org/drawingml/2006/main" noGrp="1"/>
          </p:cNvSpPr>
          <p:nvPr/>
        </p:nvSpPr>
        <p:spPr>
          <a:xfrm xmlns:a="http://schemas.openxmlformats.org/drawingml/2006/main">
            <a:off x="8531543" y="2611755"/>
            <a:ext cx="2808923" cy="1243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Output</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Spending summary</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Unresolved entries</a:t>
            </a:r>
          </a:p>
        </p:txBody>
      </p:sp>
      <p:sp>
        <p:nvSpPr>
          <p:cNvPr id="26" name="day2-210">
            <a:extLst xmlns:a="http://schemas.openxmlformats.org/drawingml/2006/main">
              <a:ext uri="{FF2B5EF4-FFF2-40B4-BE49-F238E27FC236}">
                <a16:creationId xmlns:a16="http://schemas.microsoft.com/office/drawing/2014/main" id="{778C91A6-6C62-4938-9D6B-D317744B9EAD}"/>
              </a:ext>
            </a:extLst>
          </p:cNvPr>
          <p:cNvSpPr>
            <a:spLocks xmlns:a="http://schemas.openxmlformats.org/drawingml/2006/main" noGrp="1"/>
          </p:cNvSpPr>
          <p:nvPr/>
        </p:nvSpPr>
        <p:spPr>
          <a:xfrm xmlns:a="http://schemas.openxmlformats.org/drawingml/2006/main">
            <a:off x="8436293" y="4431983"/>
            <a:ext cx="2999423" cy="845820"/>
          </a:xfrm>
          <a:prstGeom xmlns:a="http://schemas.openxmlformats.org/drawingml/2006/main" prst="roundRect">
            <a:avLst>
              <a:gd name="adj" fmla="val 9009"/>
            </a:avLst>
          </a:prstGeom>
          <a:solidFill xmlns:a="http://schemas.openxmlformats.org/drawingml/2006/main">
            <a:srgbClr val="FBEAE6"/>
          </a:solidFill>
          <a:ln xmlns:a="http://schemas.openxmlformats.org/drawingml/2006/main" w="14288">
            <a:solidFill>
              <a:srgbClr val="AC6154"/>
            </a:solidFill>
          </a:ln>
        </p:spPr>
      </p:sp>
      <p:sp>
        <p:nvSpPr>
          <p:cNvPr id="27" name="day2-211">
            <a:extLst xmlns:a="http://schemas.openxmlformats.org/drawingml/2006/main">
              <a:ext uri="{FF2B5EF4-FFF2-40B4-BE49-F238E27FC236}">
                <a16:creationId xmlns:a16="http://schemas.microsoft.com/office/drawing/2014/main" id="{76B33E5F-9899-4BCD-960A-901A5208B19F}"/>
              </a:ext>
            </a:extLst>
          </p:cNvPr>
          <p:cNvSpPr>
            <a:spLocks xmlns:a="http://schemas.openxmlformats.org/drawingml/2006/main" noGrp="1"/>
          </p:cNvSpPr>
          <p:nvPr/>
        </p:nvSpPr>
        <p:spPr>
          <a:xfrm xmlns:a="http://schemas.openxmlformats.org/drawingml/2006/main">
            <a:off x="8531543" y="4479608"/>
            <a:ext cx="2808923" cy="750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Owner review</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Check totals and exceptions</a:t>
            </a:r>
          </a:p>
        </p:txBody>
      </p:sp>
      <p:sp>
        <p:nvSpPr>
          <p:cNvPr id="28" name="day2-212">
            <a:extLst xmlns:a="http://schemas.openxmlformats.org/drawingml/2006/main">
              <a:ext uri="{FF2B5EF4-FFF2-40B4-BE49-F238E27FC236}">
                <a16:creationId xmlns:a16="http://schemas.microsoft.com/office/drawing/2014/main" id="{BBE6F324-A573-4EE7-BEA7-8E853F46BB35}"/>
              </a:ext>
            </a:extLst>
          </p:cNvPr>
          <p:cNvSpPr>
            <a:spLocks xmlns:a="http://schemas.openxmlformats.org/drawingml/2006/main" noGrp="1"/>
          </p:cNvSpPr>
          <p:nvPr/>
        </p:nvSpPr>
        <p:spPr>
          <a:xfrm xmlns:a="http://schemas.openxmlformats.org/drawingml/2006/main">
            <a:off x="691515" y="4431983"/>
            <a:ext cx="2193608" cy="845820"/>
          </a:xfrm>
          <a:prstGeom xmlns:a="http://schemas.openxmlformats.org/drawingml/2006/main" prst="roundRect">
            <a:avLst>
              <a:gd name="adj" fmla="val 9009"/>
            </a:avLst>
          </a:prstGeom>
          <a:solidFill xmlns:a="http://schemas.openxmlformats.org/drawingml/2006/main">
            <a:srgbClr val="EEF1F5"/>
          </a:solidFill>
          <a:ln xmlns:a="http://schemas.openxmlformats.org/drawingml/2006/main" w="14288">
            <a:solidFill>
              <a:srgbClr val="5F7289"/>
            </a:solidFill>
          </a:ln>
        </p:spPr>
      </p:sp>
      <p:sp>
        <p:nvSpPr>
          <p:cNvPr id="29" name="day2-213">
            <a:extLst xmlns:a="http://schemas.openxmlformats.org/drawingml/2006/main">
              <a:ext uri="{FF2B5EF4-FFF2-40B4-BE49-F238E27FC236}">
                <a16:creationId xmlns:a16="http://schemas.microsoft.com/office/drawing/2014/main" id="{34CED91B-816B-41C9-9909-C5473D6BF548}"/>
              </a:ext>
            </a:extLst>
          </p:cNvPr>
          <p:cNvSpPr>
            <a:spLocks xmlns:a="http://schemas.openxmlformats.org/drawingml/2006/main" noGrp="1"/>
          </p:cNvSpPr>
          <p:nvPr/>
        </p:nvSpPr>
        <p:spPr>
          <a:xfrm xmlns:a="http://schemas.openxmlformats.org/drawingml/2006/main">
            <a:off x="786765" y="4479608"/>
            <a:ext cx="2003107" cy="750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Tools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Spreadsheet calculations</a:t>
            </a:r>
          </a:p>
        </p:txBody>
      </p:sp>
      <p:sp>
        <p:nvSpPr>
          <p:cNvPr id="35" name="day2-214">
            <a:extLst xmlns:a="http://schemas.openxmlformats.org/drawingml/2006/main">
              <a:ext uri="{FF2B5EF4-FFF2-40B4-BE49-F238E27FC236}">
                <a16:creationId xmlns:a16="http://schemas.microsoft.com/office/drawing/2014/main" id="{A74E27D0-433E-4382-A9D6-7CD8A15D1118}"/>
              </a:ext>
            </a:extLst>
          </p:cNvPr>
          <p:cNvSpPr>
            <a:spLocks xmlns:a="http://schemas.openxmlformats.org/drawingml/2006/main" noGrp="1"/>
          </p:cNvSpPr>
          <p:nvPr/>
        </p:nvSpPr>
        <p:spPr>
          <a:xfrm xmlns:a="http://schemas.openxmlformats.org/drawingml/2006/main">
            <a:off x="619125" y="59531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AC6154"/>
                </a:solidFill>
                <a:latin typeface="Arial"/>
                <a:ea typeface="Arial"/>
                <a:cs typeface="Arial"/>
              </a:defRPr>
            </a:defPPr>
            <a:lvl1pPr algn="l">
              <a:defRPr sz="1875" b="0">
                <a:solidFill>
                  <a:srgbClr val="AC6154"/>
                </a:solidFill>
                <a:latin typeface="Arial"/>
                <a:ea typeface="Arial"/>
                <a:cs typeface="Arial"/>
              </a:defRPr>
            </a:lvl1pPr>
            <a:lvl2pPr algn="l">
              <a:defRPr sz="1875" b="0">
                <a:solidFill>
                  <a:srgbClr val="AC6154"/>
                </a:solidFill>
                <a:latin typeface="Arial"/>
                <a:ea typeface="Arial"/>
                <a:cs typeface="Arial"/>
              </a:defRPr>
            </a:lvl2pPr>
            <a:lvl3pPr algn="l">
              <a:defRPr sz="1875" b="0">
                <a:solidFill>
                  <a:srgbClr val="AC6154"/>
                </a:solidFill>
                <a:latin typeface="Arial"/>
                <a:ea typeface="Arial"/>
                <a:cs typeface="Arial"/>
              </a:defRPr>
            </a:lvl3pPr>
            <a:lvl4pPr algn="l">
              <a:defRPr sz="1875" b="0">
                <a:solidFill>
                  <a:srgbClr val="AC6154"/>
                </a:solidFill>
                <a:latin typeface="Arial"/>
                <a:ea typeface="Arial"/>
                <a:cs typeface="Arial"/>
              </a:defRPr>
            </a:lvl4pPr>
            <a:lvl5pPr algn="l">
              <a:defRPr sz="1875" b="0">
                <a:solidFill>
                  <a:srgbClr val="AC6154"/>
                </a:solidFill>
                <a:latin typeface="Arial"/>
                <a:ea typeface="Arial"/>
                <a:cs typeface="Arial"/>
              </a:defRPr>
            </a:lvl5pPr>
            <a:lvl6pPr algn="l">
              <a:defRPr sz="1875" b="0">
                <a:solidFill>
                  <a:srgbClr val="AC6154"/>
                </a:solidFill>
                <a:latin typeface="Arial"/>
                <a:ea typeface="Arial"/>
                <a:cs typeface="Arial"/>
              </a:defRPr>
            </a:lvl6pPr>
            <a:lvl7pPr algn="l">
              <a:defRPr sz="1875" b="0">
                <a:solidFill>
                  <a:srgbClr val="AC6154"/>
                </a:solidFill>
                <a:latin typeface="Arial"/>
                <a:ea typeface="Arial"/>
                <a:cs typeface="Arial"/>
              </a:defRPr>
            </a:lvl7pPr>
            <a:lvl8pPr algn="l">
              <a:defRPr sz="1875" b="0">
                <a:solidFill>
                  <a:srgbClr val="AC6154"/>
                </a:solidFill>
                <a:latin typeface="Arial"/>
                <a:ea typeface="Arial"/>
                <a:cs typeface="Arial"/>
              </a:defRPr>
            </a:lvl8pPr>
            <a:lvl9pPr algn="l">
              <a:defRPr sz="1875" b="0">
                <a:solidFill>
                  <a:srgbClr val="AC6154"/>
                </a:solidFill>
                <a:latin typeface="Arial"/>
                <a:ea typeface="Arial"/>
                <a:cs typeface="Arial"/>
              </a:defRPr>
            </a:lvl9pPr>
          </a:lstStyle>
          <a:p xmlns:a="http://schemas.openxmlformats.org/drawingml/2006/main">
            <a:pPr algn="l">
              <a:defRPr sz="1875" b="0">
                <a:solidFill>
                  <a:srgbClr val="AC6154"/>
                </a:solidFill>
                <a:latin typeface="Arial"/>
                <a:ea typeface="Arial"/>
                <a:cs typeface="Arial"/>
              </a:defRPr>
            </a:pPr>
            <a:r>
              <a:rPr sz="1875" b="0">
                <a:solidFill>
                  <a:srgbClr val="AC6154"/>
                </a:solidFill>
                <a:latin typeface="Arial"/>
                <a:ea typeface="Arial"/>
                <a:cs typeface="Arial"/>
              </a:rPr>
              <a:t>Where does an unexplained difference go?</a:t>
            </a:r>
          </a:p>
        </p:txBody>
      </p:sp>
    </p:spTree>
    <p:extLst>
      <p:ext uri="{BB962C8B-B14F-4D97-AF65-F5344CB8AC3E}">
        <p14:creationId xmlns:p14="http://schemas.microsoft.com/office/powerpoint/2010/main" val="18025761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2-215">
            <a:extLst xmlns:a="http://schemas.openxmlformats.org/drawingml/2006/main">
              <a:ext uri="{FF2B5EF4-FFF2-40B4-BE49-F238E27FC236}">
                <a16:creationId xmlns:a16="http://schemas.microsoft.com/office/drawing/2014/main" id="{69E5027A-5C0D-43E6-90CC-595D8C1A18E9}"/>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Finance: source rows and a proposal</a:t>
            </a:r>
          </a:p>
        </p:txBody>
      </p:sp>
      <p:sp>
        <p:nvSpPr>
          <p:cNvPr id="2" name="day2-216">
            <a:extLst xmlns:a="http://schemas.openxmlformats.org/drawingml/2006/main">
              <a:ext uri="{FF2B5EF4-FFF2-40B4-BE49-F238E27FC236}">
                <a16:creationId xmlns:a16="http://schemas.microsoft.com/office/drawing/2014/main" id="{D7E8E377-B5CF-4B7B-AD92-18D3B84A8ED5}"/>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217">
            <a:extLst xmlns:a="http://schemas.openxmlformats.org/drawingml/2006/main">
              <a:ext uri="{FF2B5EF4-FFF2-40B4-BE49-F238E27FC236}">
                <a16:creationId xmlns:a16="http://schemas.microsoft.com/office/drawing/2014/main" id="{795BED89-F9E7-48B2-9A6D-951AEB34B67D}"/>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12</a:t>
            </a:r>
          </a:p>
        </p:txBody>
      </p:sp>
      <p:sp>
        <p:nvSpPr>
          <p:cNvPr id="4" name="day2-218">
            <a:extLst xmlns:a="http://schemas.openxmlformats.org/drawingml/2006/main">
              <a:ext uri="{FF2B5EF4-FFF2-40B4-BE49-F238E27FC236}">
                <a16:creationId xmlns:a16="http://schemas.microsoft.com/office/drawing/2014/main" id="{149654EE-13DF-4448-AE0C-551AD29BC223}"/>
              </a:ext>
            </a:extLst>
          </p:cNvPr>
          <p:cNvSpPr>
            <a:spLocks xmlns:a="http://schemas.openxmlformats.org/drawingml/2006/main" noGrp="1"/>
          </p:cNvSpPr>
          <p:nvPr/>
        </p:nvSpPr>
        <p:spPr>
          <a:xfrm xmlns:a="http://schemas.openxmlformats.org/drawingml/2006/main">
            <a:off x="619125" y="1000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A business reviews spending from a synthetic statement export</a:t>
            </a:r>
          </a:p>
        </p:txBody>
      </p:sp>
      <p:sp>
        <p:nvSpPr>
          <p:cNvPr id="5" name="day2-219">
            <a:extLst xmlns:a="http://schemas.openxmlformats.org/drawingml/2006/main">
              <a:ext uri="{FF2B5EF4-FFF2-40B4-BE49-F238E27FC236}">
                <a16:creationId xmlns:a16="http://schemas.microsoft.com/office/drawing/2014/main" id="{C3EB0033-A27E-4B44-B259-C0C0566C1F6B}"/>
              </a:ext>
            </a:extLst>
          </p:cNvPr>
          <p:cNvSpPr>
            <a:spLocks xmlns:a="http://schemas.openxmlformats.org/drawingml/2006/main" noGrp="1"/>
          </p:cNvSpPr>
          <p:nvPr/>
        </p:nvSpPr>
        <p:spPr>
          <a:xfrm xmlns:a="http://schemas.openxmlformats.org/drawingml/2006/main">
            <a:off x="619125" y="1809750"/>
            <a:ext cx="5334000" cy="3552825"/>
          </a:xfrm>
          <a:prstGeom xmlns:a="http://schemas.openxmlformats.org/drawingml/2006/main" prst="roundRect">
            <a:avLst>
              <a:gd name="adj" fmla="val 2145"/>
            </a:avLst>
          </a:prstGeom>
          <a:solidFill xmlns:a="http://schemas.openxmlformats.org/drawingml/2006/main">
            <a:srgbClr val="EAF3FC"/>
          </a:solidFill>
          <a:ln xmlns:a="http://schemas.openxmlformats.org/drawingml/2006/main" w="12383">
            <a:solidFill>
              <a:srgbClr val="3D709F"/>
            </a:solidFill>
          </a:ln>
        </p:spPr>
      </p:sp>
      <p:sp>
        <p:nvSpPr>
          <p:cNvPr id="6" name="day2-220">
            <a:extLst xmlns:a="http://schemas.openxmlformats.org/drawingml/2006/main">
              <a:ext uri="{FF2B5EF4-FFF2-40B4-BE49-F238E27FC236}">
                <a16:creationId xmlns:a16="http://schemas.microsoft.com/office/drawing/2014/main" id="{59848B14-071F-4A40-A5E2-3DFD2531FD18}"/>
              </a:ext>
            </a:extLst>
          </p:cNvPr>
          <p:cNvSpPr>
            <a:spLocks xmlns:a="http://schemas.openxmlformats.org/drawingml/2006/main" noGrp="1"/>
          </p:cNvSpPr>
          <p:nvPr/>
        </p:nvSpPr>
        <p:spPr>
          <a:xfrm xmlns:a="http://schemas.openxmlformats.org/drawingml/2006/main">
            <a:off x="87630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3D709F"/>
                </a:solidFill>
                <a:latin typeface="Arial"/>
                <a:ea typeface="Arial"/>
                <a:cs typeface="Arial"/>
              </a:defRPr>
            </a:defPPr>
            <a:lvl1pPr algn="l">
              <a:defRPr sz="1650" b="1">
                <a:solidFill>
                  <a:srgbClr val="3D709F"/>
                </a:solidFill>
                <a:latin typeface="Arial"/>
                <a:ea typeface="Arial"/>
                <a:cs typeface="Arial"/>
              </a:defRPr>
            </a:lvl1pPr>
            <a:lvl2pPr algn="l">
              <a:defRPr sz="1650" b="1">
                <a:solidFill>
                  <a:srgbClr val="3D709F"/>
                </a:solidFill>
                <a:latin typeface="Arial"/>
                <a:ea typeface="Arial"/>
                <a:cs typeface="Arial"/>
              </a:defRPr>
            </a:lvl2pPr>
            <a:lvl3pPr algn="l">
              <a:defRPr sz="1650" b="1">
                <a:solidFill>
                  <a:srgbClr val="3D709F"/>
                </a:solidFill>
                <a:latin typeface="Arial"/>
                <a:ea typeface="Arial"/>
                <a:cs typeface="Arial"/>
              </a:defRPr>
            </a:lvl3pPr>
            <a:lvl4pPr algn="l">
              <a:defRPr sz="1650" b="1">
                <a:solidFill>
                  <a:srgbClr val="3D709F"/>
                </a:solidFill>
                <a:latin typeface="Arial"/>
                <a:ea typeface="Arial"/>
                <a:cs typeface="Arial"/>
              </a:defRPr>
            </a:lvl4pPr>
            <a:lvl5pPr algn="l">
              <a:defRPr sz="1650" b="1">
                <a:solidFill>
                  <a:srgbClr val="3D709F"/>
                </a:solidFill>
                <a:latin typeface="Arial"/>
                <a:ea typeface="Arial"/>
                <a:cs typeface="Arial"/>
              </a:defRPr>
            </a:lvl5pPr>
            <a:lvl6pPr algn="l">
              <a:defRPr sz="1650" b="1">
                <a:solidFill>
                  <a:srgbClr val="3D709F"/>
                </a:solidFill>
                <a:latin typeface="Arial"/>
                <a:ea typeface="Arial"/>
                <a:cs typeface="Arial"/>
              </a:defRPr>
            </a:lvl6pPr>
            <a:lvl7pPr algn="l">
              <a:defRPr sz="1650" b="1">
                <a:solidFill>
                  <a:srgbClr val="3D709F"/>
                </a:solidFill>
                <a:latin typeface="Arial"/>
                <a:ea typeface="Arial"/>
                <a:cs typeface="Arial"/>
              </a:defRPr>
            </a:lvl7pPr>
            <a:lvl8pPr algn="l">
              <a:defRPr sz="1650" b="1">
                <a:solidFill>
                  <a:srgbClr val="3D709F"/>
                </a:solidFill>
                <a:latin typeface="Arial"/>
                <a:ea typeface="Arial"/>
                <a:cs typeface="Arial"/>
              </a:defRPr>
            </a:lvl8pPr>
            <a:lvl9pPr algn="l">
              <a:defRPr sz="1650" b="1">
                <a:solidFill>
                  <a:srgbClr val="3D709F"/>
                </a:solidFill>
                <a:latin typeface="Arial"/>
                <a:ea typeface="Arial"/>
                <a:cs typeface="Arial"/>
              </a:defRPr>
            </a:lvl9pPr>
          </a:lstStyle>
          <a:p xmlns:a="http://schemas.openxmlformats.org/drawingml/2006/main">
            <a:pPr algn="l">
              <a:defRPr sz="1650" b="1">
                <a:solidFill>
                  <a:srgbClr val="3D709F"/>
                </a:solidFill>
                <a:latin typeface="Arial"/>
                <a:ea typeface="Arial"/>
                <a:cs typeface="Arial"/>
              </a:defRPr>
            </a:pPr>
            <a:r>
              <a:rPr sz="1650" b="1">
                <a:solidFill>
                  <a:srgbClr val="3D709F"/>
                </a:solidFill>
                <a:latin typeface="Arial"/>
                <a:ea typeface="Arial"/>
                <a:cs typeface="Arial"/>
              </a:rPr>
              <a:t>Synthetic source</a:t>
            </a:r>
          </a:p>
        </p:txBody>
      </p:sp>
      <p:sp>
        <p:nvSpPr>
          <p:cNvPr id="7" name="day2-221">
            <a:extLst xmlns:a="http://schemas.openxmlformats.org/drawingml/2006/main">
              <a:ext uri="{FF2B5EF4-FFF2-40B4-BE49-F238E27FC236}">
                <a16:creationId xmlns:a16="http://schemas.microsoft.com/office/drawing/2014/main" id="{FA0A8825-0B2B-42AA-8025-E6637B7F6B1E}"/>
              </a:ext>
            </a:extLst>
          </p:cNvPr>
          <p:cNvSpPr>
            <a:spLocks xmlns:a="http://schemas.openxmlformats.org/drawingml/2006/main" noGrp="1"/>
          </p:cNvSpPr>
          <p:nvPr/>
        </p:nvSpPr>
        <p:spPr>
          <a:xfrm xmlns:a="http://schemas.openxmlformats.org/drawingml/2006/main">
            <a:off x="87630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inputs/statement.csv</a:t>
            </a:r>
          </a:p>
        </p:txBody>
      </p:sp>
      <p:sp>
        <p:nvSpPr>
          <p:cNvPr id="8" name="day2-222">
            <a:extLst xmlns:a="http://schemas.openxmlformats.org/drawingml/2006/main">
              <a:ext uri="{FF2B5EF4-FFF2-40B4-BE49-F238E27FC236}">
                <a16:creationId xmlns:a16="http://schemas.microsoft.com/office/drawing/2014/main" id="{1B0B33AD-CA12-4822-ACF0-F58066F44DD1}"/>
              </a:ext>
            </a:extLst>
          </p:cNvPr>
          <p:cNvSpPr>
            <a:spLocks xmlns:a="http://schemas.openxmlformats.org/drawingml/2006/main" noGrp="1"/>
          </p:cNvSpPr>
          <p:nvPr/>
        </p:nvSpPr>
        <p:spPr>
          <a:xfrm xmlns:a="http://schemas.openxmlformats.org/drawingml/2006/main">
            <a:off x="87630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id,merchant,amount</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T001,Paper shop,120</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T002,Web service,80</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T002,Web service,80</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Currency: CAD, synthetic data</a:t>
            </a:r>
          </a:p>
        </p:txBody>
      </p:sp>
      <p:sp>
        <p:nvSpPr>
          <p:cNvPr id="9" name="day2-223">
            <a:extLst xmlns:a="http://schemas.openxmlformats.org/drawingml/2006/main">
              <a:ext uri="{FF2B5EF4-FFF2-40B4-BE49-F238E27FC236}">
                <a16:creationId xmlns:a16="http://schemas.microsoft.com/office/drawing/2014/main" id="{B9A300D8-9E81-49EE-97E3-7C046BE36D28}"/>
              </a:ext>
            </a:extLst>
          </p:cNvPr>
          <p:cNvSpPr>
            <a:spLocks xmlns:a="http://schemas.openxmlformats.org/drawingml/2006/main" noGrp="1"/>
          </p:cNvSpPr>
          <p:nvPr/>
        </p:nvSpPr>
        <p:spPr>
          <a:xfrm xmlns:a="http://schemas.openxmlformats.org/drawingml/2006/main">
            <a:off x="6238875" y="1809750"/>
            <a:ext cx="5334000" cy="3552825"/>
          </a:xfrm>
          <a:prstGeom xmlns:a="http://schemas.openxmlformats.org/drawingml/2006/main" prst="roundRect">
            <a:avLst>
              <a:gd name="adj" fmla="val 2145"/>
            </a:avLst>
          </a:prstGeom>
          <a:solidFill xmlns:a="http://schemas.openxmlformats.org/drawingml/2006/main">
            <a:srgbClr val="E5F4EF"/>
          </a:solidFill>
          <a:ln xmlns:a="http://schemas.openxmlformats.org/drawingml/2006/main" w="12383">
            <a:solidFill>
              <a:srgbClr val="327D6B"/>
            </a:solidFill>
          </a:ln>
        </p:spPr>
      </p:sp>
      <p:sp>
        <p:nvSpPr>
          <p:cNvPr id="10" name="day2-224">
            <a:extLst xmlns:a="http://schemas.openxmlformats.org/drawingml/2006/main">
              <a:ext uri="{FF2B5EF4-FFF2-40B4-BE49-F238E27FC236}">
                <a16:creationId xmlns:a16="http://schemas.microsoft.com/office/drawing/2014/main" id="{D344CD9B-CDC2-49E7-A19A-7634EC53E6BF}"/>
              </a:ext>
            </a:extLst>
          </p:cNvPr>
          <p:cNvSpPr>
            <a:spLocks xmlns:a="http://schemas.openxmlformats.org/drawingml/2006/main" noGrp="1"/>
          </p:cNvSpPr>
          <p:nvPr/>
        </p:nvSpPr>
        <p:spPr>
          <a:xfrm xmlns:a="http://schemas.openxmlformats.org/drawingml/2006/main">
            <a:off x="649605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327D6B"/>
                </a:solidFill>
                <a:latin typeface="Arial"/>
                <a:ea typeface="Arial"/>
                <a:cs typeface="Arial"/>
              </a:defRPr>
            </a:defPPr>
            <a:lvl1pPr algn="l">
              <a:defRPr sz="1650" b="1">
                <a:solidFill>
                  <a:srgbClr val="327D6B"/>
                </a:solidFill>
                <a:latin typeface="Arial"/>
                <a:ea typeface="Arial"/>
                <a:cs typeface="Arial"/>
              </a:defRPr>
            </a:lvl1pPr>
            <a:lvl2pPr algn="l">
              <a:defRPr sz="1650" b="1">
                <a:solidFill>
                  <a:srgbClr val="327D6B"/>
                </a:solidFill>
                <a:latin typeface="Arial"/>
                <a:ea typeface="Arial"/>
                <a:cs typeface="Arial"/>
              </a:defRPr>
            </a:lvl2pPr>
            <a:lvl3pPr algn="l">
              <a:defRPr sz="1650" b="1">
                <a:solidFill>
                  <a:srgbClr val="327D6B"/>
                </a:solidFill>
                <a:latin typeface="Arial"/>
                <a:ea typeface="Arial"/>
                <a:cs typeface="Arial"/>
              </a:defRPr>
            </a:lvl3pPr>
            <a:lvl4pPr algn="l">
              <a:defRPr sz="1650" b="1">
                <a:solidFill>
                  <a:srgbClr val="327D6B"/>
                </a:solidFill>
                <a:latin typeface="Arial"/>
                <a:ea typeface="Arial"/>
                <a:cs typeface="Arial"/>
              </a:defRPr>
            </a:lvl4pPr>
            <a:lvl5pPr algn="l">
              <a:defRPr sz="1650" b="1">
                <a:solidFill>
                  <a:srgbClr val="327D6B"/>
                </a:solidFill>
                <a:latin typeface="Arial"/>
                <a:ea typeface="Arial"/>
                <a:cs typeface="Arial"/>
              </a:defRPr>
            </a:lvl5pPr>
            <a:lvl6pPr algn="l">
              <a:defRPr sz="1650" b="1">
                <a:solidFill>
                  <a:srgbClr val="327D6B"/>
                </a:solidFill>
                <a:latin typeface="Arial"/>
                <a:ea typeface="Arial"/>
                <a:cs typeface="Arial"/>
              </a:defRPr>
            </a:lvl6pPr>
            <a:lvl7pPr algn="l">
              <a:defRPr sz="1650" b="1">
                <a:solidFill>
                  <a:srgbClr val="327D6B"/>
                </a:solidFill>
                <a:latin typeface="Arial"/>
                <a:ea typeface="Arial"/>
                <a:cs typeface="Arial"/>
              </a:defRPr>
            </a:lvl7pPr>
            <a:lvl8pPr algn="l">
              <a:defRPr sz="1650" b="1">
                <a:solidFill>
                  <a:srgbClr val="327D6B"/>
                </a:solidFill>
                <a:latin typeface="Arial"/>
                <a:ea typeface="Arial"/>
                <a:cs typeface="Arial"/>
              </a:defRPr>
            </a:lvl8pPr>
            <a:lvl9pPr algn="l">
              <a:defRPr sz="1650" b="1">
                <a:solidFill>
                  <a:srgbClr val="327D6B"/>
                </a:solidFill>
                <a:latin typeface="Arial"/>
                <a:ea typeface="Arial"/>
                <a:cs typeface="Arial"/>
              </a:defRPr>
            </a:lvl9pPr>
          </a:lstStyle>
          <a:p xmlns:a="http://schemas.openxmlformats.org/drawingml/2006/main">
            <a:pPr algn="l">
              <a:defRPr sz="1650" b="1">
                <a:solidFill>
                  <a:srgbClr val="327D6B"/>
                </a:solidFill>
                <a:latin typeface="Arial"/>
                <a:ea typeface="Arial"/>
                <a:cs typeface="Arial"/>
              </a:defRPr>
            </a:pPr>
            <a:r>
              <a:rPr sz="1650" b="1">
                <a:solidFill>
                  <a:srgbClr val="327D6B"/>
                </a:solidFill>
                <a:latin typeface="Arial"/>
                <a:ea typeface="Arial"/>
                <a:cs typeface="Arial"/>
              </a:rPr>
              <a:t>Proposed summary</a:t>
            </a:r>
          </a:p>
        </p:txBody>
      </p:sp>
      <p:sp>
        <p:nvSpPr>
          <p:cNvPr id="11" name="day2-225">
            <a:extLst xmlns:a="http://schemas.openxmlformats.org/drawingml/2006/main">
              <a:ext uri="{FF2B5EF4-FFF2-40B4-BE49-F238E27FC236}">
                <a16:creationId xmlns:a16="http://schemas.microsoft.com/office/drawing/2014/main" id="{1BFAA5A8-872C-4018-B416-6EF5223FDF59}"/>
              </a:ext>
            </a:extLst>
          </p:cNvPr>
          <p:cNvSpPr>
            <a:spLocks xmlns:a="http://schemas.openxmlformats.org/drawingml/2006/main" noGrp="1"/>
          </p:cNvSpPr>
          <p:nvPr/>
        </p:nvSpPr>
        <p:spPr>
          <a:xfrm xmlns:a="http://schemas.openxmlformats.org/drawingml/2006/main">
            <a:off x="649605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outputs/summary.md</a:t>
            </a:r>
          </a:p>
        </p:txBody>
      </p:sp>
      <p:sp>
        <p:nvSpPr>
          <p:cNvPr id="12" name="day2-226">
            <a:extLst xmlns:a="http://schemas.openxmlformats.org/drawingml/2006/main">
              <a:ext uri="{FF2B5EF4-FFF2-40B4-BE49-F238E27FC236}">
                <a16:creationId xmlns:a16="http://schemas.microsoft.com/office/drawing/2014/main" id="{F5E44734-F790-4780-8AE9-06DC745A5437}"/>
              </a:ext>
            </a:extLst>
          </p:cNvPr>
          <p:cNvSpPr>
            <a:spLocks xmlns:a="http://schemas.openxmlformats.org/drawingml/2006/main" noGrp="1"/>
          </p:cNvSpPr>
          <p:nvPr/>
        </p:nvSpPr>
        <p:spPr>
          <a:xfrm xmlns:a="http://schemas.openxmlformats.org/drawingml/2006/main">
            <a:off x="649605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Spending summary</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Raw source total: CAD 280</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Repeated ID: T002, CAD 80</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Proposed total: CAD 200</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Subject to duplicate confirmation</a:t>
            </a:r>
          </a:p>
        </p:txBody>
      </p:sp>
      <p:sp>
        <p:nvSpPr>
          <p:cNvPr id="13" name="day2-227">
            <a:extLst xmlns:a="http://schemas.openxmlformats.org/drawingml/2006/main">
              <a:ext uri="{FF2B5EF4-FFF2-40B4-BE49-F238E27FC236}">
                <a16:creationId xmlns:a16="http://schemas.microsoft.com/office/drawing/2014/main" id="{B6CA7572-87C1-40BC-9134-46D94735651D}"/>
              </a:ext>
            </a:extLst>
          </p:cNvPr>
          <p:cNvSpPr>
            <a:spLocks xmlns:a="http://schemas.openxmlformats.org/drawingml/2006/main" noGrp="1"/>
          </p:cNvSpPr>
          <p:nvPr/>
        </p:nvSpPr>
        <p:spPr>
          <a:xfrm xmlns:a="http://schemas.openxmlformats.org/drawingml/2006/main">
            <a:off x="619125" y="583882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AC6154"/>
                </a:solidFill>
                <a:latin typeface="Arial"/>
                <a:ea typeface="Arial"/>
                <a:cs typeface="Arial"/>
              </a:defRPr>
            </a:defPPr>
            <a:lvl1pPr algn="l">
              <a:defRPr sz="1950" b="0">
                <a:solidFill>
                  <a:srgbClr val="AC6154"/>
                </a:solidFill>
                <a:latin typeface="Arial"/>
                <a:ea typeface="Arial"/>
                <a:cs typeface="Arial"/>
              </a:defRPr>
            </a:lvl1pPr>
            <a:lvl2pPr algn="l">
              <a:defRPr sz="1950" b="0">
                <a:solidFill>
                  <a:srgbClr val="AC6154"/>
                </a:solidFill>
                <a:latin typeface="Arial"/>
                <a:ea typeface="Arial"/>
                <a:cs typeface="Arial"/>
              </a:defRPr>
            </a:lvl2pPr>
            <a:lvl3pPr algn="l">
              <a:defRPr sz="1950" b="0">
                <a:solidFill>
                  <a:srgbClr val="AC6154"/>
                </a:solidFill>
                <a:latin typeface="Arial"/>
                <a:ea typeface="Arial"/>
                <a:cs typeface="Arial"/>
              </a:defRPr>
            </a:lvl3pPr>
            <a:lvl4pPr algn="l">
              <a:defRPr sz="1950" b="0">
                <a:solidFill>
                  <a:srgbClr val="AC6154"/>
                </a:solidFill>
                <a:latin typeface="Arial"/>
                <a:ea typeface="Arial"/>
                <a:cs typeface="Arial"/>
              </a:defRPr>
            </a:lvl4pPr>
            <a:lvl5pPr algn="l">
              <a:defRPr sz="1950" b="0">
                <a:solidFill>
                  <a:srgbClr val="AC6154"/>
                </a:solidFill>
                <a:latin typeface="Arial"/>
                <a:ea typeface="Arial"/>
                <a:cs typeface="Arial"/>
              </a:defRPr>
            </a:lvl5pPr>
            <a:lvl6pPr algn="l">
              <a:defRPr sz="1950" b="0">
                <a:solidFill>
                  <a:srgbClr val="AC6154"/>
                </a:solidFill>
                <a:latin typeface="Arial"/>
                <a:ea typeface="Arial"/>
                <a:cs typeface="Arial"/>
              </a:defRPr>
            </a:lvl6pPr>
            <a:lvl7pPr algn="l">
              <a:defRPr sz="1950" b="0">
                <a:solidFill>
                  <a:srgbClr val="AC6154"/>
                </a:solidFill>
                <a:latin typeface="Arial"/>
                <a:ea typeface="Arial"/>
                <a:cs typeface="Arial"/>
              </a:defRPr>
            </a:lvl7pPr>
            <a:lvl8pPr algn="l">
              <a:defRPr sz="1950" b="0">
                <a:solidFill>
                  <a:srgbClr val="AC6154"/>
                </a:solidFill>
                <a:latin typeface="Arial"/>
                <a:ea typeface="Arial"/>
                <a:cs typeface="Arial"/>
              </a:defRPr>
            </a:lvl8pPr>
            <a:lvl9pPr algn="l">
              <a:defRPr sz="1950" b="0">
                <a:solidFill>
                  <a:srgbClr val="AC6154"/>
                </a:solidFill>
                <a:latin typeface="Arial"/>
                <a:ea typeface="Arial"/>
                <a:cs typeface="Arial"/>
              </a:defRPr>
            </a:lvl9pPr>
          </a:lstStyle>
          <a:p xmlns:a="http://schemas.openxmlformats.org/drawingml/2006/main">
            <a:pPr algn="l">
              <a:defRPr sz="1950" b="0">
                <a:solidFill>
                  <a:srgbClr val="AC6154"/>
                </a:solidFill>
                <a:latin typeface="Arial"/>
                <a:ea typeface="Arial"/>
                <a:cs typeface="Arial"/>
              </a:defRPr>
            </a:pPr>
            <a:r>
              <a:rPr sz="1950" b="0">
                <a:solidFill>
                  <a:srgbClr val="AC6154"/>
                </a:solidFill>
                <a:latin typeface="Arial"/>
                <a:ea typeface="Arial"/>
                <a:cs typeface="Arial"/>
              </a:rPr>
              <a:t>Where does an unexplained difference go?</a:t>
            </a:r>
          </a:p>
        </p:txBody>
      </p:sp>
    </p:spTree>
    <p:extLst>
      <p:ext uri="{BB962C8B-B14F-4D97-AF65-F5344CB8AC3E}">
        <p14:creationId xmlns:p14="http://schemas.microsoft.com/office/powerpoint/2010/main" val="8684533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25420FD6-9BDF-46F2-B48C-B311E06BDA63}"/>
              </a:ext>
            </a:extLst>
          </p:cNvPr>
          <p:cNvCxnSpPr>
            <a:stCxn xmlns:a="http://schemas.openxmlformats.org/drawingml/2006/main" id="24" idx="2"/>
            <a:endCxn xmlns:a="http://schemas.openxmlformats.org/drawingml/2006/main" id="26" idx="0"/>
          </p:cNvCxnSpPr>
          <p:nvPr/>
        </p:nvCxnSpPr>
        <p:spPr>
          <a:xfrm xmlns:a="http://schemas.openxmlformats.org/drawingml/2006/main">
            <a:off x="9936004" y="3903345"/>
            <a:ext cx="0" cy="528638"/>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3" name="">
            <a:extLst xmlns:a="http://schemas.openxmlformats.org/drawingml/2006/main">
              <a:ext uri="{FF2B5EF4-FFF2-40B4-BE49-F238E27FC236}">
                <a16:creationId xmlns:a16="http://schemas.microsoft.com/office/drawing/2014/main" id="{C369BB5D-22AC-4B6D-A008-8ED49C6D5D9A}"/>
              </a:ext>
            </a:extLst>
          </p:cNvPr>
          <p:cNvCxnSpPr>
            <a:stCxn xmlns:a="http://schemas.openxmlformats.org/drawingml/2006/main" id="22" idx="3"/>
            <a:endCxn xmlns:a="http://schemas.openxmlformats.org/drawingml/2006/main" id="24" idx="1"/>
          </p:cNvCxnSpPr>
          <p:nvPr/>
        </p:nvCxnSpPr>
        <p:spPr>
          <a:xfrm xmlns:a="http://schemas.openxmlformats.org/drawingml/2006/main" flipV="1">
            <a:off x="7764780" y="3233738"/>
            <a:ext cx="671513" cy="740093"/>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cxnSp>
        <p:nvCxnSpPr>
          <p:cNvPr id="32" name="">
            <a:extLst xmlns:a="http://schemas.openxmlformats.org/drawingml/2006/main">
              <a:ext uri="{FF2B5EF4-FFF2-40B4-BE49-F238E27FC236}">
                <a16:creationId xmlns:a16="http://schemas.microsoft.com/office/drawing/2014/main" id="{A10F08CB-503A-4C4D-A6C2-D14D83C9CB9A}"/>
              </a:ext>
            </a:extLst>
          </p:cNvPr>
          <p:cNvCxnSpPr>
            <a:stCxn xmlns:a="http://schemas.openxmlformats.org/drawingml/2006/main" id="28" idx="3"/>
            <a:endCxn xmlns:a="http://schemas.openxmlformats.org/drawingml/2006/main" id="22" idx="1"/>
          </p:cNvCxnSpPr>
          <p:nvPr/>
        </p:nvCxnSpPr>
        <p:spPr>
          <a:xfrm xmlns:a="http://schemas.openxmlformats.org/drawingml/2006/main" flipV="1">
            <a:off x="2885123" y="3973831"/>
            <a:ext cx="671512" cy="881062"/>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cxnSp>
        <p:nvCxnSpPr>
          <p:cNvPr id="31" name="">
            <a:extLst xmlns:a="http://schemas.openxmlformats.org/drawingml/2006/main">
              <a:ext uri="{FF2B5EF4-FFF2-40B4-BE49-F238E27FC236}">
                <a16:creationId xmlns:a16="http://schemas.microsoft.com/office/drawing/2014/main" id="{F0CE97CB-2469-461E-B051-E659B2DC02FD}"/>
              </a:ext>
            </a:extLst>
          </p:cNvPr>
          <p:cNvCxnSpPr>
            <a:stCxn xmlns:a="http://schemas.openxmlformats.org/drawingml/2006/main" id="20" idx="2"/>
            <a:endCxn xmlns:a="http://schemas.openxmlformats.org/drawingml/2006/main" id="22" idx="0"/>
          </p:cNvCxnSpPr>
          <p:nvPr/>
        </p:nvCxnSpPr>
        <p:spPr>
          <a:xfrm xmlns:a="http://schemas.openxmlformats.org/drawingml/2006/main">
            <a:off x="5660708" y="3233738"/>
            <a:ext cx="0" cy="281940"/>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0" name="">
            <a:extLst xmlns:a="http://schemas.openxmlformats.org/drawingml/2006/main">
              <a:ext uri="{FF2B5EF4-FFF2-40B4-BE49-F238E27FC236}">
                <a16:creationId xmlns:a16="http://schemas.microsoft.com/office/drawing/2014/main" id="{F8C9F6E9-1A68-44E1-A5DD-2080892345D5}"/>
              </a:ext>
            </a:extLst>
          </p:cNvPr>
          <p:cNvCxnSpPr>
            <a:stCxn xmlns:a="http://schemas.openxmlformats.org/drawingml/2006/main" id="18" idx="3"/>
            <a:endCxn xmlns:a="http://schemas.openxmlformats.org/drawingml/2006/main" id="22" idx="1"/>
          </p:cNvCxnSpPr>
          <p:nvPr/>
        </p:nvCxnSpPr>
        <p:spPr>
          <a:xfrm xmlns:a="http://schemas.openxmlformats.org/drawingml/2006/main">
            <a:off x="2885123" y="3233738"/>
            <a:ext cx="671512" cy="740093"/>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sp>
        <p:nvSpPr>
          <p:cNvPr id="36" name="day2-228">
            <a:extLst xmlns:a="http://schemas.openxmlformats.org/drawingml/2006/main">
              <a:ext uri="{FF2B5EF4-FFF2-40B4-BE49-F238E27FC236}">
                <a16:creationId xmlns:a16="http://schemas.microsoft.com/office/drawing/2014/main" id="{0EFE54C3-2422-4304-AD30-8DFA91202792}"/>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A client delivery system</a:t>
            </a:r>
          </a:p>
        </p:txBody>
      </p:sp>
      <p:sp>
        <p:nvSpPr>
          <p:cNvPr id="2" name="day2-229">
            <a:extLst xmlns:a="http://schemas.openxmlformats.org/drawingml/2006/main">
              <a:ext uri="{FF2B5EF4-FFF2-40B4-BE49-F238E27FC236}">
                <a16:creationId xmlns:a16="http://schemas.microsoft.com/office/drawing/2014/main" id="{0E79E7E8-67BB-4FA9-885C-EE35DF16D324}"/>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230">
            <a:extLst xmlns:a="http://schemas.openxmlformats.org/drawingml/2006/main">
              <a:ext uri="{FF2B5EF4-FFF2-40B4-BE49-F238E27FC236}">
                <a16:creationId xmlns:a16="http://schemas.microsoft.com/office/drawing/2014/main" id="{DB6B324F-1D23-413F-8DE2-EC38147D842F}"/>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13</a:t>
            </a:r>
          </a:p>
        </p:txBody>
      </p:sp>
      <p:sp>
        <p:nvSpPr>
          <p:cNvPr id="4" name="day2-231">
            <a:extLst xmlns:a="http://schemas.openxmlformats.org/drawingml/2006/main">
              <a:ext uri="{FF2B5EF4-FFF2-40B4-BE49-F238E27FC236}">
                <a16:creationId xmlns:a16="http://schemas.microsoft.com/office/drawing/2014/main" id="{73B953D9-DB10-4177-AF51-FC2CA7CF61D1}"/>
              </a:ext>
            </a:extLst>
          </p:cNvPr>
          <p:cNvSpPr>
            <a:spLocks xmlns:a="http://schemas.openxmlformats.org/drawingml/2006/main" noGrp="1"/>
          </p:cNvSpPr>
          <p:nvPr/>
        </p:nvSpPr>
        <p:spPr>
          <a:xfrm xmlns:a="http://schemas.openxmlformats.org/drawingml/2006/main">
            <a:off x="619125" y="1000125"/>
            <a:ext cx="895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A consultant uses one method with two separate client briefs</a:t>
            </a:r>
          </a:p>
        </p:txBody>
      </p:sp>
      <p:pic>
        <p:nvPicPr>
          <p:cNvPr id="5" name="">
            <a:extLst xmlns:a="http://schemas.openxmlformats.org/drawingml/2006/main">
              <a:ext uri="{FF2B5EF4-FFF2-40B4-BE49-F238E27FC236}">
                <a16:creationId xmlns:a16="http://schemas.microsoft.com/office/drawing/2014/main" id="{BC544B8B-19D1-473D-9109-C825B2A36FE1}"/>
              </a:ext>
            </a:extLst>
          </p:cNvPr>
          <p:cNvPicPr>
            <a:picLocks xmlns:a="http://schemas.openxmlformats.org/drawingml/2006/main" noChangeAspect="1"/>
          </p:cNvPicPr>
          <p:nvPr/>
        </p:nvPicPr>
        <p:blipFill>
          <a:blip xmlns:r="http://schemas.openxmlformats.org/officeDocument/2006/relationships" xmlns:a="http://schemas.openxmlformats.org/drawingml/2006/main" r:embed="R5214f10ca4754ec6"/>
          <a:stretch xmlns:a="http://schemas.openxmlformats.org/drawingml/2006/main"/>
        </p:blipFill>
        <p:spPr>
          <a:xfrm xmlns:a="http://schemas.openxmlformats.org/drawingml/2006/main">
            <a:off x="9715500" y="963613"/>
            <a:ext cx="1952625" cy="1301750"/>
          </a:xfrm>
          <a:prstGeom xmlns:a="http://schemas.openxmlformats.org/drawingml/2006/main" prst="rect">
            <a:avLst/>
          </a:prstGeom>
        </p:spPr>
      </p:pic>
      <p:sp>
        <p:nvSpPr>
          <p:cNvPr id="6" name="day2-232">
            <a:extLst xmlns:a="http://schemas.openxmlformats.org/drawingml/2006/main">
              <a:ext uri="{FF2B5EF4-FFF2-40B4-BE49-F238E27FC236}">
                <a16:creationId xmlns:a16="http://schemas.microsoft.com/office/drawing/2014/main" id="{D307ADF9-FD38-42E7-8335-F07BEEAB3B2F}"/>
              </a:ext>
            </a:extLst>
          </p:cNvPr>
          <p:cNvSpPr>
            <a:spLocks xmlns:a="http://schemas.openxmlformats.org/drawingml/2006/main" noGrp="1"/>
          </p:cNvSpPr>
          <p:nvPr/>
        </p:nvSpPr>
        <p:spPr>
          <a:xfrm xmlns:a="http://schemas.openxmlformats.org/drawingml/2006/main">
            <a:off x="619125" y="1847850"/>
            <a:ext cx="95250" cy="95250"/>
          </a:xfrm>
          <a:prstGeom xmlns:a="http://schemas.openxmlformats.org/drawingml/2006/main" prst="rect">
            <a:avLst/>
          </a:prstGeom>
          <a:solidFill xmlns:a="http://schemas.openxmlformats.org/drawingml/2006/main">
            <a:srgbClr val="3D709F"/>
          </a:solidFill>
          <a:ln xmlns:a="http://schemas.openxmlformats.org/drawingml/2006/main" w="0">
            <a:noFill/>
          </a:ln>
        </p:spPr>
      </p:sp>
      <p:sp>
        <p:nvSpPr>
          <p:cNvPr id="7" name="day2-233">
            <a:extLst xmlns:a="http://schemas.openxmlformats.org/drawingml/2006/main">
              <a:ext uri="{FF2B5EF4-FFF2-40B4-BE49-F238E27FC236}">
                <a16:creationId xmlns:a16="http://schemas.microsoft.com/office/drawing/2014/main" id="{CD588AFA-FD71-42EC-855A-364C32CCFF34}"/>
              </a:ext>
            </a:extLst>
          </p:cNvPr>
          <p:cNvSpPr>
            <a:spLocks xmlns:a="http://schemas.openxmlformats.org/drawingml/2006/main" noGrp="1"/>
          </p:cNvSpPr>
          <p:nvPr/>
        </p:nvSpPr>
        <p:spPr>
          <a:xfrm xmlns:a="http://schemas.openxmlformats.org/drawingml/2006/main">
            <a:off x="8001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D709F"/>
                </a:solidFill>
                <a:latin typeface="Arial"/>
                <a:ea typeface="Arial"/>
                <a:cs typeface="Arial"/>
              </a:defRPr>
            </a:defPPr>
            <a:lvl1pPr algn="l">
              <a:defRPr sz="1425" b="0">
                <a:solidFill>
                  <a:srgbClr val="3D709F"/>
                </a:solidFill>
                <a:latin typeface="Arial"/>
                <a:ea typeface="Arial"/>
                <a:cs typeface="Arial"/>
              </a:defRPr>
            </a:lvl1pPr>
            <a:lvl2pPr algn="l">
              <a:defRPr sz="1425" b="0">
                <a:solidFill>
                  <a:srgbClr val="3D709F"/>
                </a:solidFill>
                <a:latin typeface="Arial"/>
                <a:ea typeface="Arial"/>
                <a:cs typeface="Arial"/>
              </a:defRPr>
            </a:lvl2pPr>
            <a:lvl3pPr algn="l">
              <a:defRPr sz="1425" b="0">
                <a:solidFill>
                  <a:srgbClr val="3D709F"/>
                </a:solidFill>
                <a:latin typeface="Arial"/>
                <a:ea typeface="Arial"/>
                <a:cs typeface="Arial"/>
              </a:defRPr>
            </a:lvl3pPr>
            <a:lvl4pPr algn="l">
              <a:defRPr sz="1425" b="0">
                <a:solidFill>
                  <a:srgbClr val="3D709F"/>
                </a:solidFill>
                <a:latin typeface="Arial"/>
                <a:ea typeface="Arial"/>
                <a:cs typeface="Arial"/>
              </a:defRPr>
            </a:lvl4pPr>
            <a:lvl5pPr algn="l">
              <a:defRPr sz="1425" b="0">
                <a:solidFill>
                  <a:srgbClr val="3D709F"/>
                </a:solidFill>
                <a:latin typeface="Arial"/>
                <a:ea typeface="Arial"/>
                <a:cs typeface="Arial"/>
              </a:defRPr>
            </a:lvl5pPr>
            <a:lvl6pPr algn="l">
              <a:defRPr sz="1425" b="0">
                <a:solidFill>
                  <a:srgbClr val="3D709F"/>
                </a:solidFill>
                <a:latin typeface="Arial"/>
                <a:ea typeface="Arial"/>
                <a:cs typeface="Arial"/>
              </a:defRPr>
            </a:lvl6pPr>
            <a:lvl7pPr algn="l">
              <a:defRPr sz="1425" b="0">
                <a:solidFill>
                  <a:srgbClr val="3D709F"/>
                </a:solidFill>
                <a:latin typeface="Arial"/>
                <a:ea typeface="Arial"/>
                <a:cs typeface="Arial"/>
              </a:defRPr>
            </a:lvl7pPr>
            <a:lvl8pPr algn="l">
              <a:defRPr sz="1425" b="0">
                <a:solidFill>
                  <a:srgbClr val="3D709F"/>
                </a:solidFill>
                <a:latin typeface="Arial"/>
                <a:ea typeface="Arial"/>
                <a:cs typeface="Arial"/>
              </a:defRPr>
            </a:lvl8pPr>
            <a:lvl9pPr algn="l">
              <a:defRPr sz="1425" b="0">
                <a:solidFill>
                  <a:srgbClr val="3D709F"/>
                </a:solidFill>
                <a:latin typeface="Arial"/>
                <a:ea typeface="Arial"/>
                <a:cs typeface="Arial"/>
              </a:defRPr>
            </a:lvl9pPr>
          </a:lstStyle>
          <a:p xmlns:a="http://schemas.openxmlformats.org/drawingml/2006/main">
            <a:pPr algn="l">
              <a:defRPr sz="1425" b="0">
                <a:solidFill>
                  <a:srgbClr val="3D709F"/>
                </a:solidFill>
                <a:latin typeface="Arial"/>
                <a:ea typeface="Arial"/>
                <a:cs typeface="Arial"/>
              </a:defRPr>
            </a:pPr>
            <a:r>
              <a:rPr sz="1425" b="0">
                <a:solidFill>
                  <a:srgbClr val="3D709F"/>
                </a:solidFill>
                <a:latin typeface="Arial"/>
                <a:ea typeface="Arial"/>
                <a:cs typeface="Arial"/>
              </a:rPr>
              <a:t>Inputs</a:t>
            </a:r>
          </a:p>
        </p:txBody>
      </p:sp>
      <p:sp>
        <p:nvSpPr>
          <p:cNvPr id="8" name="day2-234">
            <a:extLst xmlns:a="http://schemas.openxmlformats.org/drawingml/2006/main">
              <a:ext uri="{FF2B5EF4-FFF2-40B4-BE49-F238E27FC236}">
                <a16:creationId xmlns:a16="http://schemas.microsoft.com/office/drawing/2014/main" id="{B5FE993D-6B1E-49DA-AA17-7EA2EC942630}"/>
              </a:ext>
            </a:extLst>
          </p:cNvPr>
          <p:cNvSpPr>
            <a:spLocks xmlns:a="http://schemas.openxmlformats.org/drawingml/2006/main" noGrp="1"/>
          </p:cNvSpPr>
          <p:nvPr/>
        </p:nvSpPr>
        <p:spPr>
          <a:xfrm xmlns:a="http://schemas.openxmlformats.org/drawingml/2006/main">
            <a:off x="2124075" y="1847850"/>
            <a:ext cx="95250" cy="95250"/>
          </a:xfrm>
          <a:prstGeom xmlns:a="http://schemas.openxmlformats.org/drawingml/2006/main" prst="rect">
            <a:avLst/>
          </a:prstGeom>
          <a:solidFill xmlns:a="http://schemas.openxmlformats.org/drawingml/2006/main">
            <a:srgbClr val="7360A1"/>
          </a:solidFill>
          <a:ln xmlns:a="http://schemas.openxmlformats.org/drawingml/2006/main" w="0">
            <a:noFill/>
          </a:ln>
        </p:spPr>
      </p:sp>
      <p:sp>
        <p:nvSpPr>
          <p:cNvPr id="9" name="day2-235">
            <a:extLst xmlns:a="http://schemas.openxmlformats.org/drawingml/2006/main">
              <a:ext uri="{FF2B5EF4-FFF2-40B4-BE49-F238E27FC236}">
                <a16:creationId xmlns:a16="http://schemas.microsoft.com/office/drawing/2014/main" id="{838FFF10-CF5D-440A-8249-DE2D4914E6E8}"/>
              </a:ext>
            </a:extLst>
          </p:cNvPr>
          <p:cNvSpPr>
            <a:spLocks xmlns:a="http://schemas.openxmlformats.org/drawingml/2006/main" noGrp="1"/>
          </p:cNvSpPr>
          <p:nvPr/>
        </p:nvSpPr>
        <p:spPr>
          <a:xfrm xmlns:a="http://schemas.openxmlformats.org/drawingml/2006/main">
            <a:off x="23050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7360A1"/>
                </a:solidFill>
                <a:latin typeface="Arial"/>
                <a:ea typeface="Arial"/>
                <a:cs typeface="Arial"/>
              </a:defRPr>
            </a:defPPr>
            <a:lvl1pPr algn="l">
              <a:defRPr sz="1425" b="0">
                <a:solidFill>
                  <a:srgbClr val="7360A1"/>
                </a:solidFill>
                <a:latin typeface="Arial"/>
                <a:ea typeface="Arial"/>
                <a:cs typeface="Arial"/>
              </a:defRPr>
            </a:lvl1pPr>
            <a:lvl2pPr algn="l">
              <a:defRPr sz="1425" b="0">
                <a:solidFill>
                  <a:srgbClr val="7360A1"/>
                </a:solidFill>
                <a:latin typeface="Arial"/>
                <a:ea typeface="Arial"/>
                <a:cs typeface="Arial"/>
              </a:defRPr>
            </a:lvl2pPr>
            <a:lvl3pPr algn="l">
              <a:defRPr sz="1425" b="0">
                <a:solidFill>
                  <a:srgbClr val="7360A1"/>
                </a:solidFill>
                <a:latin typeface="Arial"/>
                <a:ea typeface="Arial"/>
                <a:cs typeface="Arial"/>
              </a:defRPr>
            </a:lvl3pPr>
            <a:lvl4pPr algn="l">
              <a:defRPr sz="1425" b="0">
                <a:solidFill>
                  <a:srgbClr val="7360A1"/>
                </a:solidFill>
                <a:latin typeface="Arial"/>
                <a:ea typeface="Arial"/>
                <a:cs typeface="Arial"/>
              </a:defRPr>
            </a:lvl4pPr>
            <a:lvl5pPr algn="l">
              <a:defRPr sz="1425" b="0">
                <a:solidFill>
                  <a:srgbClr val="7360A1"/>
                </a:solidFill>
                <a:latin typeface="Arial"/>
                <a:ea typeface="Arial"/>
                <a:cs typeface="Arial"/>
              </a:defRPr>
            </a:lvl5pPr>
            <a:lvl6pPr algn="l">
              <a:defRPr sz="1425" b="0">
                <a:solidFill>
                  <a:srgbClr val="7360A1"/>
                </a:solidFill>
                <a:latin typeface="Arial"/>
                <a:ea typeface="Arial"/>
                <a:cs typeface="Arial"/>
              </a:defRPr>
            </a:lvl6pPr>
            <a:lvl7pPr algn="l">
              <a:defRPr sz="1425" b="0">
                <a:solidFill>
                  <a:srgbClr val="7360A1"/>
                </a:solidFill>
                <a:latin typeface="Arial"/>
                <a:ea typeface="Arial"/>
                <a:cs typeface="Arial"/>
              </a:defRPr>
            </a:lvl7pPr>
            <a:lvl8pPr algn="l">
              <a:defRPr sz="1425" b="0">
                <a:solidFill>
                  <a:srgbClr val="7360A1"/>
                </a:solidFill>
                <a:latin typeface="Arial"/>
                <a:ea typeface="Arial"/>
                <a:cs typeface="Arial"/>
              </a:defRPr>
            </a:lvl8pPr>
            <a:lvl9pPr algn="l">
              <a:defRPr sz="1425" b="0">
                <a:solidFill>
                  <a:srgbClr val="7360A1"/>
                </a:solidFill>
                <a:latin typeface="Arial"/>
                <a:ea typeface="Arial"/>
                <a:cs typeface="Arial"/>
              </a:defRPr>
            </a:lvl9pPr>
          </a:lstStyle>
          <a:p xmlns:a="http://schemas.openxmlformats.org/drawingml/2006/main">
            <a:pPr algn="l">
              <a:defRPr sz="1425" b="0">
                <a:solidFill>
                  <a:srgbClr val="7360A1"/>
                </a:solidFill>
                <a:latin typeface="Arial"/>
                <a:ea typeface="Arial"/>
                <a:cs typeface="Arial"/>
              </a:defRPr>
            </a:pPr>
            <a:r>
              <a:rPr sz="1425" b="0">
                <a:solidFill>
                  <a:srgbClr val="7360A1"/>
                </a:solidFill>
                <a:latin typeface="Arial"/>
                <a:ea typeface="Arial"/>
                <a:cs typeface="Arial"/>
              </a:rPr>
              <a:t>Rules</a:t>
            </a:r>
          </a:p>
        </p:txBody>
      </p:sp>
      <p:sp>
        <p:nvSpPr>
          <p:cNvPr id="10" name="day2-236">
            <a:extLst xmlns:a="http://schemas.openxmlformats.org/drawingml/2006/main">
              <a:ext uri="{FF2B5EF4-FFF2-40B4-BE49-F238E27FC236}">
                <a16:creationId xmlns:a16="http://schemas.microsoft.com/office/drawing/2014/main" id="{E730FBC3-594E-4274-8DE3-8AFCC2705882}"/>
              </a:ext>
            </a:extLst>
          </p:cNvPr>
          <p:cNvSpPr>
            <a:spLocks xmlns:a="http://schemas.openxmlformats.org/drawingml/2006/main" noGrp="1"/>
          </p:cNvSpPr>
          <p:nvPr/>
        </p:nvSpPr>
        <p:spPr>
          <a:xfrm xmlns:a="http://schemas.openxmlformats.org/drawingml/2006/main">
            <a:off x="3629025" y="1847850"/>
            <a:ext cx="95250" cy="95250"/>
          </a:xfrm>
          <a:prstGeom xmlns:a="http://schemas.openxmlformats.org/drawingml/2006/main" prst="rect">
            <a:avLst/>
          </a:prstGeom>
          <a:solidFill xmlns:a="http://schemas.openxmlformats.org/drawingml/2006/main">
            <a:srgbClr val="9D752B"/>
          </a:solidFill>
          <a:ln xmlns:a="http://schemas.openxmlformats.org/drawingml/2006/main" w="0">
            <a:noFill/>
          </a:ln>
        </p:spPr>
      </p:sp>
      <p:sp>
        <p:nvSpPr>
          <p:cNvPr id="11" name="day2-237">
            <a:extLst xmlns:a="http://schemas.openxmlformats.org/drawingml/2006/main">
              <a:ext uri="{FF2B5EF4-FFF2-40B4-BE49-F238E27FC236}">
                <a16:creationId xmlns:a16="http://schemas.microsoft.com/office/drawing/2014/main" id="{CAD731F8-FCA7-4381-83E8-3A355782D346}"/>
              </a:ext>
            </a:extLst>
          </p:cNvPr>
          <p:cNvSpPr>
            <a:spLocks xmlns:a="http://schemas.openxmlformats.org/drawingml/2006/main" noGrp="1"/>
          </p:cNvSpPr>
          <p:nvPr/>
        </p:nvSpPr>
        <p:spPr>
          <a:xfrm xmlns:a="http://schemas.openxmlformats.org/drawingml/2006/main">
            <a:off x="38100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9D752B"/>
                </a:solidFill>
                <a:latin typeface="Arial"/>
                <a:ea typeface="Arial"/>
                <a:cs typeface="Arial"/>
              </a:defRPr>
            </a:defPPr>
            <a:lvl1pPr algn="l">
              <a:defRPr sz="1425" b="0">
                <a:solidFill>
                  <a:srgbClr val="9D752B"/>
                </a:solidFill>
                <a:latin typeface="Arial"/>
                <a:ea typeface="Arial"/>
                <a:cs typeface="Arial"/>
              </a:defRPr>
            </a:lvl1pPr>
            <a:lvl2pPr algn="l">
              <a:defRPr sz="1425" b="0">
                <a:solidFill>
                  <a:srgbClr val="9D752B"/>
                </a:solidFill>
                <a:latin typeface="Arial"/>
                <a:ea typeface="Arial"/>
                <a:cs typeface="Arial"/>
              </a:defRPr>
            </a:lvl2pPr>
            <a:lvl3pPr algn="l">
              <a:defRPr sz="1425" b="0">
                <a:solidFill>
                  <a:srgbClr val="9D752B"/>
                </a:solidFill>
                <a:latin typeface="Arial"/>
                <a:ea typeface="Arial"/>
                <a:cs typeface="Arial"/>
              </a:defRPr>
            </a:lvl3pPr>
            <a:lvl4pPr algn="l">
              <a:defRPr sz="1425" b="0">
                <a:solidFill>
                  <a:srgbClr val="9D752B"/>
                </a:solidFill>
                <a:latin typeface="Arial"/>
                <a:ea typeface="Arial"/>
                <a:cs typeface="Arial"/>
              </a:defRPr>
            </a:lvl4pPr>
            <a:lvl5pPr algn="l">
              <a:defRPr sz="1425" b="0">
                <a:solidFill>
                  <a:srgbClr val="9D752B"/>
                </a:solidFill>
                <a:latin typeface="Arial"/>
                <a:ea typeface="Arial"/>
                <a:cs typeface="Arial"/>
              </a:defRPr>
            </a:lvl5pPr>
            <a:lvl6pPr algn="l">
              <a:defRPr sz="1425" b="0">
                <a:solidFill>
                  <a:srgbClr val="9D752B"/>
                </a:solidFill>
                <a:latin typeface="Arial"/>
                <a:ea typeface="Arial"/>
                <a:cs typeface="Arial"/>
              </a:defRPr>
            </a:lvl6pPr>
            <a:lvl7pPr algn="l">
              <a:defRPr sz="1425" b="0">
                <a:solidFill>
                  <a:srgbClr val="9D752B"/>
                </a:solidFill>
                <a:latin typeface="Arial"/>
                <a:ea typeface="Arial"/>
                <a:cs typeface="Arial"/>
              </a:defRPr>
            </a:lvl7pPr>
            <a:lvl8pPr algn="l">
              <a:defRPr sz="1425" b="0">
                <a:solidFill>
                  <a:srgbClr val="9D752B"/>
                </a:solidFill>
                <a:latin typeface="Arial"/>
                <a:ea typeface="Arial"/>
                <a:cs typeface="Arial"/>
              </a:defRPr>
            </a:lvl8pPr>
            <a:lvl9pPr algn="l">
              <a:defRPr sz="1425" b="0">
                <a:solidFill>
                  <a:srgbClr val="9D752B"/>
                </a:solidFill>
                <a:latin typeface="Arial"/>
                <a:ea typeface="Arial"/>
                <a:cs typeface="Arial"/>
              </a:defRPr>
            </a:lvl9pPr>
          </a:lstStyle>
          <a:p xmlns:a="http://schemas.openxmlformats.org/drawingml/2006/main">
            <a:pPr algn="l">
              <a:defRPr sz="1425" b="0">
                <a:solidFill>
                  <a:srgbClr val="9D752B"/>
                </a:solidFill>
                <a:latin typeface="Arial"/>
                <a:ea typeface="Arial"/>
                <a:cs typeface="Arial"/>
              </a:defRPr>
            </a:pPr>
            <a:r>
              <a:rPr sz="1425" b="0">
                <a:solidFill>
                  <a:srgbClr val="9D752B"/>
                </a:solidFill>
                <a:latin typeface="Arial"/>
                <a:ea typeface="Arial"/>
                <a:cs typeface="Arial"/>
              </a:rPr>
              <a:t>Method</a:t>
            </a:r>
          </a:p>
        </p:txBody>
      </p:sp>
      <p:sp>
        <p:nvSpPr>
          <p:cNvPr id="12" name="day2-238">
            <a:extLst xmlns:a="http://schemas.openxmlformats.org/drawingml/2006/main">
              <a:ext uri="{FF2B5EF4-FFF2-40B4-BE49-F238E27FC236}">
                <a16:creationId xmlns:a16="http://schemas.microsoft.com/office/drawing/2014/main" id="{52F1AFCE-123A-4079-9677-DDBE558DED60}"/>
              </a:ext>
            </a:extLst>
          </p:cNvPr>
          <p:cNvSpPr>
            <a:spLocks xmlns:a="http://schemas.openxmlformats.org/drawingml/2006/main" noGrp="1"/>
          </p:cNvSpPr>
          <p:nvPr/>
        </p:nvSpPr>
        <p:spPr>
          <a:xfrm xmlns:a="http://schemas.openxmlformats.org/drawingml/2006/main">
            <a:off x="5133975" y="1847850"/>
            <a:ext cx="95250" cy="95250"/>
          </a:xfrm>
          <a:prstGeom xmlns:a="http://schemas.openxmlformats.org/drawingml/2006/main" prst="rect">
            <a:avLst/>
          </a:prstGeom>
          <a:solidFill xmlns:a="http://schemas.openxmlformats.org/drawingml/2006/main">
            <a:srgbClr val="5F7289"/>
          </a:solidFill>
          <a:ln xmlns:a="http://schemas.openxmlformats.org/drawingml/2006/main" w="0">
            <a:noFill/>
          </a:ln>
        </p:spPr>
      </p:sp>
      <p:sp>
        <p:nvSpPr>
          <p:cNvPr id="13" name="day2-239">
            <a:extLst xmlns:a="http://schemas.openxmlformats.org/drawingml/2006/main">
              <a:ext uri="{FF2B5EF4-FFF2-40B4-BE49-F238E27FC236}">
                <a16:creationId xmlns:a16="http://schemas.microsoft.com/office/drawing/2014/main" id="{D8BC6BA5-994C-4582-910E-3B18F28CD0D0}"/>
              </a:ext>
            </a:extLst>
          </p:cNvPr>
          <p:cNvSpPr>
            <a:spLocks xmlns:a="http://schemas.openxmlformats.org/drawingml/2006/main" noGrp="1"/>
          </p:cNvSpPr>
          <p:nvPr/>
        </p:nvSpPr>
        <p:spPr>
          <a:xfrm xmlns:a="http://schemas.openxmlformats.org/drawingml/2006/main">
            <a:off x="53149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5F7289"/>
                </a:solidFill>
                <a:latin typeface="Arial"/>
                <a:ea typeface="Arial"/>
                <a:cs typeface="Arial"/>
              </a:defRPr>
            </a:defPPr>
            <a:lvl1pPr algn="l">
              <a:defRPr sz="1425" b="0">
                <a:solidFill>
                  <a:srgbClr val="5F7289"/>
                </a:solidFill>
                <a:latin typeface="Arial"/>
                <a:ea typeface="Arial"/>
                <a:cs typeface="Arial"/>
              </a:defRPr>
            </a:lvl1pPr>
            <a:lvl2pPr algn="l">
              <a:defRPr sz="1425" b="0">
                <a:solidFill>
                  <a:srgbClr val="5F7289"/>
                </a:solidFill>
                <a:latin typeface="Arial"/>
                <a:ea typeface="Arial"/>
                <a:cs typeface="Arial"/>
              </a:defRPr>
            </a:lvl2pPr>
            <a:lvl3pPr algn="l">
              <a:defRPr sz="1425" b="0">
                <a:solidFill>
                  <a:srgbClr val="5F7289"/>
                </a:solidFill>
                <a:latin typeface="Arial"/>
                <a:ea typeface="Arial"/>
                <a:cs typeface="Arial"/>
              </a:defRPr>
            </a:lvl3pPr>
            <a:lvl4pPr algn="l">
              <a:defRPr sz="1425" b="0">
                <a:solidFill>
                  <a:srgbClr val="5F7289"/>
                </a:solidFill>
                <a:latin typeface="Arial"/>
                <a:ea typeface="Arial"/>
                <a:cs typeface="Arial"/>
              </a:defRPr>
            </a:lvl4pPr>
            <a:lvl5pPr algn="l">
              <a:defRPr sz="1425" b="0">
                <a:solidFill>
                  <a:srgbClr val="5F7289"/>
                </a:solidFill>
                <a:latin typeface="Arial"/>
                <a:ea typeface="Arial"/>
                <a:cs typeface="Arial"/>
              </a:defRPr>
            </a:lvl5pPr>
            <a:lvl6pPr algn="l">
              <a:defRPr sz="1425" b="0">
                <a:solidFill>
                  <a:srgbClr val="5F7289"/>
                </a:solidFill>
                <a:latin typeface="Arial"/>
                <a:ea typeface="Arial"/>
                <a:cs typeface="Arial"/>
              </a:defRPr>
            </a:lvl6pPr>
            <a:lvl7pPr algn="l">
              <a:defRPr sz="1425" b="0">
                <a:solidFill>
                  <a:srgbClr val="5F7289"/>
                </a:solidFill>
                <a:latin typeface="Arial"/>
                <a:ea typeface="Arial"/>
                <a:cs typeface="Arial"/>
              </a:defRPr>
            </a:lvl7pPr>
            <a:lvl8pPr algn="l">
              <a:defRPr sz="1425" b="0">
                <a:solidFill>
                  <a:srgbClr val="5F7289"/>
                </a:solidFill>
                <a:latin typeface="Arial"/>
                <a:ea typeface="Arial"/>
                <a:cs typeface="Arial"/>
              </a:defRPr>
            </a:lvl8pPr>
            <a:lvl9pPr algn="l">
              <a:defRPr sz="1425" b="0">
                <a:solidFill>
                  <a:srgbClr val="5F7289"/>
                </a:solidFill>
                <a:latin typeface="Arial"/>
                <a:ea typeface="Arial"/>
                <a:cs typeface="Arial"/>
              </a:defRPr>
            </a:lvl9pPr>
          </a:lstStyle>
          <a:p xmlns:a="http://schemas.openxmlformats.org/drawingml/2006/main">
            <a:pPr algn="l">
              <a:defRPr sz="1425" b="0">
                <a:solidFill>
                  <a:srgbClr val="5F7289"/>
                </a:solidFill>
                <a:latin typeface="Arial"/>
                <a:ea typeface="Arial"/>
                <a:cs typeface="Arial"/>
              </a:defRPr>
            </a:pPr>
            <a:r>
              <a:rPr sz="1425" b="0">
                <a:solidFill>
                  <a:srgbClr val="5F7289"/>
                </a:solidFill>
                <a:latin typeface="Arial"/>
                <a:ea typeface="Arial"/>
                <a:cs typeface="Arial"/>
              </a:rPr>
              <a:t>Tools</a:t>
            </a:r>
          </a:p>
        </p:txBody>
      </p:sp>
      <p:sp>
        <p:nvSpPr>
          <p:cNvPr id="14" name="day2-240">
            <a:extLst xmlns:a="http://schemas.openxmlformats.org/drawingml/2006/main">
              <a:ext uri="{FF2B5EF4-FFF2-40B4-BE49-F238E27FC236}">
                <a16:creationId xmlns:a16="http://schemas.microsoft.com/office/drawing/2014/main" id="{F309339C-46C1-4E5C-BAED-A6E2342C9BCA}"/>
              </a:ext>
            </a:extLst>
          </p:cNvPr>
          <p:cNvSpPr>
            <a:spLocks xmlns:a="http://schemas.openxmlformats.org/drawingml/2006/main" noGrp="1"/>
          </p:cNvSpPr>
          <p:nvPr/>
        </p:nvSpPr>
        <p:spPr>
          <a:xfrm xmlns:a="http://schemas.openxmlformats.org/drawingml/2006/main">
            <a:off x="6638925" y="1847850"/>
            <a:ext cx="95250" cy="95250"/>
          </a:xfrm>
          <a:prstGeom xmlns:a="http://schemas.openxmlformats.org/drawingml/2006/main" prst="rect">
            <a:avLst/>
          </a:prstGeom>
          <a:solidFill xmlns:a="http://schemas.openxmlformats.org/drawingml/2006/main">
            <a:srgbClr val="327D6B"/>
          </a:solidFill>
          <a:ln xmlns:a="http://schemas.openxmlformats.org/drawingml/2006/main" w="0">
            <a:noFill/>
          </a:ln>
        </p:spPr>
      </p:sp>
      <p:sp>
        <p:nvSpPr>
          <p:cNvPr id="15" name="day2-241">
            <a:extLst xmlns:a="http://schemas.openxmlformats.org/drawingml/2006/main">
              <a:ext uri="{FF2B5EF4-FFF2-40B4-BE49-F238E27FC236}">
                <a16:creationId xmlns:a16="http://schemas.microsoft.com/office/drawing/2014/main" id="{012AE9B3-CAF6-477E-87E7-83052E8D9381}"/>
              </a:ext>
            </a:extLst>
          </p:cNvPr>
          <p:cNvSpPr>
            <a:spLocks xmlns:a="http://schemas.openxmlformats.org/drawingml/2006/main" noGrp="1"/>
          </p:cNvSpPr>
          <p:nvPr/>
        </p:nvSpPr>
        <p:spPr>
          <a:xfrm xmlns:a="http://schemas.openxmlformats.org/drawingml/2006/main">
            <a:off x="68199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27D6B"/>
                </a:solidFill>
                <a:latin typeface="Arial"/>
                <a:ea typeface="Arial"/>
                <a:cs typeface="Arial"/>
              </a:defRPr>
            </a:defPPr>
            <a:lvl1pPr algn="l">
              <a:defRPr sz="1425" b="0">
                <a:solidFill>
                  <a:srgbClr val="327D6B"/>
                </a:solidFill>
                <a:latin typeface="Arial"/>
                <a:ea typeface="Arial"/>
                <a:cs typeface="Arial"/>
              </a:defRPr>
            </a:lvl1pPr>
            <a:lvl2pPr algn="l">
              <a:defRPr sz="1425" b="0">
                <a:solidFill>
                  <a:srgbClr val="327D6B"/>
                </a:solidFill>
                <a:latin typeface="Arial"/>
                <a:ea typeface="Arial"/>
                <a:cs typeface="Arial"/>
              </a:defRPr>
            </a:lvl2pPr>
            <a:lvl3pPr algn="l">
              <a:defRPr sz="1425" b="0">
                <a:solidFill>
                  <a:srgbClr val="327D6B"/>
                </a:solidFill>
                <a:latin typeface="Arial"/>
                <a:ea typeface="Arial"/>
                <a:cs typeface="Arial"/>
              </a:defRPr>
            </a:lvl3pPr>
            <a:lvl4pPr algn="l">
              <a:defRPr sz="1425" b="0">
                <a:solidFill>
                  <a:srgbClr val="327D6B"/>
                </a:solidFill>
                <a:latin typeface="Arial"/>
                <a:ea typeface="Arial"/>
                <a:cs typeface="Arial"/>
              </a:defRPr>
            </a:lvl4pPr>
            <a:lvl5pPr algn="l">
              <a:defRPr sz="1425" b="0">
                <a:solidFill>
                  <a:srgbClr val="327D6B"/>
                </a:solidFill>
                <a:latin typeface="Arial"/>
                <a:ea typeface="Arial"/>
                <a:cs typeface="Arial"/>
              </a:defRPr>
            </a:lvl5pPr>
            <a:lvl6pPr algn="l">
              <a:defRPr sz="1425" b="0">
                <a:solidFill>
                  <a:srgbClr val="327D6B"/>
                </a:solidFill>
                <a:latin typeface="Arial"/>
                <a:ea typeface="Arial"/>
                <a:cs typeface="Arial"/>
              </a:defRPr>
            </a:lvl6pPr>
            <a:lvl7pPr algn="l">
              <a:defRPr sz="1425" b="0">
                <a:solidFill>
                  <a:srgbClr val="327D6B"/>
                </a:solidFill>
                <a:latin typeface="Arial"/>
                <a:ea typeface="Arial"/>
                <a:cs typeface="Arial"/>
              </a:defRPr>
            </a:lvl7pPr>
            <a:lvl8pPr algn="l">
              <a:defRPr sz="1425" b="0">
                <a:solidFill>
                  <a:srgbClr val="327D6B"/>
                </a:solidFill>
                <a:latin typeface="Arial"/>
                <a:ea typeface="Arial"/>
                <a:cs typeface="Arial"/>
              </a:defRPr>
            </a:lvl8pPr>
            <a:lvl9pPr algn="l">
              <a:defRPr sz="1425" b="0">
                <a:solidFill>
                  <a:srgbClr val="327D6B"/>
                </a:solidFill>
                <a:latin typeface="Arial"/>
                <a:ea typeface="Arial"/>
                <a:cs typeface="Arial"/>
              </a:defRPr>
            </a:lvl9pPr>
          </a:lstStyle>
          <a:p xmlns:a="http://schemas.openxmlformats.org/drawingml/2006/main">
            <a:pPr algn="l">
              <a:defRPr sz="1425" b="0">
                <a:solidFill>
                  <a:srgbClr val="327D6B"/>
                </a:solidFill>
                <a:latin typeface="Arial"/>
                <a:ea typeface="Arial"/>
                <a:cs typeface="Arial"/>
              </a:defRPr>
            </a:pPr>
            <a:r>
              <a:rPr sz="1425" b="0">
                <a:solidFill>
                  <a:srgbClr val="327D6B"/>
                </a:solidFill>
                <a:latin typeface="Arial"/>
                <a:ea typeface="Arial"/>
                <a:cs typeface="Arial"/>
              </a:rPr>
              <a:t>Output</a:t>
            </a:r>
          </a:p>
        </p:txBody>
      </p:sp>
      <p:sp>
        <p:nvSpPr>
          <p:cNvPr id="16" name="day2-242">
            <a:extLst xmlns:a="http://schemas.openxmlformats.org/drawingml/2006/main">
              <a:ext uri="{FF2B5EF4-FFF2-40B4-BE49-F238E27FC236}">
                <a16:creationId xmlns:a16="http://schemas.microsoft.com/office/drawing/2014/main" id="{C643A3BF-ED33-412B-ABB1-D2B1D883FE7B}"/>
              </a:ext>
            </a:extLst>
          </p:cNvPr>
          <p:cNvSpPr>
            <a:spLocks xmlns:a="http://schemas.openxmlformats.org/drawingml/2006/main" noGrp="1"/>
          </p:cNvSpPr>
          <p:nvPr/>
        </p:nvSpPr>
        <p:spPr>
          <a:xfrm xmlns:a="http://schemas.openxmlformats.org/drawingml/2006/main">
            <a:off x="8143875" y="1847850"/>
            <a:ext cx="95250" cy="95250"/>
          </a:xfrm>
          <a:prstGeom xmlns:a="http://schemas.openxmlformats.org/drawingml/2006/main" prst="rect">
            <a:avLst/>
          </a:prstGeom>
          <a:solidFill xmlns:a="http://schemas.openxmlformats.org/drawingml/2006/main">
            <a:srgbClr val="AC6154"/>
          </a:solidFill>
          <a:ln xmlns:a="http://schemas.openxmlformats.org/drawingml/2006/main" w="0">
            <a:noFill/>
          </a:ln>
        </p:spPr>
      </p:sp>
      <p:sp>
        <p:nvSpPr>
          <p:cNvPr id="17" name="day2-243">
            <a:extLst xmlns:a="http://schemas.openxmlformats.org/drawingml/2006/main">
              <a:ext uri="{FF2B5EF4-FFF2-40B4-BE49-F238E27FC236}">
                <a16:creationId xmlns:a16="http://schemas.microsoft.com/office/drawing/2014/main" id="{84B4C79A-4A44-4013-8AE8-2BBE3E5FDC3C}"/>
              </a:ext>
            </a:extLst>
          </p:cNvPr>
          <p:cNvSpPr>
            <a:spLocks xmlns:a="http://schemas.openxmlformats.org/drawingml/2006/main" noGrp="1"/>
          </p:cNvSpPr>
          <p:nvPr/>
        </p:nvSpPr>
        <p:spPr>
          <a:xfrm xmlns:a="http://schemas.openxmlformats.org/drawingml/2006/main">
            <a:off x="83248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AC6154"/>
                </a:solidFill>
                <a:latin typeface="Arial"/>
                <a:ea typeface="Arial"/>
                <a:cs typeface="Arial"/>
              </a:defRPr>
            </a:defPPr>
            <a:lvl1pPr algn="l">
              <a:defRPr sz="1425" b="0">
                <a:solidFill>
                  <a:srgbClr val="AC6154"/>
                </a:solidFill>
                <a:latin typeface="Arial"/>
                <a:ea typeface="Arial"/>
                <a:cs typeface="Arial"/>
              </a:defRPr>
            </a:lvl1pPr>
            <a:lvl2pPr algn="l">
              <a:defRPr sz="1425" b="0">
                <a:solidFill>
                  <a:srgbClr val="AC6154"/>
                </a:solidFill>
                <a:latin typeface="Arial"/>
                <a:ea typeface="Arial"/>
                <a:cs typeface="Arial"/>
              </a:defRPr>
            </a:lvl2pPr>
            <a:lvl3pPr algn="l">
              <a:defRPr sz="1425" b="0">
                <a:solidFill>
                  <a:srgbClr val="AC6154"/>
                </a:solidFill>
                <a:latin typeface="Arial"/>
                <a:ea typeface="Arial"/>
                <a:cs typeface="Arial"/>
              </a:defRPr>
            </a:lvl3pPr>
            <a:lvl4pPr algn="l">
              <a:defRPr sz="1425" b="0">
                <a:solidFill>
                  <a:srgbClr val="AC6154"/>
                </a:solidFill>
                <a:latin typeface="Arial"/>
                <a:ea typeface="Arial"/>
                <a:cs typeface="Arial"/>
              </a:defRPr>
            </a:lvl4pPr>
            <a:lvl5pPr algn="l">
              <a:defRPr sz="1425" b="0">
                <a:solidFill>
                  <a:srgbClr val="AC6154"/>
                </a:solidFill>
                <a:latin typeface="Arial"/>
                <a:ea typeface="Arial"/>
                <a:cs typeface="Arial"/>
              </a:defRPr>
            </a:lvl5pPr>
            <a:lvl6pPr algn="l">
              <a:defRPr sz="1425" b="0">
                <a:solidFill>
                  <a:srgbClr val="AC6154"/>
                </a:solidFill>
                <a:latin typeface="Arial"/>
                <a:ea typeface="Arial"/>
                <a:cs typeface="Arial"/>
              </a:defRPr>
            </a:lvl6pPr>
            <a:lvl7pPr algn="l">
              <a:defRPr sz="1425" b="0">
                <a:solidFill>
                  <a:srgbClr val="AC6154"/>
                </a:solidFill>
                <a:latin typeface="Arial"/>
                <a:ea typeface="Arial"/>
                <a:cs typeface="Arial"/>
              </a:defRPr>
            </a:lvl7pPr>
            <a:lvl8pPr algn="l">
              <a:defRPr sz="1425" b="0">
                <a:solidFill>
                  <a:srgbClr val="AC6154"/>
                </a:solidFill>
                <a:latin typeface="Arial"/>
                <a:ea typeface="Arial"/>
                <a:cs typeface="Arial"/>
              </a:defRPr>
            </a:lvl8pPr>
            <a:lvl9pPr algn="l">
              <a:defRPr sz="1425" b="0">
                <a:solidFill>
                  <a:srgbClr val="AC6154"/>
                </a:solidFill>
                <a:latin typeface="Arial"/>
                <a:ea typeface="Arial"/>
                <a:cs typeface="Arial"/>
              </a:defRPr>
            </a:lvl9pPr>
          </a:lstStyle>
          <a:p xmlns:a="http://schemas.openxmlformats.org/drawingml/2006/main">
            <a:pPr algn="l">
              <a:defRPr sz="1425" b="0">
                <a:solidFill>
                  <a:srgbClr val="AC6154"/>
                </a:solidFill>
                <a:latin typeface="Arial"/>
                <a:ea typeface="Arial"/>
                <a:cs typeface="Arial"/>
              </a:defRPr>
            </a:pPr>
            <a:r>
              <a:rPr sz="1425" b="0">
                <a:solidFill>
                  <a:srgbClr val="AC6154"/>
                </a:solidFill>
                <a:latin typeface="Arial"/>
                <a:ea typeface="Arial"/>
                <a:cs typeface="Arial"/>
              </a:rPr>
              <a:t>Review</a:t>
            </a:r>
          </a:p>
        </p:txBody>
      </p:sp>
      <p:sp>
        <p:nvSpPr>
          <p:cNvPr id="18" name="day2-244">
            <a:extLst xmlns:a="http://schemas.openxmlformats.org/drawingml/2006/main">
              <a:ext uri="{FF2B5EF4-FFF2-40B4-BE49-F238E27FC236}">
                <a16:creationId xmlns:a16="http://schemas.microsoft.com/office/drawing/2014/main" id="{370DCC75-A971-4A71-8C8B-B07BF9A4071F}"/>
              </a:ext>
            </a:extLst>
          </p:cNvPr>
          <p:cNvSpPr>
            <a:spLocks xmlns:a="http://schemas.openxmlformats.org/drawingml/2006/main" noGrp="1"/>
          </p:cNvSpPr>
          <p:nvPr/>
        </p:nvSpPr>
        <p:spPr>
          <a:xfrm xmlns:a="http://schemas.openxmlformats.org/drawingml/2006/main">
            <a:off x="691515" y="2564130"/>
            <a:ext cx="2193608" cy="1339215"/>
          </a:xfrm>
          <a:prstGeom xmlns:a="http://schemas.openxmlformats.org/drawingml/2006/main" prst="roundRect">
            <a:avLst>
              <a:gd name="adj" fmla="val 5690"/>
            </a:avLst>
          </a:prstGeom>
          <a:solidFill xmlns:a="http://schemas.openxmlformats.org/drawingml/2006/main">
            <a:srgbClr val="EAF3FC"/>
          </a:solidFill>
          <a:ln xmlns:a="http://schemas.openxmlformats.org/drawingml/2006/main" w="14288">
            <a:solidFill>
              <a:srgbClr val="3D709F"/>
            </a:solidFill>
          </a:ln>
        </p:spPr>
      </p:sp>
      <p:sp>
        <p:nvSpPr>
          <p:cNvPr id="19" name="day2-245">
            <a:extLst xmlns:a="http://schemas.openxmlformats.org/drawingml/2006/main">
              <a:ext uri="{FF2B5EF4-FFF2-40B4-BE49-F238E27FC236}">
                <a16:creationId xmlns:a16="http://schemas.microsoft.com/office/drawing/2014/main" id="{1033036B-FDE3-4D05-BC16-9BA96247EC18}"/>
              </a:ext>
            </a:extLst>
          </p:cNvPr>
          <p:cNvSpPr>
            <a:spLocks xmlns:a="http://schemas.openxmlformats.org/drawingml/2006/main" noGrp="1"/>
          </p:cNvSpPr>
          <p:nvPr/>
        </p:nvSpPr>
        <p:spPr>
          <a:xfrm xmlns:a="http://schemas.openxmlformats.org/drawingml/2006/main">
            <a:off x="786765" y="2611755"/>
            <a:ext cx="2003107" cy="1243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Inputs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Selected client brief</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Meeting notes</a:t>
            </a:r>
          </a:p>
        </p:txBody>
      </p:sp>
      <p:sp>
        <p:nvSpPr>
          <p:cNvPr id="20" name="day2-246">
            <a:extLst xmlns:a="http://schemas.openxmlformats.org/drawingml/2006/main">
              <a:ext uri="{FF2B5EF4-FFF2-40B4-BE49-F238E27FC236}">
                <a16:creationId xmlns:a16="http://schemas.microsoft.com/office/drawing/2014/main" id="{082B803C-1C28-430E-85FB-0AE6BA83EBB2}"/>
              </a:ext>
            </a:extLst>
          </p:cNvPr>
          <p:cNvSpPr>
            <a:spLocks xmlns:a="http://schemas.openxmlformats.org/drawingml/2006/main" noGrp="1"/>
          </p:cNvSpPr>
          <p:nvPr/>
        </p:nvSpPr>
        <p:spPr>
          <a:xfrm xmlns:a="http://schemas.openxmlformats.org/drawingml/2006/main">
            <a:off x="3556635" y="2352675"/>
            <a:ext cx="4208145" cy="881063"/>
          </a:xfrm>
          <a:prstGeom xmlns:a="http://schemas.openxmlformats.org/drawingml/2006/main" prst="roundRect">
            <a:avLst>
              <a:gd name="adj" fmla="val 8649"/>
            </a:avLst>
          </a:prstGeom>
          <a:solidFill xmlns:a="http://schemas.openxmlformats.org/drawingml/2006/main">
            <a:srgbClr val="F0ECFC"/>
          </a:solidFill>
          <a:ln xmlns:a="http://schemas.openxmlformats.org/drawingml/2006/main" w="14288">
            <a:solidFill>
              <a:srgbClr val="7360A1"/>
            </a:solidFill>
          </a:ln>
        </p:spPr>
      </p:sp>
      <p:sp>
        <p:nvSpPr>
          <p:cNvPr id="21" name="day2-247">
            <a:extLst xmlns:a="http://schemas.openxmlformats.org/drawingml/2006/main">
              <a:ext uri="{FF2B5EF4-FFF2-40B4-BE49-F238E27FC236}">
                <a16:creationId xmlns:a16="http://schemas.microsoft.com/office/drawing/2014/main" id="{9AF115E1-3FD7-43D4-AB46-08090861FD98}"/>
              </a:ext>
            </a:extLst>
          </p:cNvPr>
          <p:cNvSpPr>
            <a:spLocks xmlns:a="http://schemas.openxmlformats.org/drawingml/2006/main" noGrp="1"/>
          </p:cNvSpPr>
          <p:nvPr/>
        </p:nvSpPr>
        <p:spPr>
          <a:xfrm xmlns:a="http://schemas.openxmlformats.org/drawingml/2006/main">
            <a:off x="3651885" y="2400300"/>
            <a:ext cx="4017645" cy="785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Project guidance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Use this client only</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Respect agreed scope</a:t>
            </a:r>
          </a:p>
        </p:txBody>
      </p:sp>
      <p:sp>
        <p:nvSpPr>
          <p:cNvPr id="22" name="day2-248">
            <a:extLst xmlns:a="http://schemas.openxmlformats.org/drawingml/2006/main">
              <a:ext uri="{FF2B5EF4-FFF2-40B4-BE49-F238E27FC236}">
                <a16:creationId xmlns:a16="http://schemas.microsoft.com/office/drawing/2014/main" id="{ECEC439B-E245-4A26-92B5-4C5F04C37978}"/>
              </a:ext>
            </a:extLst>
          </p:cNvPr>
          <p:cNvSpPr>
            <a:spLocks xmlns:a="http://schemas.openxmlformats.org/drawingml/2006/main" noGrp="1"/>
          </p:cNvSpPr>
          <p:nvPr/>
        </p:nvSpPr>
        <p:spPr>
          <a:xfrm xmlns:a="http://schemas.openxmlformats.org/drawingml/2006/main">
            <a:off x="3556635" y="3515678"/>
            <a:ext cx="4208145" cy="916305"/>
          </a:xfrm>
          <a:prstGeom xmlns:a="http://schemas.openxmlformats.org/drawingml/2006/main" prst="roundRect">
            <a:avLst>
              <a:gd name="adj" fmla="val 8316"/>
            </a:avLst>
          </a:prstGeom>
          <a:solidFill xmlns:a="http://schemas.openxmlformats.org/drawingml/2006/main">
            <a:srgbClr val="FFF2D9"/>
          </a:solidFill>
          <a:ln xmlns:a="http://schemas.openxmlformats.org/drawingml/2006/main" w="14288">
            <a:solidFill>
              <a:srgbClr val="9D752B"/>
            </a:solidFill>
          </a:ln>
        </p:spPr>
      </p:sp>
      <p:sp>
        <p:nvSpPr>
          <p:cNvPr id="23" name="day2-249">
            <a:extLst xmlns:a="http://schemas.openxmlformats.org/drawingml/2006/main">
              <a:ext uri="{FF2B5EF4-FFF2-40B4-BE49-F238E27FC236}">
                <a16:creationId xmlns:a16="http://schemas.microsoft.com/office/drawing/2014/main" id="{06C6896E-A9F3-4020-BF30-F11CD152CCCF}"/>
              </a:ext>
            </a:extLst>
          </p:cNvPr>
          <p:cNvSpPr>
            <a:spLocks xmlns:a="http://schemas.openxmlformats.org/drawingml/2006/main" noGrp="1"/>
          </p:cNvSpPr>
          <p:nvPr/>
        </p:nvSpPr>
        <p:spPr>
          <a:xfrm xmlns:a="http://schemas.openxmlformats.org/drawingml/2006/main">
            <a:off x="3651885" y="3563303"/>
            <a:ext cx="4017645" cy="821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Playbook</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Discovery and delivery steps</a:t>
            </a:r>
          </a:p>
        </p:txBody>
      </p:sp>
      <p:sp>
        <p:nvSpPr>
          <p:cNvPr id="24" name="day2-250">
            <a:extLst xmlns:a="http://schemas.openxmlformats.org/drawingml/2006/main">
              <a:ext uri="{FF2B5EF4-FFF2-40B4-BE49-F238E27FC236}">
                <a16:creationId xmlns:a16="http://schemas.microsoft.com/office/drawing/2014/main" id="{9BD50BDA-DBC3-426B-B88C-CCC1FE6B6D45}"/>
              </a:ext>
            </a:extLst>
          </p:cNvPr>
          <p:cNvSpPr>
            <a:spLocks xmlns:a="http://schemas.openxmlformats.org/drawingml/2006/main" noGrp="1"/>
          </p:cNvSpPr>
          <p:nvPr/>
        </p:nvSpPr>
        <p:spPr>
          <a:xfrm xmlns:a="http://schemas.openxmlformats.org/drawingml/2006/main">
            <a:off x="8436293" y="2564130"/>
            <a:ext cx="2999423" cy="1339215"/>
          </a:xfrm>
          <a:prstGeom xmlns:a="http://schemas.openxmlformats.org/drawingml/2006/main" prst="roundRect">
            <a:avLst>
              <a:gd name="adj" fmla="val 5690"/>
            </a:avLst>
          </a:prstGeom>
          <a:solidFill xmlns:a="http://schemas.openxmlformats.org/drawingml/2006/main">
            <a:srgbClr val="E5F4EF"/>
          </a:solidFill>
          <a:ln xmlns:a="http://schemas.openxmlformats.org/drawingml/2006/main" w="14288">
            <a:solidFill>
              <a:srgbClr val="327D6B"/>
            </a:solidFill>
          </a:ln>
        </p:spPr>
      </p:sp>
      <p:sp>
        <p:nvSpPr>
          <p:cNvPr id="25" name="day2-251">
            <a:extLst xmlns:a="http://schemas.openxmlformats.org/drawingml/2006/main">
              <a:ext uri="{FF2B5EF4-FFF2-40B4-BE49-F238E27FC236}">
                <a16:creationId xmlns:a16="http://schemas.microsoft.com/office/drawing/2014/main" id="{D08C6976-10A6-4C01-9049-A410C78C93A0}"/>
              </a:ext>
            </a:extLst>
          </p:cNvPr>
          <p:cNvSpPr>
            <a:spLocks xmlns:a="http://schemas.openxmlformats.org/drawingml/2006/main" noGrp="1"/>
          </p:cNvSpPr>
          <p:nvPr/>
        </p:nvSpPr>
        <p:spPr>
          <a:xfrm xmlns:a="http://schemas.openxmlformats.org/drawingml/2006/main">
            <a:off x="8531543" y="2611755"/>
            <a:ext cx="2808923" cy="1243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Output</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Draft plan</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Client-specific</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deliverable</a:t>
            </a:r>
          </a:p>
        </p:txBody>
      </p:sp>
      <p:sp>
        <p:nvSpPr>
          <p:cNvPr id="26" name="day2-252">
            <a:extLst xmlns:a="http://schemas.openxmlformats.org/drawingml/2006/main">
              <a:ext uri="{FF2B5EF4-FFF2-40B4-BE49-F238E27FC236}">
                <a16:creationId xmlns:a16="http://schemas.microsoft.com/office/drawing/2014/main" id="{66BBCF11-2E8A-4C85-BF50-BD5BEF916AD5}"/>
              </a:ext>
            </a:extLst>
          </p:cNvPr>
          <p:cNvSpPr>
            <a:spLocks xmlns:a="http://schemas.openxmlformats.org/drawingml/2006/main" noGrp="1"/>
          </p:cNvSpPr>
          <p:nvPr/>
        </p:nvSpPr>
        <p:spPr>
          <a:xfrm xmlns:a="http://schemas.openxmlformats.org/drawingml/2006/main">
            <a:off x="8436293" y="4431983"/>
            <a:ext cx="2999423" cy="845820"/>
          </a:xfrm>
          <a:prstGeom xmlns:a="http://schemas.openxmlformats.org/drawingml/2006/main" prst="roundRect">
            <a:avLst>
              <a:gd name="adj" fmla="val 9009"/>
            </a:avLst>
          </a:prstGeom>
          <a:solidFill xmlns:a="http://schemas.openxmlformats.org/drawingml/2006/main">
            <a:srgbClr val="FBEAE6"/>
          </a:solidFill>
          <a:ln xmlns:a="http://schemas.openxmlformats.org/drawingml/2006/main" w="14288">
            <a:solidFill>
              <a:srgbClr val="AC6154"/>
            </a:solidFill>
          </a:ln>
        </p:spPr>
      </p:sp>
      <p:sp>
        <p:nvSpPr>
          <p:cNvPr id="27" name="day2-253">
            <a:extLst xmlns:a="http://schemas.openxmlformats.org/drawingml/2006/main">
              <a:ext uri="{FF2B5EF4-FFF2-40B4-BE49-F238E27FC236}">
                <a16:creationId xmlns:a16="http://schemas.microsoft.com/office/drawing/2014/main" id="{E712C630-8E34-4BC9-88DE-13B40986BAC1}"/>
              </a:ext>
            </a:extLst>
          </p:cNvPr>
          <p:cNvSpPr>
            <a:spLocks xmlns:a="http://schemas.openxmlformats.org/drawingml/2006/main" noGrp="1"/>
          </p:cNvSpPr>
          <p:nvPr/>
        </p:nvSpPr>
        <p:spPr>
          <a:xfrm xmlns:a="http://schemas.openxmlformats.org/drawingml/2006/main">
            <a:off x="8531543" y="4479608"/>
            <a:ext cx="2808923" cy="750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Consultant review</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Scope and client facts</a:t>
            </a:r>
          </a:p>
        </p:txBody>
      </p:sp>
      <p:sp>
        <p:nvSpPr>
          <p:cNvPr id="28" name="day2-254">
            <a:extLst xmlns:a="http://schemas.openxmlformats.org/drawingml/2006/main">
              <a:ext uri="{FF2B5EF4-FFF2-40B4-BE49-F238E27FC236}">
                <a16:creationId xmlns:a16="http://schemas.microsoft.com/office/drawing/2014/main" id="{84DDD256-D25E-4665-AC4B-9D528888ED82}"/>
              </a:ext>
            </a:extLst>
          </p:cNvPr>
          <p:cNvSpPr>
            <a:spLocks xmlns:a="http://schemas.openxmlformats.org/drawingml/2006/main" noGrp="1"/>
          </p:cNvSpPr>
          <p:nvPr/>
        </p:nvSpPr>
        <p:spPr>
          <a:xfrm xmlns:a="http://schemas.openxmlformats.org/drawingml/2006/main">
            <a:off x="691515" y="4431983"/>
            <a:ext cx="2193608" cy="845820"/>
          </a:xfrm>
          <a:prstGeom xmlns:a="http://schemas.openxmlformats.org/drawingml/2006/main" prst="roundRect">
            <a:avLst>
              <a:gd name="adj" fmla="val 9009"/>
            </a:avLst>
          </a:prstGeom>
          <a:solidFill xmlns:a="http://schemas.openxmlformats.org/drawingml/2006/main">
            <a:srgbClr val="EEF1F5"/>
          </a:solidFill>
          <a:ln xmlns:a="http://schemas.openxmlformats.org/drawingml/2006/main" w="14288">
            <a:solidFill>
              <a:srgbClr val="5F7289"/>
            </a:solidFill>
          </a:ln>
        </p:spPr>
      </p:sp>
      <p:sp>
        <p:nvSpPr>
          <p:cNvPr id="29" name="day2-255">
            <a:extLst xmlns:a="http://schemas.openxmlformats.org/drawingml/2006/main">
              <a:ext uri="{FF2B5EF4-FFF2-40B4-BE49-F238E27FC236}">
                <a16:creationId xmlns:a16="http://schemas.microsoft.com/office/drawing/2014/main" id="{04CC7439-8E7F-429A-B3E1-C148E22E2F82}"/>
              </a:ext>
            </a:extLst>
          </p:cNvPr>
          <p:cNvSpPr>
            <a:spLocks xmlns:a="http://schemas.openxmlformats.org/drawingml/2006/main" noGrp="1"/>
          </p:cNvSpPr>
          <p:nvPr/>
        </p:nvSpPr>
        <p:spPr>
          <a:xfrm xmlns:a="http://schemas.openxmlformats.org/drawingml/2006/main">
            <a:off x="786765" y="4479608"/>
            <a:ext cx="2003107" cy="750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Optional tools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Docs or project tracker</a:t>
            </a:r>
          </a:p>
        </p:txBody>
      </p:sp>
      <p:sp>
        <p:nvSpPr>
          <p:cNvPr id="35" name="day2-256">
            <a:extLst xmlns:a="http://schemas.openxmlformats.org/drawingml/2006/main">
              <a:ext uri="{FF2B5EF4-FFF2-40B4-BE49-F238E27FC236}">
                <a16:creationId xmlns:a16="http://schemas.microsoft.com/office/drawing/2014/main" id="{85568502-098C-44EA-971F-0ACA7D78B089}"/>
              </a:ext>
            </a:extLst>
          </p:cNvPr>
          <p:cNvSpPr>
            <a:spLocks xmlns:a="http://schemas.openxmlformats.org/drawingml/2006/main" noGrp="1"/>
          </p:cNvSpPr>
          <p:nvPr/>
        </p:nvSpPr>
        <p:spPr>
          <a:xfrm xmlns:a="http://schemas.openxmlformats.org/drawingml/2006/main">
            <a:off x="619125" y="59531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AC6154"/>
                </a:solidFill>
                <a:latin typeface="Arial"/>
                <a:ea typeface="Arial"/>
                <a:cs typeface="Arial"/>
              </a:defRPr>
            </a:defPPr>
            <a:lvl1pPr algn="l">
              <a:defRPr sz="1875" b="0">
                <a:solidFill>
                  <a:srgbClr val="AC6154"/>
                </a:solidFill>
                <a:latin typeface="Arial"/>
                <a:ea typeface="Arial"/>
                <a:cs typeface="Arial"/>
              </a:defRPr>
            </a:lvl1pPr>
            <a:lvl2pPr algn="l">
              <a:defRPr sz="1875" b="0">
                <a:solidFill>
                  <a:srgbClr val="AC6154"/>
                </a:solidFill>
                <a:latin typeface="Arial"/>
                <a:ea typeface="Arial"/>
                <a:cs typeface="Arial"/>
              </a:defRPr>
            </a:lvl2pPr>
            <a:lvl3pPr algn="l">
              <a:defRPr sz="1875" b="0">
                <a:solidFill>
                  <a:srgbClr val="AC6154"/>
                </a:solidFill>
                <a:latin typeface="Arial"/>
                <a:ea typeface="Arial"/>
                <a:cs typeface="Arial"/>
              </a:defRPr>
            </a:lvl3pPr>
            <a:lvl4pPr algn="l">
              <a:defRPr sz="1875" b="0">
                <a:solidFill>
                  <a:srgbClr val="AC6154"/>
                </a:solidFill>
                <a:latin typeface="Arial"/>
                <a:ea typeface="Arial"/>
                <a:cs typeface="Arial"/>
              </a:defRPr>
            </a:lvl4pPr>
            <a:lvl5pPr algn="l">
              <a:defRPr sz="1875" b="0">
                <a:solidFill>
                  <a:srgbClr val="AC6154"/>
                </a:solidFill>
                <a:latin typeface="Arial"/>
                <a:ea typeface="Arial"/>
                <a:cs typeface="Arial"/>
              </a:defRPr>
            </a:lvl5pPr>
            <a:lvl6pPr algn="l">
              <a:defRPr sz="1875" b="0">
                <a:solidFill>
                  <a:srgbClr val="AC6154"/>
                </a:solidFill>
                <a:latin typeface="Arial"/>
                <a:ea typeface="Arial"/>
                <a:cs typeface="Arial"/>
              </a:defRPr>
            </a:lvl6pPr>
            <a:lvl7pPr algn="l">
              <a:defRPr sz="1875" b="0">
                <a:solidFill>
                  <a:srgbClr val="AC6154"/>
                </a:solidFill>
                <a:latin typeface="Arial"/>
                <a:ea typeface="Arial"/>
                <a:cs typeface="Arial"/>
              </a:defRPr>
            </a:lvl7pPr>
            <a:lvl8pPr algn="l">
              <a:defRPr sz="1875" b="0">
                <a:solidFill>
                  <a:srgbClr val="AC6154"/>
                </a:solidFill>
                <a:latin typeface="Arial"/>
                <a:ea typeface="Arial"/>
                <a:cs typeface="Arial"/>
              </a:defRPr>
            </a:lvl8pPr>
            <a:lvl9pPr algn="l">
              <a:defRPr sz="1875" b="0">
                <a:solidFill>
                  <a:srgbClr val="AC6154"/>
                </a:solidFill>
                <a:latin typeface="Arial"/>
                <a:ea typeface="Arial"/>
                <a:cs typeface="Arial"/>
              </a:defRPr>
            </a:lvl9pPr>
          </a:lstStyle>
          <a:p xmlns:a="http://schemas.openxmlformats.org/drawingml/2006/main">
            <a:pPr algn="l">
              <a:defRPr sz="1875" b="0">
                <a:solidFill>
                  <a:srgbClr val="AC6154"/>
                </a:solidFill>
                <a:latin typeface="Arial"/>
                <a:ea typeface="Arial"/>
                <a:cs typeface="Arial"/>
              </a:defRPr>
            </a:pPr>
            <a:r>
              <a:rPr sz="1875" b="0">
                <a:solidFill>
                  <a:srgbClr val="AC6154"/>
                </a:solidFill>
                <a:latin typeface="Arial"/>
                <a:ea typeface="Arial"/>
                <a:cs typeface="Arial"/>
              </a:rPr>
              <a:t>What would reveal that Client A leaked into Client B?</a:t>
            </a:r>
          </a:p>
        </p:txBody>
      </p:sp>
    </p:spTree>
    <p:extLst>
      <p:ext uri="{BB962C8B-B14F-4D97-AF65-F5344CB8AC3E}">
        <p14:creationId xmlns:p14="http://schemas.microsoft.com/office/powerpoint/2010/main" val="18571003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2-257">
            <a:extLst xmlns:a="http://schemas.openxmlformats.org/drawingml/2006/main">
              <a:ext uri="{FF2B5EF4-FFF2-40B4-BE49-F238E27FC236}">
                <a16:creationId xmlns:a16="http://schemas.microsoft.com/office/drawing/2014/main" id="{32D43432-654C-4FD0-8961-18F00A643263}"/>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Client delivery: keep the briefs separate</a:t>
            </a:r>
          </a:p>
        </p:txBody>
      </p:sp>
      <p:sp>
        <p:nvSpPr>
          <p:cNvPr id="2" name="day2-258">
            <a:extLst xmlns:a="http://schemas.openxmlformats.org/drawingml/2006/main">
              <a:ext uri="{FF2B5EF4-FFF2-40B4-BE49-F238E27FC236}">
                <a16:creationId xmlns:a16="http://schemas.microsoft.com/office/drawing/2014/main" id="{41816901-38CD-47F5-A395-653A643C5AA6}"/>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259">
            <a:extLst xmlns:a="http://schemas.openxmlformats.org/drawingml/2006/main">
              <a:ext uri="{FF2B5EF4-FFF2-40B4-BE49-F238E27FC236}">
                <a16:creationId xmlns:a16="http://schemas.microsoft.com/office/drawing/2014/main" id="{0D347577-649E-4528-8311-0B81F98063A3}"/>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14</a:t>
            </a:r>
          </a:p>
        </p:txBody>
      </p:sp>
      <p:sp>
        <p:nvSpPr>
          <p:cNvPr id="4" name="day2-260">
            <a:extLst xmlns:a="http://schemas.openxmlformats.org/drawingml/2006/main">
              <a:ext uri="{FF2B5EF4-FFF2-40B4-BE49-F238E27FC236}">
                <a16:creationId xmlns:a16="http://schemas.microsoft.com/office/drawing/2014/main" id="{FAA359F7-8BB9-4B79-9879-7C8A5D5726EB}"/>
              </a:ext>
            </a:extLst>
          </p:cNvPr>
          <p:cNvSpPr>
            <a:spLocks xmlns:a="http://schemas.openxmlformats.org/drawingml/2006/main" noGrp="1"/>
          </p:cNvSpPr>
          <p:nvPr/>
        </p:nvSpPr>
        <p:spPr>
          <a:xfrm xmlns:a="http://schemas.openxmlformats.org/drawingml/2006/main">
            <a:off x="619125" y="1000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A consultant uses one method with two separate client briefs</a:t>
            </a:r>
          </a:p>
        </p:txBody>
      </p:sp>
      <p:sp>
        <p:nvSpPr>
          <p:cNvPr id="5" name="day2-261">
            <a:extLst xmlns:a="http://schemas.openxmlformats.org/drawingml/2006/main">
              <a:ext uri="{FF2B5EF4-FFF2-40B4-BE49-F238E27FC236}">
                <a16:creationId xmlns:a16="http://schemas.microsoft.com/office/drawing/2014/main" id="{58C37BC2-F308-4319-9B67-605C6E1724A4}"/>
              </a:ext>
            </a:extLst>
          </p:cNvPr>
          <p:cNvSpPr>
            <a:spLocks xmlns:a="http://schemas.openxmlformats.org/drawingml/2006/main" noGrp="1"/>
          </p:cNvSpPr>
          <p:nvPr/>
        </p:nvSpPr>
        <p:spPr>
          <a:xfrm xmlns:a="http://schemas.openxmlformats.org/drawingml/2006/main">
            <a:off x="619125" y="1809750"/>
            <a:ext cx="5334000" cy="3552825"/>
          </a:xfrm>
          <a:prstGeom xmlns:a="http://schemas.openxmlformats.org/drawingml/2006/main" prst="roundRect">
            <a:avLst>
              <a:gd name="adj" fmla="val 2145"/>
            </a:avLst>
          </a:prstGeom>
          <a:solidFill xmlns:a="http://schemas.openxmlformats.org/drawingml/2006/main">
            <a:srgbClr val="EAF3FC"/>
          </a:solidFill>
          <a:ln xmlns:a="http://schemas.openxmlformats.org/drawingml/2006/main" w="12383">
            <a:solidFill>
              <a:srgbClr val="3D709F"/>
            </a:solidFill>
          </a:ln>
        </p:spPr>
      </p:sp>
      <p:sp>
        <p:nvSpPr>
          <p:cNvPr id="6" name="day2-262">
            <a:extLst xmlns:a="http://schemas.openxmlformats.org/drawingml/2006/main">
              <a:ext uri="{FF2B5EF4-FFF2-40B4-BE49-F238E27FC236}">
                <a16:creationId xmlns:a16="http://schemas.microsoft.com/office/drawing/2014/main" id="{88DFA1A9-CC65-4503-93F1-911A34EDC6AC}"/>
              </a:ext>
            </a:extLst>
          </p:cNvPr>
          <p:cNvSpPr>
            <a:spLocks xmlns:a="http://schemas.openxmlformats.org/drawingml/2006/main" noGrp="1"/>
          </p:cNvSpPr>
          <p:nvPr/>
        </p:nvSpPr>
        <p:spPr>
          <a:xfrm xmlns:a="http://schemas.openxmlformats.org/drawingml/2006/main">
            <a:off x="87630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3D709F"/>
                </a:solidFill>
                <a:latin typeface="Arial"/>
                <a:ea typeface="Arial"/>
                <a:cs typeface="Arial"/>
              </a:defRPr>
            </a:defPPr>
            <a:lvl1pPr algn="l">
              <a:defRPr sz="1650" b="1">
                <a:solidFill>
                  <a:srgbClr val="3D709F"/>
                </a:solidFill>
                <a:latin typeface="Arial"/>
                <a:ea typeface="Arial"/>
                <a:cs typeface="Arial"/>
              </a:defRPr>
            </a:lvl1pPr>
            <a:lvl2pPr algn="l">
              <a:defRPr sz="1650" b="1">
                <a:solidFill>
                  <a:srgbClr val="3D709F"/>
                </a:solidFill>
                <a:latin typeface="Arial"/>
                <a:ea typeface="Arial"/>
                <a:cs typeface="Arial"/>
              </a:defRPr>
            </a:lvl2pPr>
            <a:lvl3pPr algn="l">
              <a:defRPr sz="1650" b="1">
                <a:solidFill>
                  <a:srgbClr val="3D709F"/>
                </a:solidFill>
                <a:latin typeface="Arial"/>
                <a:ea typeface="Arial"/>
                <a:cs typeface="Arial"/>
              </a:defRPr>
            </a:lvl3pPr>
            <a:lvl4pPr algn="l">
              <a:defRPr sz="1650" b="1">
                <a:solidFill>
                  <a:srgbClr val="3D709F"/>
                </a:solidFill>
                <a:latin typeface="Arial"/>
                <a:ea typeface="Arial"/>
                <a:cs typeface="Arial"/>
              </a:defRPr>
            </a:lvl4pPr>
            <a:lvl5pPr algn="l">
              <a:defRPr sz="1650" b="1">
                <a:solidFill>
                  <a:srgbClr val="3D709F"/>
                </a:solidFill>
                <a:latin typeface="Arial"/>
                <a:ea typeface="Arial"/>
                <a:cs typeface="Arial"/>
              </a:defRPr>
            </a:lvl5pPr>
            <a:lvl6pPr algn="l">
              <a:defRPr sz="1650" b="1">
                <a:solidFill>
                  <a:srgbClr val="3D709F"/>
                </a:solidFill>
                <a:latin typeface="Arial"/>
                <a:ea typeface="Arial"/>
                <a:cs typeface="Arial"/>
              </a:defRPr>
            </a:lvl6pPr>
            <a:lvl7pPr algn="l">
              <a:defRPr sz="1650" b="1">
                <a:solidFill>
                  <a:srgbClr val="3D709F"/>
                </a:solidFill>
                <a:latin typeface="Arial"/>
                <a:ea typeface="Arial"/>
                <a:cs typeface="Arial"/>
              </a:defRPr>
            </a:lvl7pPr>
            <a:lvl8pPr algn="l">
              <a:defRPr sz="1650" b="1">
                <a:solidFill>
                  <a:srgbClr val="3D709F"/>
                </a:solidFill>
                <a:latin typeface="Arial"/>
                <a:ea typeface="Arial"/>
                <a:cs typeface="Arial"/>
              </a:defRPr>
            </a:lvl8pPr>
            <a:lvl9pPr algn="l">
              <a:defRPr sz="1650" b="1">
                <a:solidFill>
                  <a:srgbClr val="3D709F"/>
                </a:solidFill>
                <a:latin typeface="Arial"/>
                <a:ea typeface="Arial"/>
                <a:cs typeface="Arial"/>
              </a:defRPr>
            </a:lvl9pPr>
          </a:lstStyle>
          <a:p xmlns:a="http://schemas.openxmlformats.org/drawingml/2006/main">
            <a:pPr algn="l">
              <a:defRPr sz="1650" b="1">
                <a:solidFill>
                  <a:srgbClr val="3D709F"/>
                </a:solidFill>
                <a:latin typeface="Arial"/>
                <a:ea typeface="Arial"/>
                <a:cs typeface="Arial"/>
              </a:defRPr>
            </a:pPr>
            <a:r>
              <a:rPr sz="1650" b="1">
                <a:solidFill>
                  <a:srgbClr val="3D709F"/>
                </a:solidFill>
                <a:latin typeface="Arial"/>
                <a:ea typeface="Arial"/>
                <a:cs typeface="Arial"/>
              </a:rPr>
              <a:t>Selected client</a:t>
            </a:r>
          </a:p>
        </p:txBody>
      </p:sp>
      <p:sp>
        <p:nvSpPr>
          <p:cNvPr id="7" name="day2-263">
            <a:extLst xmlns:a="http://schemas.openxmlformats.org/drawingml/2006/main">
              <a:ext uri="{FF2B5EF4-FFF2-40B4-BE49-F238E27FC236}">
                <a16:creationId xmlns:a16="http://schemas.microsoft.com/office/drawing/2014/main" id="{38DF2173-5CD6-4021-9A59-CBA3474C9716}"/>
              </a:ext>
            </a:extLst>
          </p:cNvPr>
          <p:cNvSpPr>
            <a:spLocks xmlns:a="http://schemas.openxmlformats.org/drawingml/2006/main" noGrp="1"/>
          </p:cNvSpPr>
          <p:nvPr/>
        </p:nvSpPr>
        <p:spPr>
          <a:xfrm xmlns:a="http://schemas.openxmlformats.org/drawingml/2006/main">
            <a:off x="87630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clients/cedar/brief.md</a:t>
            </a:r>
          </a:p>
        </p:txBody>
      </p:sp>
      <p:sp>
        <p:nvSpPr>
          <p:cNvPr id="8" name="day2-264">
            <a:extLst xmlns:a="http://schemas.openxmlformats.org/drawingml/2006/main">
              <a:ext uri="{FF2B5EF4-FFF2-40B4-BE49-F238E27FC236}">
                <a16:creationId xmlns:a16="http://schemas.microsoft.com/office/drawing/2014/main" id="{B0A1B7DF-3326-41F9-93C1-4188F2833D81}"/>
              </a:ext>
            </a:extLst>
          </p:cNvPr>
          <p:cNvSpPr>
            <a:spLocks xmlns:a="http://schemas.openxmlformats.org/drawingml/2006/main" noGrp="1"/>
          </p:cNvSpPr>
          <p:nvPr/>
        </p:nvSpPr>
        <p:spPr>
          <a:xfrm xmlns:a="http://schemas.openxmlformats.org/drawingml/2006/main">
            <a:off x="87630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Cedar brief</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Deliverable: launch email draft</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Audience: operations managers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Tone: direct and practical</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No landing-page work in scope</a:t>
            </a:r>
          </a:p>
        </p:txBody>
      </p:sp>
      <p:sp>
        <p:nvSpPr>
          <p:cNvPr id="9" name="day2-265">
            <a:extLst xmlns:a="http://schemas.openxmlformats.org/drawingml/2006/main">
              <a:ext uri="{FF2B5EF4-FFF2-40B4-BE49-F238E27FC236}">
                <a16:creationId xmlns:a16="http://schemas.microsoft.com/office/drawing/2014/main" id="{267FE2A5-A867-45D2-8C8A-6CE444DF4EE9}"/>
              </a:ext>
            </a:extLst>
          </p:cNvPr>
          <p:cNvSpPr>
            <a:spLocks xmlns:a="http://schemas.openxmlformats.org/drawingml/2006/main" noGrp="1"/>
          </p:cNvSpPr>
          <p:nvPr/>
        </p:nvSpPr>
        <p:spPr>
          <a:xfrm xmlns:a="http://schemas.openxmlformats.org/drawingml/2006/main">
            <a:off x="6238875" y="1809750"/>
            <a:ext cx="5334000" cy="3552825"/>
          </a:xfrm>
          <a:prstGeom xmlns:a="http://schemas.openxmlformats.org/drawingml/2006/main" prst="roundRect">
            <a:avLst>
              <a:gd name="adj" fmla="val 2145"/>
            </a:avLst>
          </a:prstGeom>
          <a:solidFill xmlns:a="http://schemas.openxmlformats.org/drawingml/2006/main">
            <a:srgbClr val="EAF3FC"/>
          </a:solidFill>
          <a:ln xmlns:a="http://schemas.openxmlformats.org/drawingml/2006/main" w="12383">
            <a:solidFill>
              <a:srgbClr val="3D709F"/>
            </a:solidFill>
          </a:ln>
        </p:spPr>
      </p:sp>
      <p:sp>
        <p:nvSpPr>
          <p:cNvPr id="10" name="day2-266">
            <a:extLst xmlns:a="http://schemas.openxmlformats.org/drawingml/2006/main">
              <a:ext uri="{FF2B5EF4-FFF2-40B4-BE49-F238E27FC236}">
                <a16:creationId xmlns:a16="http://schemas.microsoft.com/office/drawing/2014/main" id="{CAA950E1-4528-4704-B8D5-BF72B580DCF9}"/>
              </a:ext>
            </a:extLst>
          </p:cNvPr>
          <p:cNvSpPr>
            <a:spLocks xmlns:a="http://schemas.openxmlformats.org/drawingml/2006/main" noGrp="1"/>
          </p:cNvSpPr>
          <p:nvPr/>
        </p:nvSpPr>
        <p:spPr>
          <a:xfrm xmlns:a="http://schemas.openxmlformats.org/drawingml/2006/main">
            <a:off x="649605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3D709F"/>
                </a:solidFill>
                <a:latin typeface="Arial"/>
                <a:ea typeface="Arial"/>
                <a:cs typeface="Arial"/>
              </a:defRPr>
            </a:defPPr>
            <a:lvl1pPr algn="l">
              <a:defRPr sz="1650" b="1">
                <a:solidFill>
                  <a:srgbClr val="3D709F"/>
                </a:solidFill>
                <a:latin typeface="Arial"/>
                <a:ea typeface="Arial"/>
                <a:cs typeface="Arial"/>
              </a:defRPr>
            </a:lvl1pPr>
            <a:lvl2pPr algn="l">
              <a:defRPr sz="1650" b="1">
                <a:solidFill>
                  <a:srgbClr val="3D709F"/>
                </a:solidFill>
                <a:latin typeface="Arial"/>
                <a:ea typeface="Arial"/>
                <a:cs typeface="Arial"/>
              </a:defRPr>
            </a:lvl2pPr>
            <a:lvl3pPr algn="l">
              <a:defRPr sz="1650" b="1">
                <a:solidFill>
                  <a:srgbClr val="3D709F"/>
                </a:solidFill>
                <a:latin typeface="Arial"/>
                <a:ea typeface="Arial"/>
                <a:cs typeface="Arial"/>
              </a:defRPr>
            </a:lvl3pPr>
            <a:lvl4pPr algn="l">
              <a:defRPr sz="1650" b="1">
                <a:solidFill>
                  <a:srgbClr val="3D709F"/>
                </a:solidFill>
                <a:latin typeface="Arial"/>
                <a:ea typeface="Arial"/>
                <a:cs typeface="Arial"/>
              </a:defRPr>
            </a:lvl4pPr>
            <a:lvl5pPr algn="l">
              <a:defRPr sz="1650" b="1">
                <a:solidFill>
                  <a:srgbClr val="3D709F"/>
                </a:solidFill>
                <a:latin typeface="Arial"/>
                <a:ea typeface="Arial"/>
                <a:cs typeface="Arial"/>
              </a:defRPr>
            </a:lvl5pPr>
            <a:lvl6pPr algn="l">
              <a:defRPr sz="1650" b="1">
                <a:solidFill>
                  <a:srgbClr val="3D709F"/>
                </a:solidFill>
                <a:latin typeface="Arial"/>
                <a:ea typeface="Arial"/>
                <a:cs typeface="Arial"/>
              </a:defRPr>
            </a:lvl6pPr>
            <a:lvl7pPr algn="l">
              <a:defRPr sz="1650" b="1">
                <a:solidFill>
                  <a:srgbClr val="3D709F"/>
                </a:solidFill>
                <a:latin typeface="Arial"/>
                <a:ea typeface="Arial"/>
                <a:cs typeface="Arial"/>
              </a:defRPr>
            </a:lvl7pPr>
            <a:lvl8pPr algn="l">
              <a:defRPr sz="1650" b="1">
                <a:solidFill>
                  <a:srgbClr val="3D709F"/>
                </a:solidFill>
                <a:latin typeface="Arial"/>
                <a:ea typeface="Arial"/>
                <a:cs typeface="Arial"/>
              </a:defRPr>
            </a:lvl8pPr>
            <a:lvl9pPr algn="l">
              <a:defRPr sz="1650" b="1">
                <a:solidFill>
                  <a:srgbClr val="3D709F"/>
                </a:solidFill>
                <a:latin typeface="Arial"/>
                <a:ea typeface="Arial"/>
                <a:cs typeface="Arial"/>
              </a:defRPr>
            </a:lvl9pPr>
          </a:lstStyle>
          <a:p xmlns:a="http://schemas.openxmlformats.org/drawingml/2006/main">
            <a:pPr algn="l">
              <a:defRPr sz="1650" b="1">
                <a:solidFill>
                  <a:srgbClr val="3D709F"/>
                </a:solidFill>
                <a:latin typeface="Arial"/>
                <a:ea typeface="Arial"/>
                <a:cs typeface="Arial"/>
              </a:defRPr>
            </a:pPr>
            <a:r>
              <a:rPr sz="1650" b="1">
                <a:solidFill>
                  <a:srgbClr val="3D709F"/>
                </a:solidFill>
                <a:latin typeface="Arial"/>
                <a:ea typeface="Arial"/>
                <a:cs typeface="Arial"/>
              </a:rPr>
              <a:t>Other client, separate</a:t>
            </a:r>
          </a:p>
        </p:txBody>
      </p:sp>
      <p:sp>
        <p:nvSpPr>
          <p:cNvPr id="11" name="day2-267">
            <a:extLst xmlns:a="http://schemas.openxmlformats.org/drawingml/2006/main">
              <a:ext uri="{FF2B5EF4-FFF2-40B4-BE49-F238E27FC236}">
                <a16:creationId xmlns:a16="http://schemas.microsoft.com/office/drawing/2014/main" id="{FB03324B-D09C-4377-BA3B-CB0D68C78C5A}"/>
              </a:ext>
            </a:extLst>
          </p:cNvPr>
          <p:cNvSpPr>
            <a:spLocks xmlns:a="http://schemas.openxmlformats.org/drawingml/2006/main" noGrp="1"/>
          </p:cNvSpPr>
          <p:nvPr/>
        </p:nvSpPr>
        <p:spPr>
          <a:xfrm xmlns:a="http://schemas.openxmlformats.org/drawingml/2006/main">
            <a:off x="649605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clients/birch/brief.md</a:t>
            </a:r>
          </a:p>
        </p:txBody>
      </p:sp>
      <p:sp>
        <p:nvSpPr>
          <p:cNvPr id="12" name="day2-268">
            <a:extLst xmlns:a="http://schemas.openxmlformats.org/drawingml/2006/main">
              <a:ext uri="{FF2B5EF4-FFF2-40B4-BE49-F238E27FC236}">
                <a16:creationId xmlns:a16="http://schemas.microsoft.com/office/drawing/2014/main" id="{5A2A9CD0-3C80-4337-97C7-81545D7230B4}"/>
              </a:ext>
            </a:extLst>
          </p:cNvPr>
          <p:cNvSpPr>
            <a:spLocks xmlns:a="http://schemas.openxmlformats.org/drawingml/2006/main" noGrp="1"/>
          </p:cNvSpPr>
          <p:nvPr/>
        </p:nvSpPr>
        <p:spPr>
          <a:xfrm xmlns:a="http://schemas.openxmlformats.org/drawingml/2006/main">
            <a:off x="649605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Birch brief</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Deliverable: webinar outline</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Audience: independent designers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Tone: informal and encouraging</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Exclude from the Cedar task</a:t>
            </a:r>
          </a:p>
        </p:txBody>
      </p:sp>
      <p:sp>
        <p:nvSpPr>
          <p:cNvPr id="13" name="day2-269">
            <a:extLst xmlns:a="http://schemas.openxmlformats.org/drawingml/2006/main">
              <a:ext uri="{FF2B5EF4-FFF2-40B4-BE49-F238E27FC236}">
                <a16:creationId xmlns:a16="http://schemas.microsoft.com/office/drawing/2014/main" id="{1DB7E85A-92DB-4116-8684-BACEA62F4E34}"/>
              </a:ext>
            </a:extLst>
          </p:cNvPr>
          <p:cNvSpPr>
            <a:spLocks xmlns:a="http://schemas.openxmlformats.org/drawingml/2006/main" noGrp="1"/>
          </p:cNvSpPr>
          <p:nvPr/>
        </p:nvSpPr>
        <p:spPr>
          <a:xfrm xmlns:a="http://schemas.openxmlformats.org/drawingml/2006/main">
            <a:off x="619125" y="583882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AC6154"/>
                </a:solidFill>
                <a:latin typeface="Arial"/>
                <a:ea typeface="Arial"/>
                <a:cs typeface="Arial"/>
              </a:defRPr>
            </a:defPPr>
            <a:lvl1pPr algn="l">
              <a:defRPr sz="1950" b="0">
                <a:solidFill>
                  <a:srgbClr val="AC6154"/>
                </a:solidFill>
                <a:latin typeface="Arial"/>
                <a:ea typeface="Arial"/>
                <a:cs typeface="Arial"/>
              </a:defRPr>
            </a:lvl1pPr>
            <a:lvl2pPr algn="l">
              <a:defRPr sz="1950" b="0">
                <a:solidFill>
                  <a:srgbClr val="AC6154"/>
                </a:solidFill>
                <a:latin typeface="Arial"/>
                <a:ea typeface="Arial"/>
                <a:cs typeface="Arial"/>
              </a:defRPr>
            </a:lvl2pPr>
            <a:lvl3pPr algn="l">
              <a:defRPr sz="1950" b="0">
                <a:solidFill>
                  <a:srgbClr val="AC6154"/>
                </a:solidFill>
                <a:latin typeface="Arial"/>
                <a:ea typeface="Arial"/>
                <a:cs typeface="Arial"/>
              </a:defRPr>
            </a:lvl3pPr>
            <a:lvl4pPr algn="l">
              <a:defRPr sz="1950" b="0">
                <a:solidFill>
                  <a:srgbClr val="AC6154"/>
                </a:solidFill>
                <a:latin typeface="Arial"/>
                <a:ea typeface="Arial"/>
                <a:cs typeface="Arial"/>
              </a:defRPr>
            </a:lvl4pPr>
            <a:lvl5pPr algn="l">
              <a:defRPr sz="1950" b="0">
                <a:solidFill>
                  <a:srgbClr val="AC6154"/>
                </a:solidFill>
                <a:latin typeface="Arial"/>
                <a:ea typeface="Arial"/>
                <a:cs typeface="Arial"/>
              </a:defRPr>
            </a:lvl5pPr>
            <a:lvl6pPr algn="l">
              <a:defRPr sz="1950" b="0">
                <a:solidFill>
                  <a:srgbClr val="AC6154"/>
                </a:solidFill>
                <a:latin typeface="Arial"/>
                <a:ea typeface="Arial"/>
                <a:cs typeface="Arial"/>
              </a:defRPr>
            </a:lvl6pPr>
            <a:lvl7pPr algn="l">
              <a:defRPr sz="1950" b="0">
                <a:solidFill>
                  <a:srgbClr val="AC6154"/>
                </a:solidFill>
                <a:latin typeface="Arial"/>
                <a:ea typeface="Arial"/>
                <a:cs typeface="Arial"/>
              </a:defRPr>
            </a:lvl7pPr>
            <a:lvl8pPr algn="l">
              <a:defRPr sz="1950" b="0">
                <a:solidFill>
                  <a:srgbClr val="AC6154"/>
                </a:solidFill>
                <a:latin typeface="Arial"/>
                <a:ea typeface="Arial"/>
                <a:cs typeface="Arial"/>
              </a:defRPr>
            </a:lvl8pPr>
            <a:lvl9pPr algn="l">
              <a:defRPr sz="1950" b="0">
                <a:solidFill>
                  <a:srgbClr val="AC6154"/>
                </a:solidFill>
                <a:latin typeface="Arial"/>
                <a:ea typeface="Arial"/>
                <a:cs typeface="Arial"/>
              </a:defRPr>
            </a:lvl9pPr>
          </a:lstStyle>
          <a:p xmlns:a="http://schemas.openxmlformats.org/drawingml/2006/main">
            <a:pPr algn="l">
              <a:defRPr sz="1950" b="0">
                <a:solidFill>
                  <a:srgbClr val="AC6154"/>
                </a:solidFill>
                <a:latin typeface="Arial"/>
                <a:ea typeface="Arial"/>
                <a:cs typeface="Arial"/>
              </a:defRPr>
            </a:pPr>
            <a:r>
              <a:rPr sz="1950" b="0">
                <a:solidFill>
                  <a:srgbClr val="AC6154"/>
                </a:solidFill>
                <a:latin typeface="Arial"/>
                <a:ea typeface="Arial"/>
                <a:cs typeface="Arial"/>
              </a:rPr>
              <a:t>What would reveal that Client A leaked into Client B?</a:t>
            </a:r>
          </a:p>
        </p:txBody>
      </p:sp>
    </p:spTree>
    <p:extLst>
      <p:ext uri="{BB962C8B-B14F-4D97-AF65-F5344CB8AC3E}">
        <p14:creationId xmlns:p14="http://schemas.microsoft.com/office/powerpoint/2010/main" val="62980248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A7072077-7A1A-47F1-8213-90697EE0BD9D}"/>
              </a:ext>
            </a:extLst>
          </p:cNvPr>
          <p:cNvCxnSpPr>
            <a:stCxn xmlns:a="http://schemas.openxmlformats.org/drawingml/2006/main" id="24" idx="2"/>
            <a:endCxn xmlns:a="http://schemas.openxmlformats.org/drawingml/2006/main" id="26" idx="0"/>
          </p:cNvCxnSpPr>
          <p:nvPr/>
        </p:nvCxnSpPr>
        <p:spPr>
          <a:xfrm xmlns:a="http://schemas.openxmlformats.org/drawingml/2006/main">
            <a:off x="9936004" y="3903345"/>
            <a:ext cx="0" cy="528638"/>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3" name="">
            <a:extLst xmlns:a="http://schemas.openxmlformats.org/drawingml/2006/main">
              <a:ext uri="{FF2B5EF4-FFF2-40B4-BE49-F238E27FC236}">
                <a16:creationId xmlns:a16="http://schemas.microsoft.com/office/drawing/2014/main" id="{F7F8F8FB-B725-4053-89F0-68865D39C4C7}"/>
              </a:ext>
            </a:extLst>
          </p:cNvPr>
          <p:cNvCxnSpPr>
            <a:stCxn xmlns:a="http://schemas.openxmlformats.org/drawingml/2006/main" id="22" idx="3"/>
            <a:endCxn xmlns:a="http://schemas.openxmlformats.org/drawingml/2006/main" id="24" idx="1"/>
          </p:cNvCxnSpPr>
          <p:nvPr/>
        </p:nvCxnSpPr>
        <p:spPr>
          <a:xfrm xmlns:a="http://schemas.openxmlformats.org/drawingml/2006/main" flipV="1">
            <a:off x="7764780" y="3233738"/>
            <a:ext cx="671513" cy="740093"/>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cxnSp>
        <p:nvCxnSpPr>
          <p:cNvPr id="32" name="">
            <a:extLst xmlns:a="http://schemas.openxmlformats.org/drawingml/2006/main">
              <a:ext uri="{FF2B5EF4-FFF2-40B4-BE49-F238E27FC236}">
                <a16:creationId xmlns:a16="http://schemas.microsoft.com/office/drawing/2014/main" id="{75E29FBB-BB5A-4FFE-85F2-9E6785ECD29C}"/>
              </a:ext>
            </a:extLst>
          </p:cNvPr>
          <p:cNvCxnSpPr>
            <a:stCxn xmlns:a="http://schemas.openxmlformats.org/drawingml/2006/main" id="28" idx="3"/>
            <a:endCxn xmlns:a="http://schemas.openxmlformats.org/drawingml/2006/main" id="22" idx="1"/>
          </p:cNvCxnSpPr>
          <p:nvPr/>
        </p:nvCxnSpPr>
        <p:spPr>
          <a:xfrm xmlns:a="http://schemas.openxmlformats.org/drawingml/2006/main" flipV="1">
            <a:off x="2885123" y="3973831"/>
            <a:ext cx="671512" cy="881062"/>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cxnSp>
        <p:nvCxnSpPr>
          <p:cNvPr id="31" name="">
            <a:extLst xmlns:a="http://schemas.openxmlformats.org/drawingml/2006/main">
              <a:ext uri="{FF2B5EF4-FFF2-40B4-BE49-F238E27FC236}">
                <a16:creationId xmlns:a16="http://schemas.microsoft.com/office/drawing/2014/main" id="{8372BA8A-3DC4-4B7B-95A4-D85CF0C45243}"/>
              </a:ext>
            </a:extLst>
          </p:cNvPr>
          <p:cNvCxnSpPr>
            <a:stCxn xmlns:a="http://schemas.openxmlformats.org/drawingml/2006/main" id="20" idx="2"/>
            <a:endCxn xmlns:a="http://schemas.openxmlformats.org/drawingml/2006/main" id="22" idx="0"/>
          </p:cNvCxnSpPr>
          <p:nvPr/>
        </p:nvCxnSpPr>
        <p:spPr>
          <a:xfrm xmlns:a="http://schemas.openxmlformats.org/drawingml/2006/main">
            <a:off x="5660708" y="3233738"/>
            <a:ext cx="0" cy="281940"/>
          </a:xfrm>
          <a:prstGeom xmlns:a="http://schemas.openxmlformats.org/drawingml/2006/main" prst="straightConnector1">
            <a:avLst/>
          </a:prstGeom>
          <a:ln xmlns:a="http://schemas.openxmlformats.org/drawingml/2006/main" w="14288">
            <a:solidFill>
              <a:srgbClr val="687B91"/>
            </a:solidFill>
            <a:tailEnd type="arrow" w="sm" len="sm"/>
          </a:ln>
        </p:spPr>
      </p:cxnSp>
      <p:cxnSp>
        <p:nvCxnSpPr>
          <p:cNvPr id="30" name="">
            <a:extLst xmlns:a="http://schemas.openxmlformats.org/drawingml/2006/main">
              <a:ext uri="{FF2B5EF4-FFF2-40B4-BE49-F238E27FC236}">
                <a16:creationId xmlns:a16="http://schemas.microsoft.com/office/drawing/2014/main" id="{B0A5192C-C2CB-4146-92AA-0BB520879D4F}"/>
              </a:ext>
            </a:extLst>
          </p:cNvPr>
          <p:cNvCxnSpPr>
            <a:stCxn xmlns:a="http://schemas.openxmlformats.org/drawingml/2006/main" id="18" idx="3"/>
            <a:endCxn xmlns:a="http://schemas.openxmlformats.org/drawingml/2006/main" id="22" idx="1"/>
          </p:cNvCxnSpPr>
          <p:nvPr/>
        </p:nvCxnSpPr>
        <p:spPr>
          <a:xfrm xmlns:a="http://schemas.openxmlformats.org/drawingml/2006/main">
            <a:off x="2885123" y="3233738"/>
            <a:ext cx="671512" cy="740093"/>
          </a:xfrm>
          <a:prstGeom xmlns:a="http://schemas.openxmlformats.org/drawingml/2006/main" prst="bentConnector3">
            <a:avLst>
              <a:gd name="adj1" fmla="val 50000"/>
            </a:avLst>
          </a:prstGeom>
          <a:ln xmlns:a="http://schemas.openxmlformats.org/drawingml/2006/main" w="14288">
            <a:solidFill>
              <a:srgbClr val="687B91"/>
            </a:solidFill>
            <a:tailEnd type="arrow" w="sm" len="sm"/>
          </a:ln>
        </p:spPr>
      </p:cxnSp>
      <p:sp>
        <p:nvSpPr>
          <p:cNvPr id="36" name="day2-270">
            <a:extLst xmlns:a="http://schemas.openxmlformats.org/drawingml/2006/main">
              <a:ext uri="{FF2B5EF4-FFF2-40B4-BE49-F238E27FC236}">
                <a16:creationId xmlns:a16="http://schemas.microsoft.com/office/drawing/2014/main" id="{273F622F-474C-4515-A444-D73DEA8C0663}"/>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An employee onboarding system</a:t>
            </a:r>
          </a:p>
        </p:txBody>
      </p:sp>
      <p:sp>
        <p:nvSpPr>
          <p:cNvPr id="2" name="day2-271">
            <a:extLst xmlns:a="http://schemas.openxmlformats.org/drawingml/2006/main">
              <a:ext uri="{FF2B5EF4-FFF2-40B4-BE49-F238E27FC236}">
                <a16:creationId xmlns:a16="http://schemas.microsoft.com/office/drawing/2014/main" id="{ACCD7611-E668-4EF2-8247-53E3F7761727}"/>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272">
            <a:extLst xmlns:a="http://schemas.openxmlformats.org/drawingml/2006/main">
              <a:ext uri="{FF2B5EF4-FFF2-40B4-BE49-F238E27FC236}">
                <a16:creationId xmlns:a16="http://schemas.microsoft.com/office/drawing/2014/main" id="{7A47D711-6A7E-453E-BD0D-5DCF63342A81}"/>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15</a:t>
            </a:r>
          </a:p>
        </p:txBody>
      </p:sp>
      <p:sp>
        <p:nvSpPr>
          <p:cNvPr id="4" name="day2-273">
            <a:extLst xmlns:a="http://schemas.openxmlformats.org/drawingml/2006/main">
              <a:ext uri="{FF2B5EF4-FFF2-40B4-BE49-F238E27FC236}">
                <a16:creationId xmlns:a16="http://schemas.microsoft.com/office/drawing/2014/main" id="{3B429E08-E314-4BC6-995C-6C2316471B73}"/>
              </a:ext>
            </a:extLst>
          </p:cNvPr>
          <p:cNvSpPr>
            <a:spLocks xmlns:a="http://schemas.openxmlformats.org/drawingml/2006/main" noGrp="1"/>
          </p:cNvSpPr>
          <p:nvPr/>
        </p:nvSpPr>
        <p:spPr>
          <a:xfrm xmlns:a="http://schemas.openxmlformats.org/drawingml/2006/main">
            <a:off x="619125" y="1000125"/>
            <a:ext cx="895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HR prepares an onboarding plan from approved policy and a role brief</a:t>
            </a:r>
          </a:p>
        </p:txBody>
      </p:sp>
      <p:pic>
        <p:nvPicPr>
          <p:cNvPr id="5" name="">
            <a:extLst xmlns:a="http://schemas.openxmlformats.org/drawingml/2006/main">
              <a:ext uri="{FF2B5EF4-FFF2-40B4-BE49-F238E27FC236}">
                <a16:creationId xmlns:a16="http://schemas.microsoft.com/office/drawing/2014/main" id="{242BB33B-52D5-41F7-A092-DB3B60793A1E}"/>
              </a:ext>
            </a:extLst>
          </p:cNvPr>
          <p:cNvPicPr>
            <a:picLocks xmlns:a="http://schemas.openxmlformats.org/drawingml/2006/main" noChangeAspect="1"/>
          </p:cNvPicPr>
          <p:nvPr/>
        </p:nvPicPr>
        <p:blipFill>
          <a:blip xmlns:r="http://schemas.openxmlformats.org/officeDocument/2006/relationships" xmlns:a="http://schemas.openxmlformats.org/drawingml/2006/main" r:embed="R36a25f4c45f94e76"/>
          <a:stretch xmlns:a="http://schemas.openxmlformats.org/drawingml/2006/main"/>
        </p:blipFill>
        <p:spPr>
          <a:xfrm xmlns:a="http://schemas.openxmlformats.org/drawingml/2006/main">
            <a:off x="9715500" y="963613"/>
            <a:ext cx="1952625" cy="1301750"/>
          </a:xfrm>
          <a:prstGeom xmlns:a="http://schemas.openxmlformats.org/drawingml/2006/main" prst="rect">
            <a:avLst/>
          </a:prstGeom>
        </p:spPr>
      </p:pic>
      <p:sp>
        <p:nvSpPr>
          <p:cNvPr id="6" name="day2-274">
            <a:extLst xmlns:a="http://schemas.openxmlformats.org/drawingml/2006/main">
              <a:ext uri="{FF2B5EF4-FFF2-40B4-BE49-F238E27FC236}">
                <a16:creationId xmlns:a16="http://schemas.microsoft.com/office/drawing/2014/main" id="{43A339EF-78D6-467E-8E10-1FBFF12E2555}"/>
              </a:ext>
            </a:extLst>
          </p:cNvPr>
          <p:cNvSpPr>
            <a:spLocks xmlns:a="http://schemas.openxmlformats.org/drawingml/2006/main" noGrp="1"/>
          </p:cNvSpPr>
          <p:nvPr/>
        </p:nvSpPr>
        <p:spPr>
          <a:xfrm xmlns:a="http://schemas.openxmlformats.org/drawingml/2006/main">
            <a:off x="619125" y="1847850"/>
            <a:ext cx="95250" cy="95250"/>
          </a:xfrm>
          <a:prstGeom xmlns:a="http://schemas.openxmlformats.org/drawingml/2006/main" prst="rect">
            <a:avLst/>
          </a:prstGeom>
          <a:solidFill xmlns:a="http://schemas.openxmlformats.org/drawingml/2006/main">
            <a:srgbClr val="3D709F"/>
          </a:solidFill>
          <a:ln xmlns:a="http://schemas.openxmlformats.org/drawingml/2006/main" w="0">
            <a:noFill/>
          </a:ln>
        </p:spPr>
      </p:sp>
      <p:sp>
        <p:nvSpPr>
          <p:cNvPr id="7" name="day2-275">
            <a:extLst xmlns:a="http://schemas.openxmlformats.org/drawingml/2006/main">
              <a:ext uri="{FF2B5EF4-FFF2-40B4-BE49-F238E27FC236}">
                <a16:creationId xmlns:a16="http://schemas.microsoft.com/office/drawing/2014/main" id="{803C4AB9-0836-45FD-A4DA-03397E5AB425}"/>
              </a:ext>
            </a:extLst>
          </p:cNvPr>
          <p:cNvSpPr>
            <a:spLocks xmlns:a="http://schemas.openxmlformats.org/drawingml/2006/main" noGrp="1"/>
          </p:cNvSpPr>
          <p:nvPr/>
        </p:nvSpPr>
        <p:spPr>
          <a:xfrm xmlns:a="http://schemas.openxmlformats.org/drawingml/2006/main">
            <a:off x="8001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D709F"/>
                </a:solidFill>
                <a:latin typeface="Arial"/>
                <a:ea typeface="Arial"/>
                <a:cs typeface="Arial"/>
              </a:defRPr>
            </a:defPPr>
            <a:lvl1pPr algn="l">
              <a:defRPr sz="1425" b="0">
                <a:solidFill>
                  <a:srgbClr val="3D709F"/>
                </a:solidFill>
                <a:latin typeface="Arial"/>
                <a:ea typeface="Arial"/>
                <a:cs typeface="Arial"/>
              </a:defRPr>
            </a:lvl1pPr>
            <a:lvl2pPr algn="l">
              <a:defRPr sz="1425" b="0">
                <a:solidFill>
                  <a:srgbClr val="3D709F"/>
                </a:solidFill>
                <a:latin typeface="Arial"/>
                <a:ea typeface="Arial"/>
                <a:cs typeface="Arial"/>
              </a:defRPr>
            </a:lvl2pPr>
            <a:lvl3pPr algn="l">
              <a:defRPr sz="1425" b="0">
                <a:solidFill>
                  <a:srgbClr val="3D709F"/>
                </a:solidFill>
                <a:latin typeface="Arial"/>
                <a:ea typeface="Arial"/>
                <a:cs typeface="Arial"/>
              </a:defRPr>
            </a:lvl3pPr>
            <a:lvl4pPr algn="l">
              <a:defRPr sz="1425" b="0">
                <a:solidFill>
                  <a:srgbClr val="3D709F"/>
                </a:solidFill>
                <a:latin typeface="Arial"/>
                <a:ea typeface="Arial"/>
                <a:cs typeface="Arial"/>
              </a:defRPr>
            </a:lvl4pPr>
            <a:lvl5pPr algn="l">
              <a:defRPr sz="1425" b="0">
                <a:solidFill>
                  <a:srgbClr val="3D709F"/>
                </a:solidFill>
                <a:latin typeface="Arial"/>
                <a:ea typeface="Arial"/>
                <a:cs typeface="Arial"/>
              </a:defRPr>
            </a:lvl5pPr>
            <a:lvl6pPr algn="l">
              <a:defRPr sz="1425" b="0">
                <a:solidFill>
                  <a:srgbClr val="3D709F"/>
                </a:solidFill>
                <a:latin typeface="Arial"/>
                <a:ea typeface="Arial"/>
                <a:cs typeface="Arial"/>
              </a:defRPr>
            </a:lvl6pPr>
            <a:lvl7pPr algn="l">
              <a:defRPr sz="1425" b="0">
                <a:solidFill>
                  <a:srgbClr val="3D709F"/>
                </a:solidFill>
                <a:latin typeface="Arial"/>
                <a:ea typeface="Arial"/>
                <a:cs typeface="Arial"/>
              </a:defRPr>
            </a:lvl7pPr>
            <a:lvl8pPr algn="l">
              <a:defRPr sz="1425" b="0">
                <a:solidFill>
                  <a:srgbClr val="3D709F"/>
                </a:solidFill>
                <a:latin typeface="Arial"/>
                <a:ea typeface="Arial"/>
                <a:cs typeface="Arial"/>
              </a:defRPr>
            </a:lvl8pPr>
            <a:lvl9pPr algn="l">
              <a:defRPr sz="1425" b="0">
                <a:solidFill>
                  <a:srgbClr val="3D709F"/>
                </a:solidFill>
                <a:latin typeface="Arial"/>
                <a:ea typeface="Arial"/>
                <a:cs typeface="Arial"/>
              </a:defRPr>
            </a:lvl9pPr>
          </a:lstStyle>
          <a:p xmlns:a="http://schemas.openxmlformats.org/drawingml/2006/main">
            <a:pPr algn="l">
              <a:defRPr sz="1425" b="0">
                <a:solidFill>
                  <a:srgbClr val="3D709F"/>
                </a:solidFill>
                <a:latin typeface="Arial"/>
                <a:ea typeface="Arial"/>
                <a:cs typeface="Arial"/>
              </a:defRPr>
            </a:pPr>
            <a:r>
              <a:rPr sz="1425" b="0">
                <a:solidFill>
                  <a:srgbClr val="3D709F"/>
                </a:solidFill>
                <a:latin typeface="Arial"/>
                <a:ea typeface="Arial"/>
                <a:cs typeface="Arial"/>
              </a:rPr>
              <a:t>Inputs</a:t>
            </a:r>
          </a:p>
        </p:txBody>
      </p:sp>
      <p:sp>
        <p:nvSpPr>
          <p:cNvPr id="8" name="day2-276">
            <a:extLst xmlns:a="http://schemas.openxmlformats.org/drawingml/2006/main">
              <a:ext uri="{FF2B5EF4-FFF2-40B4-BE49-F238E27FC236}">
                <a16:creationId xmlns:a16="http://schemas.microsoft.com/office/drawing/2014/main" id="{59089B3E-851F-4871-ABDB-1C3FF67F99DD}"/>
              </a:ext>
            </a:extLst>
          </p:cNvPr>
          <p:cNvSpPr>
            <a:spLocks xmlns:a="http://schemas.openxmlformats.org/drawingml/2006/main" noGrp="1"/>
          </p:cNvSpPr>
          <p:nvPr/>
        </p:nvSpPr>
        <p:spPr>
          <a:xfrm xmlns:a="http://schemas.openxmlformats.org/drawingml/2006/main">
            <a:off x="2124075" y="1847850"/>
            <a:ext cx="95250" cy="95250"/>
          </a:xfrm>
          <a:prstGeom xmlns:a="http://schemas.openxmlformats.org/drawingml/2006/main" prst="rect">
            <a:avLst/>
          </a:prstGeom>
          <a:solidFill xmlns:a="http://schemas.openxmlformats.org/drawingml/2006/main">
            <a:srgbClr val="7360A1"/>
          </a:solidFill>
          <a:ln xmlns:a="http://schemas.openxmlformats.org/drawingml/2006/main" w="0">
            <a:noFill/>
          </a:ln>
        </p:spPr>
      </p:sp>
      <p:sp>
        <p:nvSpPr>
          <p:cNvPr id="9" name="day2-277">
            <a:extLst xmlns:a="http://schemas.openxmlformats.org/drawingml/2006/main">
              <a:ext uri="{FF2B5EF4-FFF2-40B4-BE49-F238E27FC236}">
                <a16:creationId xmlns:a16="http://schemas.microsoft.com/office/drawing/2014/main" id="{D4D21705-6ACE-4F84-896F-2CAD7E3079F7}"/>
              </a:ext>
            </a:extLst>
          </p:cNvPr>
          <p:cNvSpPr>
            <a:spLocks xmlns:a="http://schemas.openxmlformats.org/drawingml/2006/main" noGrp="1"/>
          </p:cNvSpPr>
          <p:nvPr/>
        </p:nvSpPr>
        <p:spPr>
          <a:xfrm xmlns:a="http://schemas.openxmlformats.org/drawingml/2006/main">
            <a:off x="23050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7360A1"/>
                </a:solidFill>
                <a:latin typeface="Arial"/>
                <a:ea typeface="Arial"/>
                <a:cs typeface="Arial"/>
              </a:defRPr>
            </a:defPPr>
            <a:lvl1pPr algn="l">
              <a:defRPr sz="1425" b="0">
                <a:solidFill>
                  <a:srgbClr val="7360A1"/>
                </a:solidFill>
                <a:latin typeface="Arial"/>
                <a:ea typeface="Arial"/>
                <a:cs typeface="Arial"/>
              </a:defRPr>
            </a:lvl1pPr>
            <a:lvl2pPr algn="l">
              <a:defRPr sz="1425" b="0">
                <a:solidFill>
                  <a:srgbClr val="7360A1"/>
                </a:solidFill>
                <a:latin typeface="Arial"/>
                <a:ea typeface="Arial"/>
                <a:cs typeface="Arial"/>
              </a:defRPr>
            </a:lvl2pPr>
            <a:lvl3pPr algn="l">
              <a:defRPr sz="1425" b="0">
                <a:solidFill>
                  <a:srgbClr val="7360A1"/>
                </a:solidFill>
                <a:latin typeface="Arial"/>
                <a:ea typeface="Arial"/>
                <a:cs typeface="Arial"/>
              </a:defRPr>
            </a:lvl3pPr>
            <a:lvl4pPr algn="l">
              <a:defRPr sz="1425" b="0">
                <a:solidFill>
                  <a:srgbClr val="7360A1"/>
                </a:solidFill>
                <a:latin typeface="Arial"/>
                <a:ea typeface="Arial"/>
                <a:cs typeface="Arial"/>
              </a:defRPr>
            </a:lvl4pPr>
            <a:lvl5pPr algn="l">
              <a:defRPr sz="1425" b="0">
                <a:solidFill>
                  <a:srgbClr val="7360A1"/>
                </a:solidFill>
                <a:latin typeface="Arial"/>
                <a:ea typeface="Arial"/>
                <a:cs typeface="Arial"/>
              </a:defRPr>
            </a:lvl5pPr>
            <a:lvl6pPr algn="l">
              <a:defRPr sz="1425" b="0">
                <a:solidFill>
                  <a:srgbClr val="7360A1"/>
                </a:solidFill>
                <a:latin typeface="Arial"/>
                <a:ea typeface="Arial"/>
                <a:cs typeface="Arial"/>
              </a:defRPr>
            </a:lvl6pPr>
            <a:lvl7pPr algn="l">
              <a:defRPr sz="1425" b="0">
                <a:solidFill>
                  <a:srgbClr val="7360A1"/>
                </a:solidFill>
                <a:latin typeface="Arial"/>
                <a:ea typeface="Arial"/>
                <a:cs typeface="Arial"/>
              </a:defRPr>
            </a:lvl7pPr>
            <a:lvl8pPr algn="l">
              <a:defRPr sz="1425" b="0">
                <a:solidFill>
                  <a:srgbClr val="7360A1"/>
                </a:solidFill>
                <a:latin typeface="Arial"/>
                <a:ea typeface="Arial"/>
                <a:cs typeface="Arial"/>
              </a:defRPr>
            </a:lvl8pPr>
            <a:lvl9pPr algn="l">
              <a:defRPr sz="1425" b="0">
                <a:solidFill>
                  <a:srgbClr val="7360A1"/>
                </a:solidFill>
                <a:latin typeface="Arial"/>
                <a:ea typeface="Arial"/>
                <a:cs typeface="Arial"/>
              </a:defRPr>
            </a:lvl9pPr>
          </a:lstStyle>
          <a:p xmlns:a="http://schemas.openxmlformats.org/drawingml/2006/main">
            <a:pPr algn="l">
              <a:defRPr sz="1425" b="0">
                <a:solidFill>
                  <a:srgbClr val="7360A1"/>
                </a:solidFill>
                <a:latin typeface="Arial"/>
                <a:ea typeface="Arial"/>
                <a:cs typeface="Arial"/>
              </a:defRPr>
            </a:pPr>
            <a:r>
              <a:rPr sz="1425" b="0">
                <a:solidFill>
                  <a:srgbClr val="7360A1"/>
                </a:solidFill>
                <a:latin typeface="Arial"/>
                <a:ea typeface="Arial"/>
                <a:cs typeface="Arial"/>
              </a:rPr>
              <a:t>Rules</a:t>
            </a:r>
          </a:p>
        </p:txBody>
      </p:sp>
      <p:sp>
        <p:nvSpPr>
          <p:cNvPr id="10" name="day2-278">
            <a:extLst xmlns:a="http://schemas.openxmlformats.org/drawingml/2006/main">
              <a:ext uri="{FF2B5EF4-FFF2-40B4-BE49-F238E27FC236}">
                <a16:creationId xmlns:a16="http://schemas.microsoft.com/office/drawing/2014/main" id="{9CFDC566-F7EF-47C2-8D77-B297BBAD3AB1}"/>
              </a:ext>
            </a:extLst>
          </p:cNvPr>
          <p:cNvSpPr>
            <a:spLocks xmlns:a="http://schemas.openxmlformats.org/drawingml/2006/main" noGrp="1"/>
          </p:cNvSpPr>
          <p:nvPr/>
        </p:nvSpPr>
        <p:spPr>
          <a:xfrm xmlns:a="http://schemas.openxmlformats.org/drawingml/2006/main">
            <a:off x="3629025" y="1847850"/>
            <a:ext cx="95250" cy="95250"/>
          </a:xfrm>
          <a:prstGeom xmlns:a="http://schemas.openxmlformats.org/drawingml/2006/main" prst="rect">
            <a:avLst/>
          </a:prstGeom>
          <a:solidFill xmlns:a="http://schemas.openxmlformats.org/drawingml/2006/main">
            <a:srgbClr val="9D752B"/>
          </a:solidFill>
          <a:ln xmlns:a="http://schemas.openxmlformats.org/drawingml/2006/main" w="0">
            <a:noFill/>
          </a:ln>
        </p:spPr>
      </p:sp>
      <p:sp>
        <p:nvSpPr>
          <p:cNvPr id="11" name="day2-279">
            <a:extLst xmlns:a="http://schemas.openxmlformats.org/drawingml/2006/main">
              <a:ext uri="{FF2B5EF4-FFF2-40B4-BE49-F238E27FC236}">
                <a16:creationId xmlns:a16="http://schemas.microsoft.com/office/drawing/2014/main" id="{DD6C2678-ACF5-411F-A863-F52DDFF0F552}"/>
              </a:ext>
            </a:extLst>
          </p:cNvPr>
          <p:cNvSpPr>
            <a:spLocks xmlns:a="http://schemas.openxmlformats.org/drawingml/2006/main" noGrp="1"/>
          </p:cNvSpPr>
          <p:nvPr/>
        </p:nvSpPr>
        <p:spPr>
          <a:xfrm xmlns:a="http://schemas.openxmlformats.org/drawingml/2006/main">
            <a:off x="38100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9D752B"/>
                </a:solidFill>
                <a:latin typeface="Arial"/>
                <a:ea typeface="Arial"/>
                <a:cs typeface="Arial"/>
              </a:defRPr>
            </a:defPPr>
            <a:lvl1pPr algn="l">
              <a:defRPr sz="1425" b="0">
                <a:solidFill>
                  <a:srgbClr val="9D752B"/>
                </a:solidFill>
                <a:latin typeface="Arial"/>
                <a:ea typeface="Arial"/>
                <a:cs typeface="Arial"/>
              </a:defRPr>
            </a:lvl1pPr>
            <a:lvl2pPr algn="l">
              <a:defRPr sz="1425" b="0">
                <a:solidFill>
                  <a:srgbClr val="9D752B"/>
                </a:solidFill>
                <a:latin typeface="Arial"/>
                <a:ea typeface="Arial"/>
                <a:cs typeface="Arial"/>
              </a:defRPr>
            </a:lvl2pPr>
            <a:lvl3pPr algn="l">
              <a:defRPr sz="1425" b="0">
                <a:solidFill>
                  <a:srgbClr val="9D752B"/>
                </a:solidFill>
                <a:latin typeface="Arial"/>
                <a:ea typeface="Arial"/>
                <a:cs typeface="Arial"/>
              </a:defRPr>
            </a:lvl3pPr>
            <a:lvl4pPr algn="l">
              <a:defRPr sz="1425" b="0">
                <a:solidFill>
                  <a:srgbClr val="9D752B"/>
                </a:solidFill>
                <a:latin typeface="Arial"/>
                <a:ea typeface="Arial"/>
                <a:cs typeface="Arial"/>
              </a:defRPr>
            </a:lvl4pPr>
            <a:lvl5pPr algn="l">
              <a:defRPr sz="1425" b="0">
                <a:solidFill>
                  <a:srgbClr val="9D752B"/>
                </a:solidFill>
                <a:latin typeface="Arial"/>
                <a:ea typeface="Arial"/>
                <a:cs typeface="Arial"/>
              </a:defRPr>
            </a:lvl5pPr>
            <a:lvl6pPr algn="l">
              <a:defRPr sz="1425" b="0">
                <a:solidFill>
                  <a:srgbClr val="9D752B"/>
                </a:solidFill>
                <a:latin typeface="Arial"/>
                <a:ea typeface="Arial"/>
                <a:cs typeface="Arial"/>
              </a:defRPr>
            </a:lvl6pPr>
            <a:lvl7pPr algn="l">
              <a:defRPr sz="1425" b="0">
                <a:solidFill>
                  <a:srgbClr val="9D752B"/>
                </a:solidFill>
                <a:latin typeface="Arial"/>
                <a:ea typeface="Arial"/>
                <a:cs typeface="Arial"/>
              </a:defRPr>
            </a:lvl7pPr>
            <a:lvl8pPr algn="l">
              <a:defRPr sz="1425" b="0">
                <a:solidFill>
                  <a:srgbClr val="9D752B"/>
                </a:solidFill>
                <a:latin typeface="Arial"/>
                <a:ea typeface="Arial"/>
                <a:cs typeface="Arial"/>
              </a:defRPr>
            </a:lvl8pPr>
            <a:lvl9pPr algn="l">
              <a:defRPr sz="1425" b="0">
                <a:solidFill>
                  <a:srgbClr val="9D752B"/>
                </a:solidFill>
                <a:latin typeface="Arial"/>
                <a:ea typeface="Arial"/>
                <a:cs typeface="Arial"/>
              </a:defRPr>
            </a:lvl9pPr>
          </a:lstStyle>
          <a:p xmlns:a="http://schemas.openxmlformats.org/drawingml/2006/main">
            <a:pPr algn="l">
              <a:defRPr sz="1425" b="0">
                <a:solidFill>
                  <a:srgbClr val="9D752B"/>
                </a:solidFill>
                <a:latin typeface="Arial"/>
                <a:ea typeface="Arial"/>
                <a:cs typeface="Arial"/>
              </a:defRPr>
            </a:pPr>
            <a:r>
              <a:rPr sz="1425" b="0">
                <a:solidFill>
                  <a:srgbClr val="9D752B"/>
                </a:solidFill>
                <a:latin typeface="Arial"/>
                <a:ea typeface="Arial"/>
                <a:cs typeface="Arial"/>
              </a:rPr>
              <a:t>Method</a:t>
            </a:r>
          </a:p>
        </p:txBody>
      </p:sp>
      <p:sp>
        <p:nvSpPr>
          <p:cNvPr id="12" name="day2-280">
            <a:extLst xmlns:a="http://schemas.openxmlformats.org/drawingml/2006/main">
              <a:ext uri="{FF2B5EF4-FFF2-40B4-BE49-F238E27FC236}">
                <a16:creationId xmlns:a16="http://schemas.microsoft.com/office/drawing/2014/main" id="{75D9272B-3AC6-4478-AE1B-1A7CA4603BCB}"/>
              </a:ext>
            </a:extLst>
          </p:cNvPr>
          <p:cNvSpPr>
            <a:spLocks xmlns:a="http://schemas.openxmlformats.org/drawingml/2006/main" noGrp="1"/>
          </p:cNvSpPr>
          <p:nvPr/>
        </p:nvSpPr>
        <p:spPr>
          <a:xfrm xmlns:a="http://schemas.openxmlformats.org/drawingml/2006/main">
            <a:off x="5133975" y="1847850"/>
            <a:ext cx="95250" cy="95250"/>
          </a:xfrm>
          <a:prstGeom xmlns:a="http://schemas.openxmlformats.org/drawingml/2006/main" prst="rect">
            <a:avLst/>
          </a:prstGeom>
          <a:solidFill xmlns:a="http://schemas.openxmlformats.org/drawingml/2006/main">
            <a:srgbClr val="5F7289"/>
          </a:solidFill>
          <a:ln xmlns:a="http://schemas.openxmlformats.org/drawingml/2006/main" w="0">
            <a:noFill/>
          </a:ln>
        </p:spPr>
      </p:sp>
      <p:sp>
        <p:nvSpPr>
          <p:cNvPr id="13" name="day2-281">
            <a:extLst xmlns:a="http://schemas.openxmlformats.org/drawingml/2006/main">
              <a:ext uri="{FF2B5EF4-FFF2-40B4-BE49-F238E27FC236}">
                <a16:creationId xmlns:a16="http://schemas.microsoft.com/office/drawing/2014/main" id="{DFBE96B4-97C5-4077-B7E3-CF62663B3B20}"/>
              </a:ext>
            </a:extLst>
          </p:cNvPr>
          <p:cNvSpPr>
            <a:spLocks xmlns:a="http://schemas.openxmlformats.org/drawingml/2006/main" noGrp="1"/>
          </p:cNvSpPr>
          <p:nvPr/>
        </p:nvSpPr>
        <p:spPr>
          <a:xfrm xmlns:a="http://schemas.openxmlformats.org/drawingml/2006/main">
            <a:off x="53149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5F7289"/>
                </a:solidFill>
                <a:latin typeface="Arial"/>
                <a:ea typeface="Arial"/>
                <a:cs typeface="Arial"/>
              </a:defRPr>
            </a:defPPr>
            <a:lvl1pPr algn="l">
              <a:defRPr sz="1425" b="0">
                <a:solidFill>
                  <a:srgbClr val="5F7289"/>
                </a:solidFill>
                <a:latin typeface="Arial"/>
                <a:ea typeface="Arial"/>
                <a:cs typeface="Arial"/>
              </a:defRPr>
            </a:lvl1pPr>
            <a:lvl2pPr algn="l">
              <a:defRPr sz="1425" b="0">
                <a:solidFill>
                  <a:srgbClr val="5F7289"/>
                </a:solidFill>
                <a:latin typeface="Arial"/>
                <a:ea typeface="Arial"/>
                <a:cs typeface="Arial"/>
              </a:defRPr>
            </a:lvl2pPr>
            <a:lvl3pPr algn="l">
              <a:defRPr sz="1425" b="0">
                <a:solidFill>
                  <a:srgbClr val="5F7289"/>
                </a:solidFill>
                <a:latin typeface="Arial"/>
                <a:ea typeface="Arial"/>
                <a:cs typeface="Arial"/>
              </a:defRPr>
            </a:lvl3pPr>
            <a:lvl4pPr algn="l">
              <a:defRPr sz="1425" b="0">
                <a:solidFill>
                  <a:srgbClr val="5F7289"/>
                </a:solidFill>
                <a:latin typeface="Arial"/>
                <a:ea typeface="Arial"/>
                <a:cs typeface="Arial"/>
              </a:defRPr>
            </a:lvl4pPr>
            <a:lvl5pPr algn="l">
              <a:defRPr sz="1425" b="0">
                <a:solidFill>
                  <a:srgbClr val="5F7289"/>
                </a:solidFill>
                <a:latin typeface="Arial"/>
                <a:ea typeface="Arial"/>
                <a:cs typeface="Arial"/>
              </a:defRPr>
            </a:lvl5pPr>
            <a:lvl6pPr algn="l">
              <a:defRPr sz="1425" b="0">
                <a:solidFill>
                  <a:srgbClr val="5F7289"/>
                </a:solidFill>
                <a:latin typeface="Arial"/>
                <a:ea typeface="Arial"/>
                <a:cs typeface="Arial"/>
              </a:defRPr>
            </a:lvl6pPr>
            <a:lvl7pPr algn="l">
              <a:defRPr sz="1425" b="0">
                <a:solidFill>
                  <a:srgbClr val="5F7289"/>
                </a:solidFill>
                <a:latin typeface="Arial"/>
                <a:ea typeface="Arial"/>
                <a:cs typeface="Arial"/>
              </a:defRPr>
            </a:lvl7pPr>
            <a:lvl8pPr algn="l">
              <a:defRPr sz="1425" b="0">
                <a:solidFill>
                  <a:srgbClr val="5F7289"/>
                </a:solidFill>
                <a:latin typeface="Arial"/>
                <a:ea typeface="Arial"/>
                <a:cs typeface="Arial"/>
              </a:defRPr>
            </a:lvl8pPr>
            <a:lvl9pPr algn="l">
              <a:defRPr sz="1425" b="0">
                <a:solidFill>
                  <a:srgbClr val="5F7289"/>
                </a:solidFill>
                <a:latin typeface="Arial"/>
                <a:ea typeface="Arial"/>
                <a:cs typeface="Arial"/>
              </a:defRPr>
            </a:lvl9pPr>
          </a:lstStyle>
          <a:p xmlns:a="http://schemas.openxmlformats.org/drawingml/2006/main">
            <a:pPr algn="l">
              <a:defRPr sz="1425" b="0">
                <a:solidFill>
                  <a:srgbClr val="5F7289"/>
                </a:solidFill>
                <a:latin typeface="Arial"/>
                <a:ea typeface="Arial"/>
                <a:cs typeface="Arial"/>
              </a:defRPr>
            </a:pPr>
            <a:r>
              <a:rPr sz="1425" b="0">
                <a:solidFill>
                  <a:srgbClr val="5F7289"/>
                </a:solidFill>
                <a:latin typeface="Arial"/>
                <a:ea typeface="Arial"/>
                <a:cs typeface="Arial"/>
              </a:rPr>
              <a:t>Tools</a:t>
            </a:r>
          </a:p>
        </p:txBody>
      </p:sp>
      <p:sp>
        <p:nvSpPr>
          <p:cNvPr id="14" name="day2-282">
            <a:extLst xmlns:a="http://schemas.openxmlformats.org/drawingml/2006/main">
              <a:ext uri="{FF2B5EF4-FFF2-40B4-BE49-F238E27FC236}">
                <a16:creationId xmlns:a16="http://schemas.microsoft.com/office/drawing/2014/main" id="{3FB7E4DF-7514-4BFD-B5E4-48112CD9064B}"/>
              </a:ext>
            </a:extLst>
          </p:cNvPr>
          <p:cNvSpPr>
            <a:spLocks xmlns:a="http://schemas.openxmlformats.org/drawingml/2006/main" noGrp="1"/>
          </p:cNvSpPr>
          <p:nvPr/>
        </p:nvSpPr>
        <p:spPr>
          <a:xfrm xmlns:a="http://schemas.openxmlformats.org/drawingml/2006/main">
            <a:off x="6638925" y="1847850"/>
            <a:ext cx="95250" cy="95250"/>
          </a:xfrm>
          <a:prstGeom xmlns:a="http://schemas.openxmlformats.org/drawingml/2006/main" prst="rect">
            <a:avLst/>
          </a:prstGeom>
          <a:solidFill xmlns:a="http://schemas.openxmlformats.org/drawingml/2006/main">
            <a:srgbClr val="327D6B"/>
          </a:solidFill>
          <a:ln xmlns:a="http://schemas.openxmlformats.org/drawingml/2006/main" w="0">
            <a:noFill/>
          </a:ln>
        </p:spPr>
      </p:sp>
      <p:sp>
        <p:nvSpPr>
          <p:cNvPr id="15" name="day2-283">
            <a:extLst xmlns:a="http://schemas.openxmlformats.org/drawingml/2006/main">
              <a:ext uri="{FF2B5EF4-FFF2-40B4-BE49-F238E27FC236}">
                <a16:creationId xmlns:a16="http://schemas.microsoft.com/office/drawing/2014/main" id="{BBE553F4-B799-4047-8F6D-8674B23CFA0E}"/>
              </a:ext>
            </a:extLst>
          </p:cNvPr>
          <p:cNvSpPr>
            <a:spLocks xmlns:a="http://schemas.openxmlformats.org/drawingml/2006/main" noGrp="1"/>
          </p:cNvSpPr>
          <p:nvPr/>
        </p:nvSpPr>
        <p:spPr>
          <a:xfrm xmlns:a="http://schemas.openxmlformats.org/drawingml/2006/main">
            <a:off x="68199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27D6B"/>
                </a:solidFill>
                <a:latin typeface="Arial"/>
                <a:ea typeface="Arial"/>
                <a:cs typeface="Arial"/>
              </a:defRPr>
            </a:defPPr>
            <a:lvl1pPr algn="l">
              <a:defRPr sz="1425" b="0">
                <a:solidFill>
                  <a:srgbClr val="327D6B"/>
                </a:solidFill>
                <a:latin typeface="Arial"/>
                <a:ea typeface="Arial"/>
                <a:cs typeface="Arial"/>
              </a:defRPr>
            </a:lvl1pPr>
            <a:lvl2pPr algn="l">
              <a:defRPr sz="1425" b="0">
                <a:solidFill>
                  <a:srgbClr val="327D6B"/>
                </a:solidFill>
                <a:latin typeface="Arial"/>
                <a:ea typeface="Arial"/>
                <a:cs typeface="Arial"/>
              </a:defRPr>
            </a:lvl2pPr>
            <a:lvl3pPr algn="l">
              <a:defRPr sz="1425" b="0">
                <a:solidFill>
                  <a:srgbClr val="327D6B"/>
                </a:solidFill>
                <a:latin typeface="Arial"/>
                <a:ea typeface="Arial"/>
                <a:cs typeface="Arial"/>
              </a:defRPr>
            </a:lvl3pPr>
            <a:lvl4pPr algn="l">
              <a:defRPr sz="1425" b="0">
                <a:solidFill>
                  <a:srgbClr val="327D6B"/>
                </a:solidFill>
                <a:latin typeface="Arial"/>
                <a:ea typeface="Arial"/>
                <a:cs typeface="Arial"/>
              </a:defRPr>
            </a:lvl4pPr>
            <a:lvl5pPr algn="l">
              <a:defRPr sz="1425" b="0">
                <a:solidFill>
                  <a:srgbClr val="327D6B"/>
                </a:solidFill>
                <a:latin typeface="Arial"/>
                <a:ea typeface="Arial"/>
                <a:cs typeface="Arial"/>
              </a:defRPr>
            </a:lvl5pPr>
            <a:lvl6pPr algn="l">
              <a:defRPr sz="1425" b="0">
                <a:solidFill>
                  <a:srgbClr val="327D6B"/>
                </a:solidFill>
                <a:latin typeface="Arial"/>
                <a:ea typeface="Arial"/>
                <a:cs typeface="Arial"/>
              </a:defRPr>
            </a:lvl6pPr>
            <a:lvl7pPr algn="l">
              <a:defRPr sz="1425" b="0">
                <a:solidFill>
                  <a:srgbClr val="327D6B"/>
                </a:solidFill>
                <a:latin typeface="Arial"/>
                <a:ea typeface="Arial"/>
                <a:cs typeface="Arial"/>
              </a:defRPr>
            </a:lvl7pPr>
            <a:lvl8pPr algn="l">
              <a:defRPr sz="1425" b="0">
                <a:solidFill>
                  <a:srgbClr val="327D6B"/>
                </a:solidFill>
                <a:latin typeface="Arial"/>
                <a:ea typeface="Arial"/>
                <a:cs typeface="Arial"/>
              </a:defRPr>
            </a:lvl8pPr>
            <a:lvl9pPr algn="l">
              <a:defRPr sz="1425" b="0">
                <a:solidFill>
                  <a:srgbClr val="327D6B"/>
                </a:solidFill>
                <a:latin typeface="Arial"/>
                <a:ea typeface="Arial"/>
                <a:cs typeface="Arial"/>
              </a:defRPr>
            </a:lvl9pPr>
          </a:lstStyle>
          <a:p xmlns:a="http://schemas.openxmlformats.org/drawingml/2006/main">
            <a:pPr algn="l">
              <a:defRPr sz="1425" b="0">
                <a:solidFill>
                  <a:srgbClr val="327D6B"/>
                </a:solidFill>
                <a:latin typeface="Arial"/>
                <a:ea typeface="Arial"/>
                <a:cs typeface="Arial"/>
              </a:defRPr>
            </a:pPr>
            <a:r>
              <a:rPr sz="1425" b="0">
                <a:solidFill>
                  <a:srgbClr val="327D6B"/>
                </a:solidFill>
                <a:latin typeface="Arial"/>
                <a:ea typeface="Arial"/>
                <a:cs typeface="Arial"/>
              </a:rPr>
              <a:t>Output</a:t>
            </a:r>
          </a:p>
        </p:txBody>
      </p:sp>
      <p:sp>
        <p:nvSpPr>
          <p:cNvPr id="16" name="day2-284">
            <a:extLst xmlns:a="http://schemas.openxmlformats.org/drawingml/2006/main">
              <a:ext uri="{FF2B5EF4-FFF2-40B4-BE49-F238E27FC236}">
                <a16:creationId xmlns:a16="http://schemas.microsoft.com/office/drawing/2014/main" id="{C1BEE752-FBC7-43E4-AAC7-F94991B1726E}"/>
              </a:ext>
            </a:extLst>
          </p:cNvPr>
          <p:cNvSpPr>
            <a:spLocks xmlns:a="http://schemas.openxmlformats.org/drawingml/2006/main" noGrp="1"/>
          </p:cNvSpPr>
          <p:nvPr/>
        </p:nvSpPr>
        <p:spPr>
          <a:xfrm xmlns:a="http://schemas.openxmlformats.org/drawingml/2006/main">
            <a:off x="8143875" y="1847850"/>
            <a:ext cx="95250" cy="95250"/>
          </a:xfrm>
          <a:prstGeom xmlns:a="http://schemas.openxmlformats.org/drawingml/2006/main" prst="rect">
            <a:avLst/>
          </a:prstGeom>
          <a:solidFill xmlns:a="http://schemas.openxmlformats.org/drawingml/2006/main">
            <a:srgbClr val="AC6154"/>
          </a:solidFill>
          <a:ln xmlns:a="http://schemas.openxmlformats.org/drawingml/2006/main" w="0">
            <a:noFill/>
          </a:ln>
        </p:spPr>
      </p:sp>
      <p:sp>
        <p:nvSpPr>
          <p:cNvPr id="17" name="day2-285">
            <a:extLst xmlns:a="http://schemas.openxmlformats.org/drawingml/2006/main">
              <a:ext uri="{FF2B5EF4-FFF2-40B4-BE49-F238E27FC236}">
                <a16:creationId xmlns:a16="http://schemas.microsoft.com/office/drawing/2014/main" id="{BBFC2099-B7F3-4185-8FFA-AE1506185316}"/>
              </a:ext>
            </a:extLst>
          </p:cNvPr>
          <p:cNvSpPr>
            <a:spLocks xmlns:a="http://schemas.openxmlformats.org/drawingml/2006/main" noGrp="1"/>
          </p:cNvSpPr>
          <p:nvPr/>
        </p:nvSpPr>
        <p:spPr>
          <a:xfrm xmlns:a="http://schemas.openxmlformats.org/drawingml/2006/main">
            <a:off x="83248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AC6154"/>
                </a:solidFill>
                <a:latin typeface="Arial"/>
                <a:ea typeface="Arial"/>
                <a:cs typeface="Arial"/>
              </a:defRPr>
            </a:defPPr>
            <a:lvl1pPr algn="l">
              <a:defRPr sz="1425" b="0">
                <a:solidFill>
                  <a:srgbClr val="AC6154"/>
                </a:solidFill>
                <a:latin typeface="Arial"/>
                <a:ea typeface="Arial"/>
                <a:cs typeface="Arial"/>
              </a:defRPr>
            </a:lvl1pPr>
            <a:lvl2pPr algn="l">
              <a:defRPr sz="1425" b="0">
                <a:solidFill>
                  <a:srgbClr val="AC6154"/>
                </a:solidFill>
                <a:latin typeface="Arial"/>
                <a:ea typeface="Arial"/>
                <a:cs typeface="Arial"/>
              </a:defRPr>
            </a:lvl2pPr>
            <a:lvl3pPr algn="l">
              <a:defRPr sz="1425" b="0">
                <a:solidFill>
                  <a:srgbClr val="AC6154"/>
                </a:solidFill>
                <a:latin typeface="Arial"/>
                <a:ea typeface="Arial"/>
                <a:cs typeface="Arial"/>
              </a:defRPr>
            </a:lvl3pPr>
            <a:lvl4pPr algn="l">
              <a:defRPr sz="1425" b="0">
                <a:solidFill>
                  <a:srgbClr val="AC6154"/>
                </a:solidFill>
                <a:latin typeface="Arial"/>
                <a:ea typeface="Arial"/>
                <a:cs typeface="Arial"/>
              </a:defRPr>
            </a:lvl4pPr>
            <a:lvl5pPr algn="l">
              <a:defRPr sz="1425" b="0">
                <a:solidFill>
                  <a:srgbClr val="AC6154"/>
                </a:solidFill>
                <a:latin typeface="Arial"/>
                <a:ea typeface="Arial"/>
                <a:cs typeface="Arial"/>
              </a:defRPr>
            </a:lvl5pPr>
            <a:lvl6pPr algn="l">
              <a:defRPr sz="1425" b="0">
                <a:solidFill>
                  <a:srgbClr val="AC6154"/>
                </a:solidFill>
                <a:latin typeface="Arial"/>
                <a:ea typeface="Arial"/>
                <a:cs typeface="Arial"/>
              </a:defRPr>
            </a:lvl6pPr>
            <a:lvl7pPr algn="l">
              <a:defRPr sz="1425" b="0">
                <a:solidFill>
                  <a:srgbClr val="AC6154"/>
                </a:solidFill>
                <a:latin typeface="Arial"/>
                <a:ea typeface="Arial"/>
                <a:cs typeface="Arial"/>
              </a:defRPr>
            </a:lvl7pPr>
            <a:lvl8pPr algn="l">
              <a:defRPr sz="1425" b="0">
                <a:solidFill>
                  <a:srgbClr val="AC6154"/>
                </a:solidFill>
                <a:latin typeface="Arial"/>
                <a:ea typeface="Arial"/>
                <a:cs typeface="Arial"/>
              </a:defRPr>
            </a:lvl8pPr>
            <a:lvl9pPr algn="l">
              <a:defRPr sz="1425" b="0">
                <a:solidFill>
                  <a:srgbClr val="AC6154"/>
                </a:solidFill>
                <a:latin typeface="Arial"/>
                <a:ea typeface="Arial"/>
                <a:cs typeface="Arial"/>
              </a:defRPr>
            </a:lvl9pPr>
          </a:lstStyle>
          <a:p xmlns:a="http://schemas.openxmlformats.org/drawingml/2006/main">
            <a:pPr algn="l">
              <a:defRPr sz="1425" b="0">
                <a:solidFill>
                  <a:srgbClr val="AC6154"/>
                </a:solidFill>
                <a:latin typeface="Arial"/>
                <a:ea typeface="Arial"/>
                <a:cs typeface="Arial"/>
              </a:defRPr>
            </a:pPr>
            <a:r>
              <a:rPr sz="1425" b="0">
                <a:solidFill>
                  <a:srgbClr val="AC6154"/>
                </a:solidFill>
                <a:latin typeface="Arial"/>
                <a:ea typeface="Arial"/>
                <a:cs typeface="Arial"/>
              </a:rPr>
              <a:t>Review</a:t>
            </a:r>
          </a:p>
        </p:txBody>
      </p:sp>
      <p:sp>
        <p:nvSpPr>
          <p:cNvPr id="18" name="day2-286">
            <a:extLst xmlns:a="http://schemas.openxmlformats.org/drawingml/2006/main">
              <a:ext uri="{FF2B5EF4-FFF2-40B4-BE49-F238E27FC236}">
                <a16:creationId xmlns:a16="http://schemas.microsoft.com/office/drawing/2014/main" id="{9B1A7C69-C7C8-49E2-97EB-654944930612}"/>
              </a:ext>
            </a:extLst>
          </p:cNvPr>
          <p:cNvSpPr>
            <a:spLocks xmlns:a="http://schemas.openxmlformats.org/drawingml/2006/main" noGrp="1"/>
          </p:cNvSpPr>
          <p:nvPr/>
        </p:nvSpPr>
        <p:spPr>
          <a:xfrm xmlns:a="http://schemas.openxmlformats.org/drawingml/2006/main">
            <a:off x="691515" y="2564130"/>
            <a:ext cx="2193608" cy="1339215"/>
          </a:xfrm>
          <a:prstGeom xmlns:a="http://schemas.openxmlformats.org/drawingml/2006/main" prst="roundRect">
            <a:avLst>
              <a:gd name="adj" fmla="val 5690"/>
            </a:avLst>
          </a:prstGeom>
          <a:solidFill xmlns:a="http://schemas.openxmlformats.org/drawingml/2006/main">
            <a:srgbClr val="EAF3FC"/>
          </a:solidFill>
          <a:ln xmlns:a="http://schemas.openxmlformats.org/drawingml/2006/main" w="14288">
            <a:solidFill>
              <a:srgbClr val="3D709F"/>
            </a:solidFill>
          </a:ln>
        </p:spPr>
      </p:sp>
      <p:sp>
        <p:nvSpPr>
          <p:cNvPr id="19" name="day2-287">
            <a:extLst xmlns:a="http://schemas.openxmlformats.org/drawingml/2006/main">
              <a:ext uri="{FF2B5EF4-FFF2-40B4-BE49-F238E27FC236}">
                <a16:creationId xmlns:a16="http://schemas.microsoft.com/office/drawing/2014/main" id="{32E3CE75-2C95-48C5-B28D-22608D8B542A}"/>
              </a:ext>
            </a:extLst>
          </p:cNvPr>
          <p:cNvSpPr>
            <a:spLocks xmlns:a="http://schemas.openxmlformats.org/drawingml/2006/main" noGrp="1"/>
          </p:cNvSpPr>
          <p:nvPr/>
        </p:nvSpPr>
        <p:spPr>
          <a:xfrm xmlns:a="http://schemas.openxmlformats.org/drawingml/2006/main">
            <a:off x="786765" y="2611755"/>
            <a:ext cx="2003107" cy="1243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Inputs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Role brief</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Approved policy</a:t>
            </a:r>
          </a:p>
        </p:txBody>
      </p:sp>
      <p:sp>
        <p:nvSpPr>
          <p:cNvPr id="20" name="day2-288">
            <a:extLst xmlns:a="http://schemas.openxmlformats.org/drawingml/2006/main">
              <a:ext uri="{FF2B5EF4-FFF2-40B4-BE49-F238E27FC236}">
                <a16:creationId xmlns:a16="http://schemas.microsoft.com/office/drawing/2014/main" id="{6D4F45A6-625B-4DC8-A102-F0FF6D5FDFFF}"/>
              </a:ext>
            </a:extLst>
          </p:cNvPr>
          <p:cNvSpPr>
            <a:spLocks xmlns:a="http://schemas.openxmlformats.org/drawingml/2006/main" noGrp="1"/>
          </p:cNvSpPr>
          <p:nvPr/>
        </p:nvSpPr>
        <p:spPr>
          <a:xfrm xmlns:a="http://schemas.openxmlformats.org/drawingml/2006/main">
            <a:off x="3556635" y="2352675"/>
            <a:ext cx="4208145" cy="881063"/>
          </a:xfrm>
          <a:prstGeom xmlns:a="http://schemas.openxmlformats.org/drawingml/2006/main" prst="roundRect">
            <a:avLst>
              <a:gd name="adj" fmla="val 8649"/>
            </a:avLst>
          </a:prstGeom>
          <a:solidFill xmlns:a="http://schemas.openxmlformats.org/drawingml/2006/main">
            <a:srgbClr val="F0ECFC"/>
          </a:solidFill>
          <a:ln xmlns:a="http://schemas.openxmlformats.org/drawingml/2006/main" w="14288">
            <a:solidFill>
              <a:srgbClr val="7360A1"/>
            </a:solidFill>
          </a:ln>
        </p:spPr>
      </p:sp>
      <p:sp>
        <p:nvSpPr>
          <p:cNvPr id="21" name="day2-289">
            <a:extLst xmlns:a="http://schemas.openxmlformats.org/drawingml/2006/main">
              <a:ext uri="{FF2B5EF4-FFF2-40B4-BE49-F238E27FC236}">
                <a16:creationId xmlns:a16="http://schemas.microsoft.com/office/drawing/2014/main" id="{B1EE1D3C-A082-4DB9-B3D4-2A865C6DCFDF}"/>
              </a:ext>
            </a:extLst>
          </p:cNvPr>
          <p:cNvSpPr>
            <a:spLocks xmlns:a="http://schemas.openxmlformats.org/drawingml/2006/main" noGrp="1"/>
          </p:cNvSpPr>
          <p:nvPr/>
        </p:nvSpPr>
        <p:spPr>
          <a:xfrm xmlns:a="http://schemas.openxmlformats.org/drawingml/2006/main">
            <a:off x="3651885" y="2400300"/>
            <a:ext cx="4017645" cy="785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Project guidance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Use current policy</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Mark missing approvals</a:t>
            </a:r>
          </a:p>
        </p:txBody>
      </p:sp>
      <p:sp>
        <p:nvSpPr>
          <p:cNvPr id="22" name="day2-290">
            <a:extLst xmlns:a="http://schemas.openxmlformats.org/drawingml/2006/main">
              <a:ext uri="{FF2B5EF4-FFF2-40B4-BE49-F238E27FC236}">
                <a16:creationId xmlns:a16="http://schemas.microsoft.com/office/drawing/2014/main" id="{B2874D90-3856-4925-A124-FD1E029FE908}"/>
              </a:ext>
            </a:extLst>
          </p:cNvPr>
          <p:cNvSpPr>
            <a:spLocks xmlns:a="http://schemas.openxmlformats.org/drawingml/2006/main" noGrp="1"/>
          </p:cNvSpPr>
          <p:nvPr/>
        </p:nvSpPr>
        <p:spPr>
          <a:xfrm xmlns:a="http://schemas.openxmlformats.org/drawingml/2006/main">
            <a:off x="3556635" y="3515678"/>
            <a:ext cx="4208145" cy="916305"/>
          </a:xfrm>
          <a:prstGeom xmlns:a="http://schemas.openxmlformats.org/drawingml/2006/main" prst="roundRect">
            <a:avLst>
              <a:gd name="adj" fmla="val 8316"/>
            </a:avLst>
          </a:prstGeom>
          <a:solidFill xmlns:a="http://schemas.openxmlformats.org/drawingml/2006/main">
            <a:srgbClr val="FFF2D9"/>
          </a:solidFill>
          <a:ln xmlns:a="http://schemas.openxmlformats.org/drawingml/2006/main" w="14288">
            <a:solidFill>
              <a:srgbClr val="9D752B"/>
            </a:solidFill>
          </a:ln>
        </p:spPr>
      </p:sp>
      <p:sp>
        <p:nvSpPr>
          <p:cNvPr id="23" name="day2-291">
            <a:extLst xmlns:a="http://schemas.openxmlformats.org/drawingml/2006/main">
              <a:ext uri="{FF2B5EF4-FFF2-40B4-BE49-F238E27FC236}">
                <a16:creationId xmlns:a16="http://schemas.microsoft.com/office/drawing/2014/main" id="{F99832A4-8905-4F41-B875-3FDB4EEFAF53}"/>
              </a:ext>
            </a:extLst>
          </p:cNvPr>
          <p:cNvSpPr>
            <a:spLocks xmlns:a="http://schemas.openxmlformats.org/drawingml/2006/main" noGrp="1"/>
          </p:cNvSpPr>
          <p:nvPr/>
        </p:nvSpPr>
        <p:spPr>
          <a:xfrm xmlns:a="http://schemas.openxmlformats.org/drawingml/2006/main">
            <a:off x="3651885" y="3563303"/>
            <a:ext cx="4017645" cy="821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Skill</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Build an onboarding checklist</a:t>
            </a:r>
          </a:p>
        </p:txBody>
      </p:sp>
      <p:sp>
        <p:nvSpPr>
          <p:cNvPr id="24" name="day2-292">
            <a:extLst xmlns:a="http://schemas.openxmlformats.org/drawingml/2006/main">
              <a:ext uri="{FF2B5EF4-FFF2-40B4-BE49-F238E27FC236}">
                <a16:creationId xmlns:a16="http://schemas.microsoft.com/office/drawing/2014/main" id="{48A89E0D-CB28-4976-AEC9-49BCD96F0A94}"/>
              </a:ext>
            </a:extLst>
          </p:cNvPr>
          <p:cNvSpPr>
            <a:spLocks xmlns:a="http://schemas.openxmlformats.org/drawingml/2006/main" noGrp="1"/>
          </p:cNvSpPr>
          <p:nvPr/>
        </p:nvSpPr>
        <p:spPr>
          <a:xfrm xmlns:a="http://schemas.openxmlformats.org/drawingml/2006/main">
            <a:off x="8436293" y="2564130"/>
            <a:ext cx="2999423" cy="1339215"/>
          </a:xfrm>
          <a:prstGeom xmlns:a="http://schemas.openxmlformats.org/drawingml/2006/main" prst="roundRect">
            <a:avLst>
              <a:gd name="adj" fmla="val 5690"/>
            </a:avLst>
          </a:prstGeom>
          <a:solidFill xmlns:a="http://schemas.openxmlformats.org/drawingml/2006/main">
            <a:srgbClr val="E5F4EF"/>
          </a:solidFill>
          <a:ln xmlns:a="http://schemas.openxmlformats.org/drawingml/2006/main" w="14288">
            <a:solidFill>
              <a:srgbClr val="327D6B"/>
            </a:solidFill>
          </a:ln>
        </p:spPr>
      </p:sp>
      <p:sp>
        <p:nvSpPr>
          <p:cNvPr id="25" name="day2-293">
            <a:extLst xmlns:a="http://schemas.openxmlformats.org/drawingml/2006/main">
              <a:ext uri="{FF2B5EF4-FFF2-40B4-BE49-F238E27FC236}">
                <a16:creationId xmlns:a16="http://schemas.microsoft.com/office/drawing/2014/main" id="{14A8DD59-BEE5-4E10-93F0-C05913BDE139}"/>
              </a:ext>
            </a:extLst>
          </p:cNvPr>
          <p:cNvSpPr>
            <a:spLocks xmlns:a="http://schemas.openxmlformats.org/drawingml/2006/main" noGrp="1"/>
          </p:cNvSpPr>
          <p:nvPr/>
        </p:nvSpPr>
        <p:spPr>
          <a:xfrm xmlns:a="http://schemas.openxmlformats.org/drawingml/2006/main">
            <a:off x="8531543" y="2611755"/>
            <a:ext cx="2808923" cy="1243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Output</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Plan with owners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Open questions</a:t>
            </a:r>
          </a:p>
        </p:txBody>
      </p:sp>
      <p:sp>
        <p:nvSpPr>
          <p:cNvPr id="26" name="day2-294">
            <a:extLst xmlns:a="http://schemas.openxmlformats.org/drawingml/2006/main">
              <a:ext uri="{FF2B5EF4-FFF2-40B4-BE49-F238E27FC236}">
                <a16:creationId xmlns:a16="http://schemas.microsoft.com/office/drawing/2014/main" id="{4F0F6320-3AC6-42B9-BA6A-F606EE923FB7}"/>
              </a:ext>
            </a:extLst>
          </p:cNvPr>
          <p:cNvSpPr>
            <a:spLocks xmlns:a="http://schemas.openxmlformats.org/drawingml/2006/main" noGrp="1"/>
          </p:cNvSpPr>
          <p:nvPr/>
        </p:nvSpPr>
        <p:spPr>
          <a:xfrm xmlns:a="http://schemas.openxmlformats.org/drawingml/2006/main">
            <a:off x="8436293" y="4431983"/>
            <a:ext cx="2999423" cy="845820"/>
          </a:xfrm>
          <a:prstGeom xmlns:a="http://schemas.openxmlformats.org/drawingml/2006/main" prst="roundRect">
            <a:avLst>
              <a:gd name="adj" fmla="val 9009"/>
            </a:avLst>
          </a:prstGeom>
          <a:solidFill xmlns:a="http://schemas.openxmlformats.org/drawingml/2006/main">
            <a:srgbClr val="FBEAE6"/>
          </a:solidFill>
          <a:ln xmlns:a="http://schemas.openxmlformats.org/drawingml/2006/main" w="14288">
            <a:solidFill>
              <a:srgbClr val="AC6154"/>
            </a:solidFill>
          </a:ln>
        </p:spPr>
      </p:sp>
      <p:sp>
        <p:nvSpPr>
          <p:cNvPr id="27" name="day2-295">
            <a:extLst xmlns:a="http://schemas.openxmlformats.org/drawingml/2006/main">
              <a:ext uri="{FF2B5EF4-FFF2-40B4-BE49-F238E27FC236}">
                <a16:creationId xmlns:a16="http://schemas.microsoft.com/office/drawing/2014/main" id="{2EFE440D-60B8-42A3-8ED2-9C7155AA2A5E}"/>
              </a:ext>
            </a:extLst>
          </p:cNvPr>
          <p:cNvSpPr>
            <a:spLocks xmlns:a="http://schemas.openxmlformats.org/drawingml/2006/main" noGrp="1"/>
          </p:cNvSpPr>
          <p:nvPr/>
        </p:nvSpPr>
        <p:spPr>
          <a:xfrm xmlns:a="http://schemas.openxmlformats.org/drawingml/2006/main">
            <a:off x="8531543" y="4479608"/>
            <a:ext cx="2808923" cy="750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HR review</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Approve tasks and access</a:t>
            </a:r>
          </a:p>
        </p:txBody>
      </p:sp>
      <p:sp>
        <p:nvSpPr>
          <p:cNvPr id="28" name="day2-296">
            <a:extLst xmlns:a="http://schemas.openxmlformats.org/drawingml/2006/main">
              <a:ext uri="{FF2B5EF4-FFF2-40B4-BE49-F238E27FC236}">
                <a16:creationId xmlns:a16="http://schemas.microsoft.com/office/drawing/2014/main" id="{3441A78D-DC53-4CE3-9635-BA3C4D25665D}"/>
              </a:ext>
            </a:extLst>
          </p:cNvPr>
          <p:cNvSpPr>
            <a:spLocks xmlns:a="http://schemas.openxmlformats.org/drawingml/2006/main" noGrp="1"/>
          </p:cNvSpPr>
          <p:nvPr/>
        </p:nvSpPr>
        <p:spPr>
          <a:xfrm xmlns:a="http://schemas.openxmlformats.org/drawingml/2006/main">
            <a:off x="691515" y="4431983"/>
            <a:ext cx="2193608" cy="845820"/>
          </a:xfrm>
          <a:prstGeom xmlns:a="http://schemas.openxmlformats.org/drawingml/2006/main" prst="roundRect">
            <a:avLst>
              <a:gd name="adj" fmla="val 9009"/>
            </a:avLst>
          </a:prstGeom>
          <a:solidFill xmlns:a="http://schemas.openxmlformats.org/drawingml/2006/main">
            <a:srgbClr val="EEF1F5"/>
          </a:solidFill>
          <a:ln xmlns:a="http://schemas.openxmlformats.org/drawingml/2006/main" w="14288">
            <a:solidFill>
              <a:srgbClr val="5F7289"/>
            </a:solidFill>
          </a:ln>
        </p:spPr>
      </p:sp>
      <p:sp>
        <p:nvSpPr>
          <p:cNvPr id="29" name="day2-297">
            <a:extLst xmlns:a="http://schemas.openxmlformats.org/drawingml/2006/main">
              <a:ext uri="{FF2B5EF4-FFF2-40B4-BE49-F238E27FC236}">
                <a16:creationId xmlns:a16="http://schemas.microsoft.com/office/drawing/2014/main" id="{755E468C-7ACE-4BBA-9DF4-17BE7E436F5E}"/>
              </a:ext>
            </a:extLst>
          </p:cNvPr>
          <p:cNvSpPr>
            <a:spLocks xmlns:a="http://schemas.openxmlformats.org/drawingml/2006/main" noGrp="1"/>
          </p:cNvSpPr>
          <p:nvPr/>
        </p:nvSpPr>
        <p:spPr>
          <a:xfrm xmlns:a="http://schemas.openxmlformats.org/drawingml/2006/main">
            <a:off x="786765" y="4479608"/>
            <a:ext cx="2003107" cy="750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Optional tools</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Calendar or task tracker</a:t>
            </a:r>
          </a:p>
        </p:txBody>
      </p:sp>
      <p:sp>
        <p:nvSpPr>
          <p:cNvPr id="35" name="day2-298">
            <a:extLst xmlns:a="http://schemas.openxmlformats.org/drawingml/2006/main">
              <a:ext uri="{FF2B5EF4-FFF2-40B4-BE49-F238E27FC236}">
                <a16:creationId xmlns:a16="http://schemas.microsoft.com/office/drawing/2014/main" id="{CF8370D5-08C2-421D-9386-79DEB194CFD9}"/>
              </a:ext>
            </a:extLst>
          </p:cNvPr>
          <p:cNvSpPr>
            <a:spLocks xmlns:a="http://schemas.openxmlformats.org/drawingml/2006/main" noGrp="1"/>
          </p:cNvSpPr>
          <p:nvPr/>
        </p:nvSpPr>
        <p:spPr>
          <a:xfrm xmlns:a="http://schemas.openxmlformats.org/drawingml/2006/main">
            <a:off x="619125" y="59531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AC6154"/>
                </a:solidFill>
                <a:latin typeface="Arial"/>
                <a:ea typeface="Arial"/>
                <a:cs typeface="Arial"/>
              </a:defRPr>
            </a:defPPr>
            <a:lvl1pPr algn="l">
              <a:defRPr sz="1875" b="0">
                <a:solidFill>
                  <a:srgbClr val="AC6154"/>
                </a:solidFill>
                <a:latin typeface="Arial"/>
                <a:ea typeface="Arial"/>
                <a:cs typeface="Arial"/>
              </a:defRPr>
            </a:lvl1pPr>
            <a:lvl2pPr algn="l">
              <a:defRPr sz="1875" b="0">
                <a:solidFill>
                  <a:srgbClr val="AC6154"/>
                </a:solidFill>
                <a:latin typeface="Arial"/>
                <a:ea typeface="Arial"/>
                <a:cs typeface="Arial"/>
              </a:defRPr>
            </a:lvl2pPr>
            <a:lvl3pPr algn="l">
              <a:defRPr sz="1875" b="0">
                <a:solidFill>
                  <a:srgbClr val="AC6154"/>
                </a:solidFill>
                <a:latin typeface="Arial"/>
                <a:ea typeface="Arial"/>
                <a:cs typeface="Arial"/>
              </a:defRPr>
            </a:lvl3pPr>
            <a:lvl4pPr algn="l">
              <a:defRPr sz="1875" b="0">
                <a:solidFill>
                  <a:srgbClr val="AC6154"/>
                </a:solidFill>
                <a:latin typeface="Arial"/>
                <a:ea typeface="Arial"/>
                <a:cs typeface="Arial"/>
              </a:defRPr>
            </a:lvl4pPr>
            <a:lvl5pPr algn="l">
              <a:defRPr sz="1875" b="0">
                <a:solidFill>
                  <a:srgbClr val="AC6154"/>
                </a:solidFill>
                <a:latin typeface="Arial"/>
                <a:ea typeface="Arial"/>
                <a:cs typeface="Arial"/>
              </a:defRPr>
            </a:lvl5pPr>
            <a:lvl6pPr algn="l">
              <a:defRPr sz="1875" b="0">
                <a:solidFill>
                  <a:srgbClr val="AC6154"/>
                </a:solidFill>
                <a:latin typeface="Arial"/>
                <a:ea typeface="Arial"/>
                <a:cs typeface="Arial"/>
              </a:defRPr>
            </a:lvl6pPr>
            <a:lvl7pPr algn="l">
              <a:defRPr sz="1875" b="0">
                <a:solidFill>
                  <a:srgbClr val="AC6154"/>
                </a:solidFill>
                <a:latin typeface="Arial"/>
                <a:ea typeface="Arial"/>
                <a:cs typeface="Arial"/>
              </a:defRPr>
            </a:lvl7pPr>
            <a:lvl8pPr algn="l">
              <a:defRPr sz="1875" b="0">
                <a:solidFill>
                  <a:srgbClr val="AC6154"/>
                </a:solidFill>
                <a:latin typeface="Arial"/>
                <a:ea typeface="Arial"/>
                <a:cs typeface="Arial"/>
              </a:defRPr>
            </a:lvl8pPr>
            <a:lvl9pPr algn="l">
              <a:defRPr sz="1875" b="0">
                <a:solidFill>
                  <a:srgbClr val="AC6154"/>
                </a:solidFill>
                <a:latin typeface="Arial"/>
                <a:ea typeface="Arial"/>
                <a:cs typeface="Arial"/>
              </a:defRPr>
            </a:lvl9pPr>
          </a:lstStyle>
          <a:p xmlns:a="http://schemas.openxmlformats.org/drawingml/2006/main">
            <a:pPr algn="l">
              <a:defRPr sz="1875" b="0">
                <a:solidFill>
                  <a:srgbClr val="AC6154"/>
                </a:solidFill>
                <a:latin typeface="Arial"/>
                <a:ea typeface="Arial"/>
                <a:cs typeface="Arial"/>
              </a:defRPr>
            </a:pPr>
            <a:r>
              <a:rPr sz="1875" b="0">
                <a:solidFill>
                  <a:srgbClr val="AC6154"/>
                </a:solidFill>
                <a:latin typeface="Arial"/>
                <a:ea typeface="Arial"/>
                <a:cs typeface="Arial"/>
              </a:rPr>
              <a:t>Which steps need a person to authorize them?</a:t>
            </a:r>
          </a:p>
        </p:txBody>
      </p:sp>
    </p:spTree>
    <p:extLst>
      <p:ext uri="{BB962C8B-B14F-4D97-AF65-F5344CB8AC3E}">
        <p14:creationId xmlns:p14="http://schemas.microsoft.com/office/powerpoint/2010/main" val="8267609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2-299">
            <a:extLst xmlns:a="http://schemas.openxmlformats.org/drawingml/2006/main">
              <a:ext uri="{FF2B5EF4-FFF2-40B4-BE49-F238E27FC236}">
                <a16:creationId xmlns:a16="http://schemas.microsoft.com/office/drawing/2014/main" id="{4C578943-CA18-4907-B972-873412ADE2B8}"/>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Onboarding: policy and proposed tasks</a:t>
            </a:r>
          </a:p>
        </p:txBody>
      </p:sp>
      <p:sp>
        <p:nvSpPr>
          <p:cNvPr id="2" name="day2-300">
            <a:extLst xmlns:a="http://schemas.openxmlformats.org/drawingml/2006/main">
              <a:ext uri="{FF2B5EF4-FFF2-40B4-BE49-F238E27FC236}">
                <a16:creationId xmlns:a16="http://schemas.microsoft.com/office/drawing/2014/main" id="{5A5D9A07-A94B-47CF-ADC3-BA406C7B1005}"/>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301">
            <a:extLst xmlns:a="http://schemas.openxmlformats.org/drawingml/2006/main">
              <a:ext uri="{FF2B5EF4-FFF2-40B4-BE49-F238E27FC236}">
                <a16:creationId xmlns:a16="http://schemas.microsoft.com/office/drawing/2014/main" id="{BC4291EE-F05D-4251-8020-BD38FFECE019}"/>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16</a:t>
            </a:r>
          </a:p>
        </p:txBody>
      </p:sp>
      <p:sp>
        <p:nvSpPr>
          <p:cNvPr id="4" name="day2-302">
            <a:extLst xmlns:a="http://schemas.openxmlformats.org/drawingml/2006/main">
              <a:ext uri="{FF2B5EF4-FFF2-40B4-BE49-F238E27FC236}">
                <a16:creationId xmlns:a16="http://schemas.microsoft.com/office/drawing/2014/main" id="{FA1F48A7-4C31-42B0-91AC-E8557C16B37A}"/>
              </a:ext>
            </a:extLst>
          </p:cNvPr>
          <p:cNvSpPr>
            <a:spLocks xmlns:a="http://schemas.openxmlformats.org/drawingml/2006/main" noGrp="1"/>
          </p:cNvSpPr>
          <p:nvPr/>
        </p:nvSpPr>
        <p:spPr>
          <a:xfrm xmlns:a="http://schemas.openxmlformats.org/drawingml/2006/main">
            <a:off x="619125" y="1000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HR prepares an onboarding plan from approved policy and a role brief</a:t>
            </a:r>
          </a:p>
        </p:txBody>
      </p:sp>
      <p:sp>
        <p:nvSpPr>
          <p:cNvPr id="5" name="day2-303">
            <a:extLst xmlns:a="http://schemas.openxmlformats.org/drawingml/2006/main">
              <a:ext uri="{FF2B5EF4-FFF2-40B4-BE49-F238E27FC236}">
                <a16:creationId xmlns:a16="http://schemas.microsoft.com/office/drawing/2014/main" id="{F0C84A7E-CF29-4A1A-A1A6-986E48993900}"/>
              </a:ext>
            </a:extLst>
          </p:cNvPr>
          <p:cNvSpPr>
            <a:spLocks xmlns:a="http://schemas.openxmlformats.org/drawingml/2006/main" noGrp="1"/>
          </p:cNvSpPr>
          <p:nvPr/>
        </p:nvSpPr>
        <p:spPr>
          <a:xfrm xmlns:a="http://schemas.openxmlformats.org/drawingml/2006/main">
            <a:off x="619125" y="1809750"/>
            <a:ext cx="5334000" cy="3552825"/>
          </a:xfrm>
          <a:prstGeom xmlns:a="http://schemas.openxmlformats.org/drawingml/2006/main" prst="roundRect">
            <a:avLst>
              <a:gd name="adj" fmla="val 2145"/>
            </a:avLst>
          </a:prstGeom>
          <a:solidFill xmlns:a="http://schemas.openxmlformats.org/drawingml/2006/main">
            <a:srgbClr val="EAF3FC"/>
          </a:solidFill>
          <a:ln xmlns:a="http://schemas.openxmlformats.org/drawingml/2006/main" w="12383">
            <a:solidFill>
              <a:srgbClr val="3D709F"/>
            </a:solidFill>
          </a:ln>
        </p:spPr>
      </p:sp>
      <p:sp>
        <p:nvSpPr>
          <p:cNvPr id="6" name="day2-304">
            <a:extLst xmlns:a="http://schemas.openxmlformats.org/drawingml/2006/main">
              <a:ext uri="{FF2B5EF4-FFF2-40B4-BE49-F238E27FC236}">
                <a16:creationId xmlns:a16="http://schemas.microsoft.com/office/drawing/2014/main" id="{CA7902AA-DB0C-4C88-B257-A99F1C42B6BA}"/>
              </a:ext>
            </a:extLst>
          </p:cNvPr>
          <p:cNvSpPr>
            <a:spLocks xmlns:a="http://schemas.openxmlformats.org/drawingml/2006/main" noGrp="1"/>
          </p:cNvSpPr>
          <p:nvPr/>
        </p:nvSpPr>
        <p:spPr>
          <a:xfrm xmlns:a="http://schemas.openxmlformats.org/drawingml/2006/main">
            <a:off x="87630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3D709F"/>
                </a:solidFill>
                <a:latin typeface="Arial"/>
                <a:ea typeface="Arial"/>
                <a:cs typeface="Arial"/>
              </a:defRPr>
            </a:defPPr>
            <a:lvl1pPr algn="l">
              <a:defRPr sz="1650" b="1">
                <a:solidFill>
                  <a:srgbClr val="3D709F"/>
                </a:solidFill>
                <a:latin typeface="Arial"/>
                <a:ea typeface="Arial"/>
                <a:cs typeface="Arial"/>
              </a:defRPr>
            </a:lvl1pPr>
            <a:lvl2pPr algn="l">
              <a:defRPr sz="1650" b="1">
                <a:solidFill>
                  <a:srgbClr val="3D709F"/>
                </a:solidFill>
                <a:latin typeface="Arial"/>
                <a:ea typeface="Arial"/>
                <a:cs typeface="Arial"/>
              </a:defRPr>
            </a:lvl2pPr>
            <a:lvl3pPr algn="l">
              <a:defRPr sz="1650" b="1">
                <a:solidFill>
                  <a:srgbClr val="3D709F"/>
                </a:solidFill>
                <a:latin typeface="Arial"/>
                <a:ea typeface="Arial"/>
                <a:cs typeface="Arial"/>
              </a:defRPr>
            </a:lvl3pPr>
            <a:lvl4pPr algn="l">
              <a:defRPr sz="1650" b="1">
                <a:solidFill>
                  <a:srgbClr val="3D709F"/>
                </a:solidFill>
                <a:latin typeface="Arial"/>
                <a:ea typeface="Arial"/>
                <a:cs typeface="Arial"/>
              </a:defRPr>
            </a:lvl4pPr>
            <a:lvl5pPr algn="l">
              <a:defRPr sz="1650" b="1">
                <a:solidFill>
                  <a:srgbClr val="3D709F"/>
                </a:solidFill>
                <a:latin typeface="Arial"/>
                <a:ea typeface="Arial"/>
                <a:cs typeface="Arial"/>
              </a:defRPr>
            </a:lvl5pPr>
            <a:lvl6pPr algn="l">
              <a:defRPr sz="1650" b="1">
                <a:solidFill>
                  <a:srgbClr val="3D709F"/>
                </a:solidFill>
                <a:latin typeface="Arial"/>
                <a:ea typeface="Arial"/>
                <a:cs typeface="Arial"/>
              </a:defRPr>
            </a:lvl6pPr>
            <a:lvl7pPr algn="l">
              <a:defRPr sz="1650" b="1">
                <a:solidFill>
                  <a:srgbClr val="3D709F"/>
                </a:solidFill>
                <a:latin typeface="Arial"/>
                <a:ea typeface="Arial"/>
                <a:cs typeface="Arial"/>
              </a:defRPr>
            </a:lvl7pPr>
            <a:lvl8pPr algn="l">
              <a:defRPr sz="1650" b="1">
                <a:solidFill>
                  <a:srgbClr val="3D709F"/>
                </a:solidFill>
                <a:latin typeface="Arial"/>
                <a:ea typeface="Arial"/>
                <a:cs typeface="Arial"/>
              </a:defRPr>
            </a:lvl8pPr>
            <a:lvl9pPr algn="l">
              <a:defRPr sz="1650" b="1">
                <a:solidFill>
                  <a:srgbClr val="3D709F"/>
                </a:solidFill>
                <a:latin typeface="Arial"/>
                <a:ea typeface="Arial"/>
                <a:cs typeface="Arial"/>
              </a:defRPr>
            </a:lvl9pPr>
          </a:lstStyle>
          <a:p xmlns:a="http://schemas.openxmlformats.org/drawingml/2006/main">
            <a:pPr algn="l">
              <a:defRPr sz="1650" b="1">
                <a:solidFill>
                  <a:srgbClr val="3D709F"/>
                </a:solidFill>
                <a:latin typeface="Arial"/>
                <a:ea typeface="Arial"/>
                <a:cs typeface="Arial"/>
              </a:defRPr>
            </a:pPr>
            <a:r>
              <a:rPr sz="1650" b="1">
                <a:solidFill>
                  <a:srgbClr val="3D709F"/>
                </a:solidFill>
                <a:latin typeface="Arial"/>
                <a:ea typeface="Arial"/>
                <a:cs typeface="Arial"/>
              </a:rPr>
              <a:t>Approved reference</a:t>
            </a:r>
          </a:p>
        </p:txBody>
      </p:sp>
      <p:sp>
        <p:nvSpPr>
          <p:cNvPr id="7" name="day2-305">
            <a:extLst xmlns:a="http://schemas.openxmlformats.org/drawingml/2006/main">
              <a:ext uri="{FF2B5EF4-FFF2-40B4-BE49-F238E27FC236}">
                <a16:creationId xmlns:a16="http://schemas.microsoft.com/office/drawing/2014/main" id="{D433280D-BB64-4CF4-B42F-FFDDECF1053E}"/>
              </a:ext>
            </a:extLst>
          </p:cNvPr>
          <p:cNvSpPr>
            <a:spLocks xmlns:a="http://schemas.openxmlformats.org/drawingml/2006/main" noGrp="1"/>
          </p:cNvSpPr>
          <p:nvPr/>
        </p:nvSpPr>
        <p:spPr>
          <a:xfrm xmlns:a="http://schemas.openxmlformats.org/drawingml/2006/main">
            <a:off x="87630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references/policy.md</a:t>
            </a:r>
          </a:p>
        </p:txBody>
      </p:sp>
      <p:sp>
        <p:nvSpPr>
          <p:cNvPr id="8" name="day2-306">
            <a:extLst xmlns:a="http://schemas.openxmlformats.org/drawingml/2006/main">
              <a:ext uri="{FF2B5EF4-FFF2-40B4-BE49-F238E27FC236}">
                <a16:creationId xmlns:a16="http://schemas.microsoft.com/office/drawing/2014/main" id="{9DC03851-3175-4483-9D2A-0C4083F87BB4}"/>
              </a:ext>
            </a:extLst>
          </p:cNvPr>
          <p:cNvSpPr>
            <a:spLocks xmlns:a="http://schemas.openxmlformats.org/drawingml/2006/main" noGrp="1"/>
          </p:cNvSpPr>
          <p:nvPr/>
        </p:nvSpPr>
        <p:spPr>
          <a:xfrm xmlns:a="http://schemas.openxmlformats.org/drawingml/2006/main">
            <a:off x="87630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Onboarding policy</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Owner: People Operations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Version: training example 1</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Access requires manager approval</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Equipment requires IT approval</a:t>
            </a:r>
          </a:p>
        </p:txBody>
      </p:sp>
      <p:sp>
        <p:nvSpPr>
          <p:cNvPr id="9" name="day2-307">
            <a:extLst xmlns:a="http://schemas.openxmlformats.org/drawingml/2006/main">
              <a:ext uri="{FF2B5EF4-FFF2-40B4-BE49-F238E27FC236}">
                <a16:creationId xmlns:a16="http://schemas.microsoft.com/office/drawing/2014/main" id="{67F8176E-A113-4564-AA32-83EB2C1AD238}"/>
              </a:ext>
            </a:extLst>
          </p:cNvPr>
          <p:cNvSpPr>
            <a:spLocks xmlns:a="http://schemas.openxmlformats.org/drawingml/2006/main" noGrp="1"/>
          </p:cNvSpPr>
          <p:nvPr/>
        </p:nvSpPr>
        <p:spPr>
          <a:xfrm xmlns:a="http://schemas.openxmlformats.org/drawingml/2006/main">
            <a:off x="6238875" y="1809750"/>
            <a:ext cx="5334000" cy="3552825"/>
          </a:xfrm>
          <a:prstGeom xmlns:a="http://schemas.openxmlformats.org/drawingml/2006/main" prst="roundRect">
            <a:avLst>
              <a:gd name="adj" fmla="val 2145"/>
            </a:avLst>
          </a:prstGeom>
          <a:solidFill xmlns:a="http://schemas.openxmlformats.org/drawingml/2006/main">
            <a:srgbClr val="E5F4EF"/>
          </a:solidFill>
          <a:ln xmlns:a="http://schemas.openxmlformats.org/drawingml/2006/main" w="12383">
            <a:solidFill>
              <a:srgbClr val="327D6B"/>
            </a:solidFill>
          </a:ln>
        </p:spPr>
      </p:sp>
      <p:sp>
        <p:nvSpPr>
          <p:cNvPr id="10" name="day2-308">
            <a:extLst xmlns:a="http://schemas.openxmlformats.org/drawingml/2006/main">
              <a:ext uri="{FF2B5EF4-FFF2-40B4-BE49-F238E27FC236}">
                <a16:creationId xmlns:a16="http://schemas.microsoft.com/office/drawing/2014/main" id="{18BAE0D2-E0AA-4CA0-9809-3261E890FDC0}"/>
              </a:ext>
            </a:extLst>
          </p:cNvPr>
          <p:cNvSpPr>
            <a:spLocks xmlns:a="http://schemas.openxmlformats.org/drawingml/2006/main" noGrp="1"/>
          </p:cNvSpPr>
          <p:nvPr/>
        </p:nvSpPr>
        <p:spPr>
          <a:xfrm xmlns:a="http://schemas.openxmlformats.org/drawingml/2006/main">
            <a:off x="649605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327D6B"/>
                </a:solidFill>
                <a:latin typeface="Arial"/>
                <a:ea typeface="Arial"/>
                <a:cs typeface="Arial"/>
              </a:defRPr>
            </a:defPPr>
            <a:lvl1pPr algn="l">
              <a:defRPr sz="1650" b="1">
                <a:solidFill>
                  <a:srgbClr val="327D6B"/>
                </a:solidFill>
                <a:latin typeface="Arial"/>
                <a:ea typeface="Arial"/>
                <a:cs typeface="Arial"/>
              </a:defRPr>
            </a:lvl1pPr>
            <a:lvl2pPr algn="l">
              <a:defRPr sz="1650" b="1">
                <a:solidFill>
                  <a:srgbClr val="327D6B"/>
                </a:solidFill>
                <a:latin typeface="Arial"/>
                <a:ea typeface="Arial"/>
                <a:cs typeface="Arial"/>
              </a:defRPr>
            </a:lvl2pPr>
            <a:lvl3pPr algn="l">
              <a:defRPr sz="1650" b="1">
                <a:solidFill>
                  <a:srgbClr val="327D6B"/>
                </a:solidFill>
                <a:latin typeface="Arial"/>
                <a:ea typeface="Arial"/>
                <a:cs typeface="Arial"/>
              </a:defRPr>
            </a:lvl3pPr>
            <a:lvl4pPr algn="l">
              <a:defRPr sz="1650" b="1">
                <a:solidFill>
                  <a:srgbClr val="327D6B"/>
                </a:solidFill>
                <a:latin typeface="Arial"/>
                <a:ea typeface="Arial"/>
                <a:cs typeface="Arial"/>
              </a:defRPr>
            </a:lvl4pPr>
            <a:lvl5pPr algn="l">
              <a:defRPr sz="1650" b="1">
                <a:solidFill>
                  <a:srgbClr val="327D6B"/>
                </a:solidFill>
                <a:latin typeface="Arial"/>
                <a:ea typeface="Arial"/>
                <a:cs typeface="Arial"/>
              </a:defRPr>
            </a:lvl5pPr>
            <a:lvl6pPr algn="l">
              <a:defRPr sz="1650" b="1">
                <a:solidFill>
                  <a:srgbClr val="327D6B"/>
                </a:solidFill>
                <a:latin typeface="Arial"/>
                <a:ea typeface="Arial"/>
                <a:cs typeface="Arial"/>
              </a:defRPr>
            </a:lvl6pPr>
            <a:lvl7pPr algn="l">
              <a:defRPr sz="1650" b="1">
                <a:solidFill>
                  <a:srgbClr val="327D6B"/>
                </a:solidFill>
                <a:latin typeface="Arial"/>
                <a:ea typeface="Arial"/>
                <a:cs typeface="Arial"/>
              </a:defRPr>
            </a:lvl7pPr>
            <a:lvl8pPr algn="l">
              <a:defRPr sz="1650" b="1">
                <a:solidFill>
                  <a:srgbClr val="327D6B"/>
                </a:solidFill>
                <a:latin typeface="Arial"/>
                <a:ea typeface="Arial"/>
                <a:cs typeface="Arial"/>
              </a:defRPr>
            </a:lvl8pPr>
            <a:lvl9pPr algn="l">
              <a:defRPr sz="1650" b="1">
                <a:solidFill>
                  <a:srgbClr val="327D6B"/>
                </a:solidFill>
                <a:latin typeface="Arial"/>
                <a:ea typeface="Arial"/>
                <a:cs typeface="Arial"/>
              </a:defRPr>
            </a:lvl9pPr>
          </a:lstStyle>
          <a:p xmlns:a="http://schemas.openxmlformats.org/drawingml/2006/main">
            <a:pPr algn="l">
              <a:defRPr sz="1650" b="1">
                <a:solidFill>
                  <a:srgbClr val="327D6B"/>
                </a:solidFill>
                <a:latin typeface="Arial"/>
                <a:ea typeface="Arial"/>
                <a:cs typeface="Arial"/>
              </a:defRPr>
            </a:pPr>
            <a:r>
              <a:rPr sz="1650" b="1">
                <a:solidFill>
                  <a:srgbClr val="327D6B"/>
                </a:solidFill>
                <a:latin typeface="Arial"/>
                <a:ea typeface="Arial"/>
                <a:cs typeface="Arial"/>
              </a:rPr>
              <a:t>Draft plan</a:t>
            </a:r>
          </a:p>
        </p:txBody>
      </p:sp>
      <p:sp>
        <p:nvSpPr>
          <p:cNvPr id="11" name="day2-309">
            <a:extLst xmlns:a="http://schemas.openxmlformats.org/drawingml/2006/main">
              <a:ext uri="{FF2B5EF4-FFF2-40B4-BE49-F238E27FC236}">
                <a16:creationId xmlns:a16="http://schemas.microsoft.com/office/drawing/2014/main" id="{5010F1FB-DBB2-48BB-A216-204395848982}"/>
              </a:ext>
            </a:extLst>
          </p:cNvPr>
          <p:cNvSpPr>
            <a:spLocks xmlns:a="http://schemas.openxmlformats.org/drawingml/2006/main" noGrp="1"/>
          </p:cNvSpPr>
          <p:nvPr/>
        </p:nvSpPr>
        <p:spPr>
          <a:xfrm xmlns:a="http://schemas.openxmlformats.org/drawingml/2006/main">
            <a:off x="649605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outputs/plan.md</a:t>
            </a:r>
          </a:p>
        </p:txBody>
      </p:sp>
      <p:sp>
        <p:nvSpPr>
          <p:cNvPr id="12" name="day2-310">
            <a:extLst xmlns:a="http://schemas.openxmlformats.org/drawingml/2006/main">
              <a:ext uri="{FF2B5EF4-FFF2-40B4-BE49-F238E27FC236}">
                <a16:creationId xmlns:a16="http://schemas.microsoft.com/office/drawing/2014/main" id="{A194FC58-021D-4396-8DF9-DB790E30E41B}"/>
              </a:ext>
            </a:extLst>
          </p:cNvPr>
          <p:cNvSpPr>
            <a:spLocks xmlns:a="http://schemas.openxmlformats.org/drawingml/2006/main" noGrp="1"/>
          </p:cNvSpPr>
          <p:nvPr/>
        </p:nvSpPr>
        <p:spPr>
          <a:xfrm xmlns:a="http://schemas.openxmlformats.org/drawingml/2006/main">
            <a:off x="649605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Onboarding checklist</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Welcome: team lead</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Policy review: People Operations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Account request: IT, pending</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Access approval: manager, pending</a:t>
            </a:r>
          </a:p>
        </p:txBody>
      </p:sp>
      <p:sp>
        <p:nvSpPr>
          <p:cNvPr id="13" name="day2-311">
            <a:extLst xmlns:a="http://schemas.openxmlformats.org/drawingml/2006/main">
              <a:ext uri="{FF2B5EF4-FFF2-40B4-BE49-F238E27FC236}">
                <a16:creationId xmlns:a16="http://schemas.microsoft.com/office/drawing/2014/main" id="{CC87A8E7-2AFB-4B4D-A277-4B7CD794BD0E}"/>
              </a:ext>
            </a:extLst>
          </p:cNvPr>
          <p:cNvSpPr>
            <a:spLocks xmlns:a="http://schemas.openxmlformats.org/drawingml/2006/main" noGrp="1"/>
          </p:cNvSpPr>
          <p:nvPr/>
        </p:nvSpPr>
        <p:spPr>
          <a:xfrm xmlns:a="http://schemas.openxmlformats.org/drawingml/2006/main">
            <a:off x="619125" y="583882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AC6154"/>
                </a:solidFill>
                <a:latin typeface="Arial"/>
                <a:ea typeface="Arial"/>
                <a:cs typeface="Arial"/>
              </a:defRPr>
            </a:defPPr>
            <a:lvl1pPr algn="l">
              <a:defRPr sz="1950" b="0">
                <a:solidFill>
                  <a:srgbClr val="AC6154"/>
                </a:solidFill>
                <a:latin typeface="Arial"/>
                <a:ea typeface="Arial"/>
                <a:cs typeface="Arial"/>
              </a:defRPr>
            </a:lvl1pPr>
            <a:lvl2pPr algn="l">
              <a:defRPr sz="1950" b="0">
                <a:solidFill>
                  <a:srgbClr val="AC6154"/>
                </a:solidFill>
                <a:latin typeface="Arial"/>
                <a:ea typeface="Arial"/>
                <a:cs typeface="Arial"/>
              </a:defRPr>
            </a:lvl2pPr>
            <a:lvl3pPr algn="l">
              <a:defRPr sz="1950" b="0">
                <a:solidFill>
                  <a:srgbClr val="AC6154"/>
                </a:solidFill>
                <a:latin typeface="Arial"/>
                <a:ea typeface="Arial"/>
                <a:cs typeface="Arial"/>
              </a:defRPr>
            </a:lvl3pPr>
            <a:lvl4pPr algn="l">
              <a:defRPr sz="1950" b="0">
                <a:solidFill>
                  <a:srgbClr val="AC6154"/>
                </a:solidFill>
                <a:latin typeface="Arial"/>
                <a:ea typeface="Arial"/>
                <a:cs typeface="Arial"/>
              </a:defRPr>
            </a:lvl4pPr>
            <a:lvl5pPr algn="l">
              <a:defRPr sz="1950" b="0">
                <a:solidFill>
                  <a:srgbClr val="AC6154"/>
                </a:solidFill>
                <a:latin typeface="Arial"/>
                <a:ea typeface="Arial"/>
                <a:cs typeface="Arial"/>
              </a:defRPr>
            </a:lvl5pPr>
            <a:lvl6pPr algn="l">
              <a:defRPr sz="1950" b="0">
                <a:solidFill>
                  <a:srgbClr val="AC6154"/>
                </a:solidFill>
                <a:latin typeface="Arial"/>
                <a:ea typeface="Arial"/>
                <a:cs typeface="Arial"/>
              </a:defRPr>
            </a:lvl6pPr>
            <a:lvl7pPr algn="l">
              <a:defRPr sz="1950" b="0">
                <a:solidFill>
                  <a:srgbClr val="AC6154"/>
                </a:solidFill>
                <a:latin typeface="Arial"/>
                <a:ea typeface="Arial"/>
                <a:cs typeface="Arial"/>
              </a:defRPr>
            </a:lvl7pPr>
            <a:lvl8pPr algn="l">
              <a:defRPr sz="1950" b="0">
                <a:solidFill>
                  <a:srgbClr val="AC6154"/>
                </a:solidFill>
                <a:latin typeface="Arial"/>
                <a:ea typeface="Arial"/>
                <a:cs typeface="Arial"/>
              </a:defRPr>
            </a:lvl8pPr>
            <a:lvl9pPr algn="l">
              <a:defRPr sz="1950" b="0">
                <a:solidFill>
                  <a:srgbClr val="AC6154"/>
                </a:solidFill>
                <a:latin typeface="Arial"/>
                <a:ea typeface="Arial"/>
                <a:cs typeface="Arial"/>
              </a:defRPr>
            </a:lvl9pPr>
          </a:lstStyle>
          <a:p xmlns:a="http://schemas.openxmlformats.org/drawingml/2006/main">
            <a:pPr algn="l">
              <a:defRPr sz="1950" b="0">
                <a:solidFill>
                  <a:srgbClr val="AC6154"/>
                </a:solidFill>
                <a:latin typeface="Arial"/>
                <a:ea typeface="Arial"/>
                <a:cs typeface="Arial"/>
              </a:defRPr>
            </a:pPr>
            <a:r>
              <a:rPr sz="1950" b="0">
                <a:solidFill>
                  <a:srgbClr val="AC6154"/>
                </a:solidFill>
                <a:latin typeface="Arial"/>
                <a:ea typeface="Arial"/>
                <a:cs typeface="Arial"/>
              </a:rPr>
              <a:t>Which steps need a person to authorize them?</a:t>
            </a:r>
          </a:p>
        </p:txBody>
      </p:sp>
    </p:spTree>
    <p:extLst>
      <p:ext uri="{BB962C8B-B14F-4D97-AF65-F5344CB8AC3E}">
        <p14:creationId xmlns:p14="http://schemas.microsoft.com/office/powerpoint/2010/main" val="21875077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ay2-312">
            <a:extLst xmlns:a="http://schemas.openxmlformats.org/drawingml/2006/main">
              <a:ext uri="{FF2B5EF4-FFF2-40B4-BE49-F238E27FC236}">
                <a16:creationId xmlns:a16="http://schemas.microsoft.com/office/drawing/2014/main" id="{57D1BD5B-4789-4EF4-A235-AB505C5E8844}"/>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Rule, reference, or skill?</a:t>
            </a:r>
          </a:p>
        </p:txBody>
      </p:sp>
      <p:sp>
        <p:nvSpPr>
          <p:cNvPr id="2" name="day2-313">
            <a:extLst xmlns:a="http://schemas.openxmlformats.org/drawingml/2006/main">
              <a:ext uri="{FF2B5EF4-FFF2-40B4-BE49-F238E27FC236}">
                <a16:creationId xmlns:a16="http://schemas.microsoft.com/office/drawing/2014/main" id="{716134DE-D27C-4716-9C93-684743C5D1EA}"/>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314">
            <a:extLst xmlns:a="http://schemas.openxmlformats.org/drawingml/2006/main">
              <a:ext uri="{FF2B5EF4-FFF2-40B4-BE49-F238E27FC236}">
                <a16:creationId xmlns:a16="http://schemas.microsoft.com/office/drawing/2014/main" id="{84A61658-BF0F-4887-A589-005DF0497277}"/>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17</a:t>
            </a:r>
          </a:p>
        </p:txBody>
      </p:sp>
      <p:sp>
        <p:nvSpPr>
          <p:cNvPr id="4" name="day2-315">
            <a:extLst xmlns:a="http://schemas.openxmlformats.org/drawingml/2006/main">
              <a:ext uri="{FF2B5EF4-FFF2-40B4-BE49-F238E27FC236}">
                <a16:creationId xmlns:a16="http://schemas.microsoft.com/office/drawing/2014/main" id="{19AADD14-03ED-42DF-9DF3-3B025C7C8B7F}"/>
              </a:ext>
            </a:extLst>
          </p:cNvPr>
          <p:cNvSpPr>
            <a:spLocks xmlns:a="http://schemas.openxmlformats.org/drawingml/2006/main" noGrp="1"/>
          </p:cNvSpPr>
          <p:nvPr/>
        </p:nvSpPr>
        <p:spPr>
          <a:xfrm xmlns:a="http://schemas.openxmlformats.org/drawingml/2006/main">
            <a:off x="619125" y="1000125"/>
            <a:ext cx="895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Choose the smallest addition that solves the recurring problem</a:t>
            </a:r>
          </a:p>
        </p:txBody>
      </p:sp>
      <p:pic>
        <p:nvPicPr>
          <p:cNvPr id="5" name="">
            <a:extLst xmlns:a="http://schemas.openxmlformats.org/drawingml/2006/main">
              <a:ext uri="{FF2B5EF4-FFF2-40B4-BE49-F238E27FC236}">
                <a16:creationId xmlns:a16="http://schemas.microsoft.com/office/drawing/2014/main" id="{3012425E-8CB4-4E8F-B660-E8CB92DEF11E}"/>
              </a:ext>
            </a:extLst>
          </p:cNvPr>
          <p:cNvPicPr>
            <a:picLocks xmlns:a="http://schemas.openxmlformats.org/drawingml/2006/main" noChangeAspect="1"/>
          </p:cNvPicPr>
          <p:nvPr/>
        </p:nvPicPr>
        <p:blipFill>
          <a:blip xmlns:r="http://schemas.openxmlformats.org/officeDocument/2006/relationships" xmlns:a="http://schemas.openxmlformats.org/drawingml/2006/main" r:embed="Re337468dbbf24158"/>
          <a:stretch xmlns:a="http://schemas.openxmlformats.org/drawingml/2006/main"/>
        </p:blipFill>
        <p:spPr>
          <a:xfrm xmlns:a="http://schemas.openxmlformats.org/drawingml/2006/main">
            <a:off x="9715500" y="963613"/>
            <a:ext cx="1952625" cy="1301750"/>
          </a:xfrm>
          <a:prstGeom xmlns:a="http://schemas.openxmlformats.org/drawingml/2006/main" prst="rect">
            <a:avLst/>
          </a:prstGeom>
        </p:spPr>
      </p:pic>
      <p:sp>
        <p:nvSpPr>
          <p:cNvPr id="6" name="day2-316">
            <a:extLst xmlns:a="http://schemas.openxmlformats.org/drawingml/2006/main">
              <a:ext uri="{FF2B5EF4-FFF2-40B4-BE49-F238E27FC236}">
                <a16:creationId xmlns:a16="http://schemas.microsoft.com/office/drawing/2014/main" id="{C2E5CBED-D5FC-468F-AB5D-7F5757D412F6}"/>
              </a:ext>
            </a:extLst>
          </p:cNvPr>
          <p:cNvSpPr>
            <a:spLocks xmlns:a="http://schemas.openxmlformats.org/drawingml/2006/main" noGrp="1"/>
          </p:cNvSpPr>
          <p:nvPr/>
        </p:nvSpPr>
        <p:spPr>
          <a:xfrm xmlns:a="http://schemas.openxmlformats.org/drawingml/2006/main">
            <a:off x="619125" y="1847850"/>
            <a:ext cx="95250" cy="95250"/>
          </a:xfrm>
          <a:prstGeom xmlns:a="http://schemas.openxmlformats.org/drawingml/2006/main" prst="rect">
            <a:avLst/>
          </a:prstGeom>
          <a:solidFill xmlns:a="http://schemas.openxmlformats.org/drawingml/2006/main">
            <a:srgbClr val="3D709F"/>
          </a:solidFill>
          <a:ln xmlns:a="http://schemas.openxmlformats.org/drawingml/2006/main" w="0">
            <a:noFill/>
          </a:ln>
        </p:spPr>
      </p:sp>
      <p:sp>
        <p:nvSpPr>
          <p:cNvPr id="7" name="day2-317">
            <a:extLst xmlns:a="http://schemas.openxmlformats.org/drawingml/2006/main">
              <a:ext uri="{FF2B5EF4-FFF2-40B4-BE49-F238E27FC236}">
                <a16:creationId xmlns:a16="http://schemas.microsoft.com/office/drawing/2014/main" id="{9BB7271D-9B99-4F86-8C0D-68D68A8693E5}"/>
              </a:ext>
            </a:extLst>
          </p:cNvPr>
          <p:cNvSpPr>
            <a:spLocks xmlns:a="http://schemas.openxmlformats.org/drawingml/2006/main" noGrp="1"/>
          </p:cNvSpPr>
          <p:nvPr/>
        </p:nvSpPr>
        <p:spPr>
          <a:xfrm xmlns:a="http://schemas.openxmlformats.org/drawingml/2006/main">
            <a:off x="8001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D709F"/>
                </a:solidFill>
                <a:latin typeface="Arial"/>
                <a:ea typeface="Arial"/>
                <a:cs typeface="Arial"/>
              </a:defRPr>
            </a:defPPr>
            <a:lvl1pPr algn="l">
              <a:defRPr sz="1425" b="0">
                <a:solidFill>
                  <a:srgbClr val="3D709F"/>
                </a:solidFill>
                <a:latin typeface="Arial"/>
                <a:ea typeface="Arial"/>
                <a:cs typeface="Arial"/>
              </a:defRPr>
            </a:lvl1pPr>
            <a:lvl2pPr algn="l">
              <a:defRPr sz="1425" b="0">
                <a:solidFill>
                  <a:srgbClr val="3D709F"/>
                </a:solidFill>
                <a:latin typeface="Arial"/>
                <a:ea typeface="Arial"/>
                <a:cs typeface="Arial"/>
              </a:defRPr>
            </a:lvl2pPr>
            <a:lvl3pPr algn="l">
              <a:defRPr sz="1425" b="0">
                <a:solidFill>
                  <a:srgbClr val="3D709F"/>
                </a:solidFill>
                <a:latin typeface="Arial"/>
                <a:ea typeface="Arial"/>
                <a:cs typeface="Arial"/>
              </a:defRPr>
            </a:lvl3pPr>
            <a:lvl4pPr algn="l">
              <a:defRPr sz="1425" b="0">
                <a:solidFill>
                  <a:srgbClr val="3D709F"/>
                </a:solidFill>
                <a:latin typeface="Arial"/>
                <a:ea typeface="Arial"/>
                <a:cs typeface="Arial"/>
              </a:defRPr>
            </a:lvl4pPr>
            <a:lvl5pPr algn="l">
              <a:defRPr sz="1425" b="0">
                <a:solidFill>
                  <a:srgbClr val="3D709F"/>
                </a:solidFill>
                <a:latin typeface="Arial"/>
                <a:ea typeface="Arial"/>
                <a:cs typeface="Arial"/>
              </a:defRPr>
            </a:lvl5pPr>
            <a:lvl6pPr algn="l">
              <a:defRPr sz="1425" b="0">
                <a:solidFill>
                  <a:srgbClr val="3D709F"/>
                </a:solidFill>
                <a:latin typeface="Arial"/>
                <a:ea typeface="Arial"/>
                <a:cs typeface="Arial"/>
              </a:defRPr>
            </a:lvl6pPr>
            <a:lvl7pPr algn="l">
              <a:defRPr sz="1425" b="0">
                <a:solidFill>
                  <a:srgbClr val="3D709F"/>
                </a:solidFill>
                <a:latin typeface="Arial"/>
                <a:ea typeface="Arial"/>
                <a:cs typeface="Arial"/>
              </a:defRPr>
            </a:lvl7pPr>
            <a:lvl8pPr algn="l">
              <a:defRPr sz="1425" b="0">
                <a:solidFill>
                  <a:srgbClr val="3D709F"/>
                </a:solidFill>
                <a:latin typeface="Arial"/>
                <a:ea typeface="Arial"/>
                <a:cs typeface="Arial"/>
              </a:defRPr>
            </a:lvl8pPr>
            <a:lvl9pPr algn="l">
              <a:defRPr sz="1425" b="0">
                <a:solidFill>
                  <a:srgbClr val="3D709F"/>
                </a:solidFill>
                <a:latin typeface="Arial"/>
                <a:ea typeface="Arial"/>
                <a:cs typeface="Arial"/>
              </a:defRPr>
            </a:lvl9pPr>
          </a:lstStyle>
          <a:p xmlns:a="http://schemas.openxmlformats.org/drawingml/2006/main">
            <a:pPr algn="l">
              <a:defRPr sz="1425" b="0">
                <a:solidFill>
                  <a:srgbClr val="3D709F"/>
                </a:solidFill>
                <a:latin typeface="Arial"/>
                <a:ea typeface="Arial"/>
                <a:cs typeface="Arial"/>
              </a:defRPr>
            </a:pPr>
            <a:r>
              <a:rPr sz="1425" b="0">
                <a:solidFill>
                  <a:srgbClr val="3D709F"/>
                </a:solidFill>
                <a:latin typeface="Arial"/>
                <a:ea typeface="Arial"/>
                <a:cs typeface="Arial"/>
              </a:rPr>
              <a:t>Inputs</a:t>
            </a:r>
          </a:p>
        </p:txBody>
      </p:sp>
      <p:sp>
        <p:nvSpPr>
          <p:cNvPr id="8" name="day2-318">
            <a:extLst xmlns:a="http://schemas.openxmlformats.org/drawingml/2006/main">
              <a:ext uri="{FF2B5EF4-FFF2-40B4-BE49-F238E27FC236}">
                <a16:creationId xmlns:a16="http://schemas.microsoft.com/office/drawing/2014/main" id="{54F20339-2368-46DF-8C4A-3AAFB9E18AC5}"/>
              </a:ext>
            </a:extLst>
          </p:cNvPr>
          <p:cNvSpPr>
            <a:spLocks xmlns:a="http://schemas.openxmlformats.org/drawingml/2006/main" noGrp="1"/>
          </p:cNvSpPr>
          <p:nvPr/>
        </p:nvSpPr>
        <p:spPr>
          <a:xfrm xmlns:a="http://schemas.openxmlformats.org/drawingml/2006/main">
            <a:off x="2124075" y="1847850"/>
            <a:ext cx="95250" cy="95250"/>
          </a:xfrm>
          <a:prstGeom xmlns:a="http://schemas.openxmlformats.org/drawingml/2006/main" prst="rect">
            <a:avLst/>
          </a:prstGeom>
          <a:solidFill xmlns:a="http://schemas.openxmlformats.org/drawingml/2006/main">
            <a:srgbClr val="7360A1"/>
          </a:solidFill>
          <a:ln xmlns:a="http://schemas.openxmlformats.org/drawingml/2006/main" w="0">
            <a:noFill/>
          </a:ln>
        </p:spPr>
      </p:sp>
      <p:sp>
        <p:nvSpPr>
          <p:cNvPr id="9" name="day2-319">
            <a:extLst xmlns:a="http://schemas.openxmlformats.org/drawingml/2006/main">
              <a:ext uri="{FF2B5EF4-FFF2-40B4-BE49-F238E27FC236}">
                <a16:creationId xmlns:a16="http://schemas.microsoft.com/office/drawing/2014/main" id="{60AD612A-054A-40DB-BE2A-A8EDB243D0E1}"/>
              </a:ext>
            </a:extLst>
          </p:cNvPr>
          <p:cNvSpPr>
            <a:spLocks xmlns:a="http://schemas.openxmlformats.org/drawingml/2006/main" noGrp="1"/>
          </p:cNvSpPr>
          <p:nvPr/>
        </p:nvSpPr>
        <p:spPr>
          <a:xfrm xmlns:a="http://schemas.openxmlformats.org/drawingml/2006/main">
            <a:off x="23050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7360A1"/>
                </a:solidFill>
                <a:latin typeface="Arial"/>
                <a:ea typeface="Arial"/>
                <a:cs typeface="Arial"/>
              </a:defRPr>
            </a:defPPr>
            <a:lvl1pPr algn="l">
              <a:defRPr sz="1425" b="0">
                <a:solidFill>
                  <a:srgbClr val="7360A1"/>
                </a:solidFill>
                <a:latin typeface="Arial"/>
                <a:ea typeface="Arial"/>
                <a:cs typeface="Arial"/>
              </a:defRPr>
            </a:lvl1pPr>
            <a:lvl2pPr algn="l">
              <a:defRPr sz="1425" b="0">
                <a:solidFill>
                  <a:srgbClr val="7360A1"/>
                </a:solidFill>
                <a:latin typeface="Arial"/>
                <a:ea typeface="Arial"/>
                <a:cs typeface="Arial"/>
              </a:defRPr>
            </a:lvl2pPr>
            <a:lvl3pPr algn="l">
              <a:defRPr sz="1425" b="0">
                <a:solidFill>
                  <a:srgbClr val="7360A1"/>
                </a:solidFill>
                <a:latin typeface="Arial"/>
                <a:ea typeface="Arial"/>
                <a:cs typeface="Arial"/>
              </a:defRPr>
            </a:lvl3pPr>
            <a:lvl4pPr algn="l">
              <a:defRPr sz="1425" b="0">
                <a:solidFill>
                  <a:srgbClr val="7360A1"/>
                </a:solidFill>
                <a:latin typeface="Arial"/>
                <a:ea typeface="Arial"/>
                <a:cs typeface="Arial"/>
              </a:defRPr>
            </a:lvl4pPr>
            <a:lvl5pPr algn="l">
              <a:defRPr sz="1425" b="0">
                <a:solidFill>
                  <a:srgbClr val="7360A1"/>
                </a:solidFill>
                <a:latin typeface="Arial"/>
                <a:ea typeface="Arial"/>
                <a:cs typeface="Arial"/>
              </a:defRPr>
            </a:lvl5pPr>
            <a:lvl6pPr algn="l">
              <a:defRPr sz="1425" b="0">
                <a:solidFill>
                  <a:srgbClr val="7360A1"/>
                </a:solidFill>
                <a:latin typeface="Arial"/>
                <a:ea typeface="Arial"/>
                <a:cs typeface="Arial"/>
              </a:defRPr>
            </a:lvl6pPr>
            <a:lvl7pPr algn="l">
              <a:defRPr sz="1425" b="0">
                <a:solidFill>
                  <a:srgbClr val="7360A1"/>
                </a:solidFill>
                <a:latin typeface="Arial"/>
                <a:ea typeface="Arial"/>
                <a:cs typeface="Arial"/>
              </a:defRPr>
            </a:lvl7pPr>
            <a:lvl8pPr algn="l">
              <a:defRPr sz="1425" b="0">
                <a:solidFill>
                  <a:srgbClr val="7360A1"/>
                </a:solidFill>
                <a:latin typeface="Arial"/>
                <a:ea typeface="Arial"/>
                <a:cs typeface="Arial"/>
              </a:defRPr>
            </a:lvl8pPr>
            <a:lvl9pPr algn="l">
              <a:defRPr sz="1425" b="0">
                <a:solidFill>
                  <a:srgbClr val="7360A1"/>
                </a:solidFill>
                <a:latin typeface="Arial"/>
                <a:ea typeface="Arial"/>
                <a:cs typeface="Arial"/>
              </a:defRPr>
            </a:lvl9pPr>
          </a:lstStyle>
          <a:p xmlns:a="http://schemas.openxmlformats.org/drawingml/2006/main">
            <a:pPr algn="l">
              <a:defRPr sz="1425" b="0">
                <a:solidFill>
                  <a:srgbClr val="7360A1"/>
                </a:solidFill>
                <a:latin typeface="Arial"/>
                <a:ea typeface="Arial"/>
                <a:cs typeface="Arial"/>
              </a:defRPr>
            </a:pPr>
            <a:r>
              <a:rPr sz="1425" b="0">
                <a:solidFill>
                  <a:srgbClr val="7360A1"/>
                </a:solidFill>
                <a:latin typeface="Arial"/>
                <a:ea typeface="Arial"/>
                <a:cs typeface="Arial"/>
              </a:rPr>
              <a:t>Rules</a:t>
            </a:r>
          </a:p>
        </p:txBody>
      </p:sp>
      <p:sp>
        <p:nvSpPr>
          <p:cNvPr id="10" name="day2-320">
            <a:extLst xmlns:a="http://schemas.openxmlformats.org/drawingml/2006/main">
              <a:ext uri="{FF2B5EF4-FFF2-40B4-BE49-F238E27FC236}">
                <a16:creationId xmlns:a16="http://schemas.microsoft.com/office/drawing/2014/main" id="{F0ACDC72-EC95-4C24-B163-A9C7368BBF51}"/>
              </a:ext>
            </a:extLst>
          </p:cNvPr>
          <p:cNvSpPr>
            <a:spLocks xmlns:a="http://schemas.openxmlformats.org/drawingml/2006/main" noGrp="1"/>
          </p:cNvSpPr>
          <p:nvPr/>
        </p:nvSpPr>
        <p:spPr>
          <a:xfrm xmlns:a="http://schemas.openxmlformats.org/drawingml/2006/main">
            <a:off x="3629025" y="1847850"/>
            <a:ext cx="95250" cy="95250"/>
          </a:xfrm>
          <a:prstGeom xmlns:a="http://schemas.openxmlformats.org/drawingml/2006/main" prst="rect">
            <a:avLst/>
          </a:prstGeom>
          <a:solidFill xmlns:a="http://schemas.openxmlformats.org/drawingml/2006/main">
            <a:srgbClr val="9D752B"/>
          </a:solidFill>
          <a:ln xmlns:a="http://schemas.openxmlformats.org/drawingml/2006/main" w="0">
            <a:noFill/>
          </a:ln>
        </p:spPr>
      </p:sp>
      <p:sp>
        <p:nvSpPr>
          <p:cNvPr id="11" name="day2-321">
            <a:extLst xmlns:a="http://schemas.openxmlformats.org/drawingml/2006/main">
              <a:ext uri="{FF2B5EF4-FFF2-40B4-BE49-F238E27FC236}">
                <a16:creationId xmlns:a16="http://schemas.microsoft.com/office/drawing/2014/main" id="{C99A9FF1-9172-46A0-B6F2-41EF4CD40C8E}"/>
              </a:ext>
            </a:extLst>
          </p:cNvPr>
          <p:cNvSpPr>
            <a:spLocks xmlns:a="http://schemas.openxmlformats.org/drawingml/2006/main" noGrp="1"/>
          </p:cNvSpPr>
          <p:nvPr/>
        </p:nvSpPr>
        <p:spPr>
          <a:xfrm xmlns:a="http://schemas.openxmlformats.org/drawingml/2006/main">
            <a:off x="38100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9D752B"/>
                </a:solidFill>
                <a:latin typeface="Arial"/>
                <a:ea typeface="Arial"/>
                <a:cs typeface="Arial"/>
              </a:defRPr>
            </a:defPPr>
            <a:lvl1pPr algn="l">
              <a:defRPr sz="1425" b="0">
                <a:solidFill>
                  <a:srgbClr val="9D752B"/>
                </a:solidFill>
                <a:latin typeface="Arial"/>
                <a:ea typeface="Arial"/>
                <a:cs typeface="Arial"/>
              </a:defRPr>
            </a:lvl1pPr>
            <a:lvl2pPr algn="l">
              <a:defRPr sz="1425" b="0">
                <a:solidFill>
                  <a:srgbClr val="9D752B"/>
                </a:solidFill>
                <a:latin typeface="Arial"/>
                <a:ea typeface="Arial"/>
                <a:cs typeface="Arial"/>
              </a:defRPr>
            </a:lvl2pPr>
            <a:lvl3pPr algn="l">
              <a:defRPr sz="1425" b="0">
                <a:solidFill>
                  <a:srgbClr val="9D752B"/>
                </a:solidFill>
                <a:latin typeface="Arial"/>
                <a:ea typeface="Arial"/>
                <a:cs typeface="Arial"/>
              </a:defRPr>
            </a:lvl3pPr>
            <a:lvl4pPr algn="l">
              <a:defRPr sz="1425" b="0">
                <a:solidFill>
                  <a:srgbClr val="9D752B"/>
                </a:solidFill>
                <a:latin typeface="Arial"/>
                <a:ea typeface="Arial"/>
                <a:cs typeface="Arial"/>
              </a:defRPr>
            </a:lvl4pPr>
            <a:lvl5pPr algn="l">
              <a:defRPr sz="1425" b="0">
                <a:solidFill>
                  <a:srgbClr val="9D752B"/>
                </a:solidFill>
                <a:latin typeface="Arial"/>
                <a:ea typeface="Arial"/>
                <a:cs typeface="Arial"/>
              </a:defRPr>
            </a:lvl5pPr>
            <a:lvl6pPr algn="l">
              <a:defRPr sz="1425" b="0">
                <a:solidFill>
                  <a:srgbClr val="9D752B"/>
                </a:solidFill>
                <a:latin typeface="Arial"/>
                <a:ea typeface="Arial"/>
                <a:cs typeface="Arial"/>
              </a:defRPr>
            </a:lvl6pPr>
            <a:lvl7pPr algn="l">
              <a:defRPr sz="1425" b="0">
                <a:solidFill>
                  <a:srgbClr val="9D752B"/>
                </a:solidFill>
                <a:latin typeface="Arial"/>
                <a:ea typeface="Arial"/>
                <a:cs typeface="Arial"/>
              </a:defRPr>
            </a:lvl7pPr>
            <a:lvl8pPr algn="l">
              <a:defRPr sz="1425" b="0">
                <a:solidFill>
                  <a:srgbClr val="9D752B"/>
                </a:solidFill>
                <a:latin typeface="Arial"/>
                <a:ea typeface="Arial"/>
                <a:cs typeface="Arial"/>
              </a:defRPr>
            </a:lvl8pPr>
            <a:lvl9pPr algn="l">
              <a:defRPr sz="1425" b="0">
                <a:solidFill>
                  <a:srgbClr val="9D752B"/>
                </a:solidFill>
                <a:latin typeface="Arial"/>
                <a:ea typeface="Arial"/>
                <a:cs typeface="Arial"/>
              </a:defRPr>
            </a:lvl9pPr>
          </a:lstStyle>
          <a:p xmlns:a="http://schemas.openxmlformats.org/drawingml/2006/main">
            <a:pPr algn="l">
              <a:defRPr sz="1425" b="0">
                <a:solidFill>
                  <a:srgbClr val="9D752B"/>
                </a:solidFill>
                <a:latin typeface="Arial"/>
                <a:ea typeface="Arial"/>
                <a:cs typeface="Arial"/>
              </a:defRPr>
            </a:pPr>
            <a:r>
              <a:rPr sz="1425" b="0">
                <a:solidFill>
                  <a:srgbClr val="9D752B"/>
                </a:solidFill>
                <a:latin typeface="Arial"/>
                <a:ea typeface="Arial"/>
                <a:cs typeface="Arial"/>
              </a:rPr>
              <a:t>Method</a:t>
            </a:r>
          </a:p>
        </p:txBody>
      </p:sp>
      <p:sp>
        <p:nvSpPr>
          <p:cNvPr id="12" name="day2-322">
            <a:extLst xmlns:a="http://schemas.openxmlformats.org/drawingml/2006/main">
              <a:ext uri="{FF2B5EF4-FFF2-40B4-BE49-F238E27FC236}">
                <a16:creationId xmlns:a16="http://schemas.microsoft.com/office/drawing/2014/main" id="{43FDB616-3360-4BDC-A918-6B3666B678A2}"/>
              </a:ext>
            </a:extLst>
          </p:cNvPr>
          <p:cNvSpPr>
            <a:spLocks xmlns:a="http://schemas.openxmlformats.org/drawingml/2006/main" noGrp="1"/>
          </p:cNvSpPr>
          <p:nvPr/>
        </p:nvSpPr>
        <p:spPr>
          <a:xfrm xmlns:a="http://schemas.openxmlformats.org/drawingml/2006/main">
            <a:off x="5133975" y="1847850"/>
            <a:ext cx="95250" cy="95250"/>
          </a:xfrm>
          <a:prstGeom xmlns:a="http://schemas.openxmlformats.org/drawingml/2006/main" prst="rect">
            <a:avLst/>
          </a:prstGeom>
          <a:solidFill xmlns:a="http://schemas.openxmlformats.org/drawingml/2006/main">
            <a:srgbClr val="5F7289"/>
          </a:solidFill>
          <a:ln xmlns:a="http://schemas.openxmlformats.org/drawingml/2006/main" w="0">
            <a:noFill/>
          </a:ln>
        </p:spPr>
      </p:sp>
      <p:sp>
        <p:nvSpPr>
          <p:cNvPr id="13" name="day2-323">
            <a:extLst xmlns:a="http://schemas.openxmlformats.org/drawingml/2006/main">
              <a:ext uri="{FF2B5EF4-FFF2-40B4-BE49-F238E27FC236}">
                <a16:creationId xmlns:a16="http://schemas.microsoft.com/office/drawing/2014/main" id="{7395F170-78E3-4BC7-A2A9-2F78F5B70C8C}"/>
              </a:ext>
            </a:extLst>
          </p:cNvPr>
          <p:cNvSpPr>
            <a:spLocks xmlns:a="http://schemas.openxmlformats.org/drawingml/2006/main" noGrp="1"/>
          </p:cNvSpPr>
          <p:nvPr/>
        </p:nvSpPr>
        <p:spPr>
          <a:xfrm xmlns:a="http://schemas.openxmlformats.org/drawingml/2006/main">
            <a:off x="53149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5F7289"/>
                </a:solidFill>
                <a:latin typeface="Arial"/>
                <a:ea typeface="Arial"/>
                <a:cs typeface="Arial"/>
              </a:defRPr>
            </a:defPPr>
            <a:lvl1pPr algn="l">
              <a:defRPr sz="1425" b="0">
                <a:solidFill>
                  <a:srgbClr val="5F7289"/>
                </a:solidFill>
                <a:latin typeface="Arial"/>
                <a:ea typeface="Arial"/>
                <a:cs typeface="Arial"/>
              </a:defRPr>
            </a:lvl1pPr>
            <a:lvl2pPr algn="l">
              <a:defRPr sz="1425" b="0">
                <a:solidFill>
                  <a:srgbClr val="5F7289"/>
                </a:solidFill>
                <a:latin typeface="Arial"/>
                <a:ea typeface="Arial"/>
                <a:cs typeface="Arial"/>
              </a:defRPr>
            </a:lvl2pPr>
            <a:lvl3pPr algn="l">
              <a:defRPr sz="1425" b="0">
                <a:solidFill>
                  <a:srgbClr val="5F7289"/>
                </a:solidFill>
                <a:latin typeface="Arial"/>
                <a:ea typeface="Arial"/>
                <a:cs typeface="Arial"/>
              </a:defRPr>
            </a:lvl3pPr>
            <a:lvl4pPr algn="l">
              <a:defRPr sz="1425" b="0">
                <a:solidFill>
                  <a:srgbClr val="5F7289"/>
                </a:solidFill>
                <a:latin typeface="Arial"/>
                <a:ea typeface="Arial"/>
                <a:cs typeface="Arial"/>
              </a:defRPr>
            </a:lvl4pPr>
            <a:lvl5pPr algn="l">
              <a:defRPr sz="1425" b="0">
                <a:solidFill>
                  <a:srgbClr val="5F7289"/>
                </a:solidFill>
                <a:latin typeface="Arial"/>
                <a:ea typeface="Arial"/>
                <a:cs typeface="Arial"/>
              </a:defRPr>
            </a:lvl5pPr>
            <a:lvl6pPr algn="l">
              <a:defRPr sz="1425" b="0">
                <a:solidFill>
                  <a:srgbClr val="5F7289"/>
                </a:solidFill>
                <a:latin typeface="Arial"/>
                <a:ea typeface="Arial"/>
                <a:cs typeface="Arial"/>
              </a:defRPr>
            </a:lvl6pPr>
            <a:lvl7pPr algn="l">
              <a:defRPr sz="1425" b="0">
                <a:solidFill>
                  <a:srgbClr val="5F7289"/>
                </a:solidFill>
                <a:latin typeface="Arial"/>
                <a:ea typeface="Arial"/>
                <a:cs typeface="Arial"/>
              </a:defRPr>
            </a:lvl7pPr>
            <a:lvl8pPr algn="l">
              <a:defRPr sz="1425" b="0">
                <a:solidFill>
                  <a:srgbClr val="5F7289"/>
                </a:solidFill>
                <a:latin typeface="Arial"/>
                <a:ea typeface="Arial"/>
                <a:cs typeface="Arial"/>
              </a:defRPr>
            </a:lvl8pPr>
            <a:lvl9pPr algn="l">
              <a:defRPr sz="1425" b="0">
                <a:solidFill>
                  <a:srgbClr val="5F7289"/>
                </a:solidFill>
                <a:latin typeface="Arial"/>
                <a:ea typeface="Arial"/>
                <a:cs typeface="Arial"/>
              </a:defRPr>
            </a:lvl9pPr>
          </a:lstStyle>
          <a:p xmlns:a="http://schemas.openxmlformats.org/drawingml/2006/main">
            <a:pPr algn="l">
              <a:defRPr sz="1425" b="0">
                <a:solidFill>
                  <a:srgbClr val="5F7289"/>
                </a:solidFill>
                <a:latin typeface="Arial"/>
                <a:ea typeface="Arial"/>
                <a:cs typeface="Arial"/>
              </a:defRPr>
            </a:pPr>
            <a:r>
              <a:rPr sz="1425" b="0">
                <a:solidFill>
                  <a:srgbClr val="5F7289"/>
                </a:solidFill>
                <a:latin typeface="Arial"/>
                <a:ea typeface="Arial"/>
                <a:cs typeface="Arial"/>
              </a:rPr>
              <a:t>Tools</a:t>
            </a:r>
          </a:p>
        </p:txBody>
      </p:sp>
      <p:sp>
        <p:nvSpPr>
          <p:cNvPr id="14" name="day2-324">
            <a:extLst xmlns:a="http://schemas.openxmlformats.org/drawingml/2006/main">
              <a:ext uri="{FF2B5EF4-FFF2-40B4-BE49-F238E27FC236}">
                <a16:creationId xmlns:a16="http://schemas.microsoft.com/office/drawing/2014/main" id="{1E5CFB1F-85E9-4261-9D8B-DE022CA81365}"/>
              </a:ext>
            </a:extLst>
          </p:cNvPr>
          <p:cNvSpPr>
            <a:spLocks xmlns:a="http://schemas.openxmlformats.org/drawingml/2006/main" noGrp="1"/>
          </p:cNvSpPr>
          <p:nvPr/>
        </p:nvSpPr>
        <p:spPr>
          <a:xfrm xmlns:a="http://schemas.openxmlformats.org/drawingml/2006/main">
            <a:off x="6638925" y="1847850"/>
            <a:ext cx="95250" cy="95250"/>
          </a:xfrm>
          <a:prstGeom xmlns:a="http://schemas.openxmlformats.org/drawingml/2006/main" prst="rect">
            <a:avLst/>
          </a:prstGeom>
          <a:solidFill xmlns:a="http://schemas.openxmlformats.org/drawingml/2006/main">
            <a:srgbClr val="327D6B"/>
          </a:solidFill>
          <a:ln xmlns:a="http://schemas.openxmlformats.org/drawingml/2006/main" w="0">
            <a:noFill/>
          </a:ln>
        </p:spPr>
      </p:sp>
      <p:sp>
        <p:nvSpPr>
          <p:cNvPr id="15" name="day2-325">
            <a:extLst xmlns:a="http://schemas.openxmlformats.org/drawingml/2006/main">
              <a:ext uri="{FF2B5EF4-FFF2-40B4-BE49-F238E27FC236}">
                <a16:creationId xmlns:a16="http://schemas.microsoft.com/office/drawing/2014/main" id="{632C02B6-7D2A-4FEC-BA49-AC06D603777C}"/>
              </a:ext>
            </a:extLst>
          </p:cNvPr>
          <p:cNvSpPr>
            <a:spLocks xmlns:a="http://schemas.openxmlformats.org/drawingml/2006/main" noGrp="1"/>
          </p:cNvSpPr>
          <p:nvPr/>
        </p:nvSpPr>
        <p:spPr>
          <a:xfrm xmlns:a="http://schemas.openxmlformats.org/drawingml/2006/main">
            <a:off x="681990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327D6B"/>
                </a:solidFill>
                <a:latin typeface="Arial"/>
                <a:ea typeface="Arial"/>
                <a:cs typeface="Arial"/>
              </a:defRPr>
            </a:defPPr>
            <a:lvl1pPr algn="l">
              <a:defRPr sz="1425" b="0">
                <a:solidFill>
                  <a:srgbClr val="327D6B"/>
                </a:solidFill>
                <a:latin typeface="Arial"/>
                <a:ea typeface="Arial"/>
                <a:cs typeface="Arial"/>
              </a:defRPr>
            </a:lvl1pPr>
            <a:lvl2pPr algn="l">
              <a:defRPr sz="1425" b="0">
                <a:solidFill>
                  <a:srgbClr val="327D6B"/>
                </a:solidFill>
                <a:latin typeface="Arial"/>
                <a:ea typeface="Arial"/>
                <a:cs typeface="Arial"/>
              </a:defRPr>
            </a:lvl2pPr>
            <a:lvl3pPr algn="l">
              <a:defRPr sz="1425" b="0">
                <a:solidFill>
                  <a:srgbClr val="327D6B"/>
                </a:solidFill>
                <a:latin typeface="Arial"/>
                <a:ea typeface="Arial"/>
                <a:cs typeface="Arial"/>
              </a:defRPr>
            </a:lvl3pPr>
            <a:lvl4pPr algn="l">
              <a:defRPr sz="1425" b="0">
                <a:solidFill>
                  <a:srgbClr val="327D6B"/>
                </a:solidFill>
                <a:latin typeface="Arial"/>
                <a:ea typeface="Arial"/>
                <a:cs typeface="Arial"/>
              </a:defRPr>
            </a:lvl4pPr>
            <a:lvl5pPr algn="l">
              <a:defRPr sz="1425" b="0">
                <a:solidFill>
                  <a:srgbClr val="327D6B"/>
                </a:solidFill>
                <a:latin typeface="Arial"/>
                <a:ea typeface="Arial"/>
                <a:cs typeface="Arial"/>
              </a:defRPr>
            </a:lvl5pPr>
            <a:lvl6pPr algn="l">
              <a:defRPr sz="1425" b="0">
                <a:solidFill>
                  <a:srgbClr val="327D6B"/>
                </a:solidFill>
                <a:latin typeface="Arial"/>
                <a:ea typeface="Arial"/>
                <a:cs typeface="Arial"/>
              </a:defRPr>
            </a:lvl6pPr>
            <a:lvl7pPr algn="l">
              <a:defRPr sz="1425" b="0">
                <a:solidFill>
                  <a:srgbClr val="327D6B"/>
                </a:solidFill>
                <a:latin typeface="Arial"/>
                <a:ea typeface="Arial"/>
                <a:cs typeface="Arial"/>
              </a:defRPr>
            </a:lvl7pPr>
            <a:lvl8pPr algn="l">
              <a:defRPr sz="1425" b="0">
                <a:solidFill>
                  <a:srgbClr val="327D6B"/>
                </a:solidFill>
                <a:latin typeface="Arial"/>
                <a:ea typeface="Arial"/>
                <a:cs typeface="Arial"/>
              </a:defRPr>
            </a:lvl8pPr>
            <a:lvl9pPr algn="l">
              <a:defRPr sz="1425" b="0">
                <a:solidFill>
                  <a:srgbClr val="327D6B"/>
                </a:solidFill>
                <a:latin typeface="Arial"/>
                <a:ea typeface="Arial"/>
                <a:cs typeface="Arial"/>
              </a:defRPr>
            </a:lvl9pPr>
          </a:lstStyle>
          <a:p xmlns:a="http://schemas.openxmlformats.org/drawingml/2006/main">
            <a:pPr algn="l">
              <a:defRPr sz="1425" b="0">
                <a:solidFill>
                  <a:srgbClr val="327D6B"/>
                </a:solidFill>
                <a:latin typeface="Arial"/>
                <a:ea typeface="Arial"/>
                <a:cs typeface="Arial"/>
              </a:defRPr>
            </a:pPr>
            <a:r>
              <a:rPr sz="1425" b="0">
                <a:solidFill>
                  <a:srgbClr val="327D6B"/>
                </a:solidFill>
                <a:latin typeface="Arial"/>
                <a:ea typeface="Arial"/>
                <a:cs typeface="Arial"/>
              </a:rPr>
              <a:t>Output</a:t>
            </a:r>
          </a:p>
        </p:txBody>
      </p:sp>
      <p:sp>
        <p:nvSpPr>
          <p:cNvPr id="16" name="day2-326">
            <a:extLst xmlns:a="http://schemas.openxmlformats.org/drawingml/2006/main">
              <a:ext uri="{FF2B5EF4-FFF2-40B4-BE49-F238E27FC236}">
                <a16:creationId xmlns:a16="http://schemas.microsoft.com/office/drawing/2014/main" id="{C6B33099-A08D-47AA-B207-8CE5C36E8D37}"/>
              </a:ext>
            </a:extLst>
          </p:cNvPr>
          <p:cNvSpPr>
            <a:spLocks xmlns:a="http://schemas.openxmlformats.org/drawingml/2006/main" noGrp="1"/>
          </p:cNvSpPr>
          <p:nvPr/>
        </p:nvSpPr>
        <p:spPr>
          <a:xfrm xmlns:a="http://schemas.openxmlformats.org/drawingml/2006/main">
            <a:off x="8143875" y="1847850"/>
            <a:ext cx="95250" cy="95250"/>
          </a:xfrm>
          <a:prstGeom xmlns:a="http://schemas.openxmlformats.org/drawingml/2006/main" prst="rect">
            <a:avLst/>
          </a:prstGeom>
          <a:solidFill xmlns:a="http://schemas.openxmlformats.org/drawingml/2006/main">
            <a:srgbClr val="AC6154"/>
          </a:solidFill>
          <a:ln xmlns:a="http://schemas.openxmlformats.org/drawingml/2006/main" w="0">
            <a:noFill/>
          </a:ln>
        </p:spPr>
      </p:sp>
      <p:sp>
        <p:nvSpPr>
          <p:cNvPr id="17" name="day2-327">
            <a:extLst xmlns:a="http://schemas.openxmlformats.org/drawingml/2006/main">
              <a:ext uri="{FF2B5EF4-FFF2-40B4-BE49-F238E27FC236}">
                <a16:creationId xmlns:a16="http://schemas.microsoft.com/office/drawing/2014/main" id="{B613B015-AA23-41FF-B9A8-BC4B7B3A87D6}"/>
              </a:ext>
            </a:extLst>
          </p:cNvPr>
          <p:cNvSpPr>
            <a:spLocks xmlns:a="http://schemas.openxmlformats.org/drawingml/2006/main" noGrp="1"/>
          </p:cNvSpPr>
          <p:nvPr/>
        </p:nvSpPr>
        <p:spPr>
          <a:xfrm xmlns:a="http://schemas.openxmlformats.org/drawingml/2006/main">
            <a:off x="8324850" y="174307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0">
                <a:solidFill>
                  <a:srgbClr val="AC6154"/>
                </a:solidFill>
                <a:latin typeface="Arial"/>
                <a:ea typeface="Arial"/>
                <a:cs typeface="Arial"/>
              </a:defRPr>
            </a:defPPr>
            <a:lvl1pPr algn="l">
              <a:defRPr sz="1425" b="0">
                <a:solidFill>
                  <a:srgbClr val="AC6154"/>
                </a:solidFill>
                <a:latin typeface="Arial"/>
                <a:ea typeface="Arial"/>
                <a:cs typeface="Arial"/>
              </a:defRPr>
            </a:lvl1pPr>
            <a:lvl2pPr algn="l">
              <a:defRPr sz="1425" b="0">
                <a:solidFill>
                  <a:srgbClr val="AC6154"/>
                </a:solidFill>
                <a:latin typeface="Arial"/>
                <a:ea typeface="Arial"/>
                <a:cs typeface="Arial"/>
              </a:defRPr>
            </a:lvl2pPr>
            <a:lvl3pPr algn="l">
              <a:defRPr sz="1425" b="0">
                <a:solidFill>
                  <a:srgbClr val="AC6154"/>
                </a:solidFill>
                <a:latin typeface="Arial"/>
                <a:ea typeface="Arial"/>
                <a:cs typeface="Arial"/>
              </a:defRPr>
            </a:lvl3pPr>
            <a:lvl4pPr algn="l">
              <a:defRPr sz="1425" b="0">
                <a:solidFill>
                  <a:srgbClr val="AC6154"/>
                </a:solidFill>
                <a:latin typeface="Arial"/>
                <a:ea typeface="Arial"/>
                <a:cs typeface="Arial"/>
              </a:defRPr>
            </a:lvl4pPr>
            <a:lvl5pPr algn="l">
              <a:defRPr sz="1425" b="0">
                <a:solidFill>
                  <a:srgbClr val="AC6154"/>
                </a:solidFill>
                <a:latin typeface="Arial"/>
                <a:ea typeface="Arial"/>
                <a:cs typeface="Arial"/>
              </a:defRPr>
            </a:lvl5pPr>
            <a:lvl6pPr algn="l">
              <a:defRPr sz="1425" b="0">
                <a:solidFill>
                  <a:srgbClr val="AC6154"/>
                </a:solidFill>
                <a:latin typeface="Arial"/>
                <a:ea typeface="Arial"/>
                <a:cs typeface="Arial"/>
              </a:defRPr>
            </a:lvl6pPr>
            <a:lvl7pPr algn="l">
              <a:defRPr sz="1425" b="0">
                <a:solidFill>
                  <a:srgbClr val="AC6154"/>
                </a:solidFill>
                <a:latin typeface="Arial"/>
                <a:ea typeface="Arial"/>
                <a:cs typeface="Arial"/>
              </a:defRPr>
            </a:lvl7pPr>
            <a:lvl8pPr algn="l">
              <a:defRPr sz="1425" b="0">
                <a:solidFill>
                  <a:srgbClr val="AC6154"/>
                </a:solidFill>
                <a:latin typeface="Arial"/>
                <a:ea typeface="Arial"/>
                <a:cs typeface="Arial"/>
              </a:defRPr>
            </a:lvl8pPr>
            <a:lvl9pPr algn="l">
              <a:defRPr sz="1425" b="0">
                <a:solidFill>
                  <a:srgbClr val="AC6154"/>
                </a:solidFill>
                <a:latin typeface="Arial"/>
                <a:ea typeface="Arial"/>
                <a:cs typeface="Arial"/>
              </a:defRPr>
            </a:lvl9pPr>
          </a:lstStyle>
          <a:p xmlns:a="http://schemas.openxmlformats.org/drawingml/2006/main">
            <a:pPr algn="l">
              <a:defRPr sz="1425" b="0">
                <a:solidFill>
                  <a:srgbClr val="AC6154"/>
                </a:solidFill>
                <a:latin typeface="Arial"/>
                <a:ea typeface="Arial"/>
                <a:cs typeface="Arial"/>
              </a:defRPr>
            </a:pPr>
            <a:r>
              <a:rPr sz="1425" b="0">
                <a:solidFill>
                  <a:srgbClr val="AC6154"/>
                </a:solidFill>
                <a:latin typeface="Arial"/>
                <a:ea typeface="Arial"/>
                <a:cs typeface="Arial"/>
              </a:rPr>
              <a:t>Review</a:t>
            </a:r>
          </a:p>
        </p:txBody>
      </p:sp>
      <p:sp>
        <p:nvSpPr>
          <p:cNvPr id="18" name="day2-328">
            <a:extLst xmlns:a="http://schemas.openxmlformats.org/drawingml/2006/main">
              <a:ext uri="{FF2B5EF4-FFF2-40B4-BE49-F238E27FC236}">
                <a16:creationId xmlns:a16="http://schemas.microsoft.com/office/drawing/2014/main" id="{450B18DC-669E-47FA-B113-24FAD667510F}"/>
              </a:ext>
            </a:extLst>
          </p:cNvPr>
          <p:cNvSpPr>
            <a:spLocks xmlns:a="http://schemas.openxmlformats.org/drawingml/2006/main" noGrp="1"/>
          </p:cNvSpPr>
          <p:nvPr/>
        </p:nvSpPr>
        <p:spPr>
          <a:xfrm xmlns:a="http://schemas.openxmlformats.org/drawingml/2006/main">
            <a:off x="691515" y="2705100"/>
            <a:ext cx="2327910" cy="1198245"/>
          </a:xfrm>
          <a:prstGeom xmlns:a="http://schemas.openxmlformats.org/drawingml/2006/main" prst="roundRect">
            <a:avLst>
              <a:gd name="adj" fmla="val 6359"/>
            </a:avLst>
          </a:prstGeom>
          <a:solidFill xmlns:a="http://schemas.openxmlformats.org/drawingml/2006/main">
            <a:srgbClr val="F0ECFC"/>
          </a:solidFill>
          <a:ln xmlns:a="http://schemas.openxmlformats.org/drawingml/2006/main" w="14288">
            <a:solidFill>
              <a:srgbClr val="7360A1"/>
            </a:solidFill>
          </a:ln>
        </p:spPr>
      </p:sp>
      <p:sp>
        <p:nvSpPr>
          <p:cNvPr id="19" name="day2-329">
            <a:extLst xmlns:a="http://schemas.openxmlformats.org/drawingml/2006/main">
              <a:ext uri="{FF2B5EF4-FFF2-40B4-BE49-F238E27FC236}">
                <a16:creationId xmlns:a16="http://schemas.microsoft.com/office/drawing/2014/main" id="{6F646BC3-2EC7-4187-B6A4-10D2C8709A75}"/>
              </a:ext>
            </a:extLst>
          </p:cNvPr>
          <p:cNvSpPr>
            <a:spLocks xmlns:a="http://schemas.openxmlformats.org/drawingml/2006/main" noGrp="1"/>
          </p:cNvSpPr>
          <p:nvPr/>
        </p:nvSpPr>
        <p:spPr>
          <a:xfrm xmlns:a="http://schemas.openxmlformats.org/drawingml/2006/main">
            <a:off x="786765" y="2752725"/>
            <a:ext cx="2137410" cy="1102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Rule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Behavior every time</a:t>
            </a:r>
          </a:p>
        </p:txBody>
      </p:sp>
      <p:sp>
        <p:nvSpPr>
          <p:cNvPr id="20" name="day2-330">
            <a:extLst xmlns:a="http://schemas.openxmlformats.org/drawingml/2006/main">
              <a:ext uri="{FF2B5EF4-FFF2-40B4-BE49-F238E27FC236}">
                <a16:creationId xmlns:a16="http://schemas.microsoft.com/office/drawing/2014/main" id="{FE8BB3B0-2216-4C44-8092-62F7B72B19D8}"/>
              </a:ext>
            </a:extLst>
          </p:cNvPr>
          <p:cNvSpPr>
            <a:spLocks xmlns:a="http://schemas.openxmlformats.org/drawingml/2006/main" noGrp="1"/>
          </p:cNvSpPr>
          <p:nvPr/>
        </p:nvSpPr>
        <p:spPr>
          <a:xfrm xmlns:a="http://schemas.openxmlformats.org/drawingml/2006/main">
            <a:off x="3467100" y="2705100"/>
            <a:ext cx="2327910" cy="1198245"/>
          </a:xfrm>
          <a:prstGeom xmlns:a="http://schemas.openxmlformats.org/drawingml/2006/main" prst="roundRect">
            <a:avLst>
              <a:gd name="adj" fmla="val 6359"/>
            </a:avLst>
          </a:prstGeom>
          <a:solidFill xmlns:a="http://schemas.openxmlformats.org/drawingml/2006/main">
            <a:srgbClr val="EAF3FC"/>
          </a:solidFill>
          <a:ln xmlns:a="http://schemas.openxmlformats.org/drawingml/2006/main" w="14288">
            <a:solidFill>
              <a:srgbClr val="3D709F"/>
            </a:solidFill>
          </a:ln>
        </p:spPr>
      </p:sp>
      <p:sp>
        <p:nvSpPr>
          <p:cNvPr id="21" name="day2-331">
            <a:extLst xmlns:a="http://schemas.openxmlformats.org/drawingml/2006/main">
              <a:ext uri="{FF2B5EF4-FFF2-40B4-BE49-F238E27FC236}">
                <a16:creationId xmlns:a16="http://schemas.microsoft.com/office/drawing/2014/main" id="{AF3AB75C-C55F-4E0E-9639-FBF894500DA9}"/>
              </a:ext>
            </a:extLst>
          </p:cNvPr>
          <p:cNvSpPr>
            <a:spLocks xmlns:a="http://schemas.openxmlformats.org/drawingml/2006/main" noGrp="1"/>
          </p:cNvSpPr>
          <p:nvPr/>
        </p:nvSpPr>
        <p:spPr>
          <a:xfrm xmlns:a="http://schemas.openxmlformats.org/drawingml/2006/main">
            <a:off x="3562350" y="2752725"/>
            <a:ext cx="2137410" cy="1102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Reference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Facts when relevant</a:t>
            </a:r>
          </a:p>
        </p:txBody>
      </p:sp>
      <p:sp>
        <p:nvSpPr>
          <p:cNvPr id="22" name="day2-332">
            <a:extLst xmlns:a="http://schemas.openxmlformats.org/drawingml/2006/main">
              <a:ext uri="{FF2B5EF4-FFF2-40B4-BE49-F238E27FC236}">
                <a16:creationId xmlns:a16="http://schemas.microsoft.com/office/drawing/2014/main" id="{6C5339B5-659B-4F6A-84E0-38CD8256F3A3}"/>
              </a:ext>
            </a:extLst>
          </p:cNvPr>
          <p:cNvSpPr>
            <a:spLocks xmlns:a="http://schemas.openxmlformats.org/drawingml/2006/main" noGrp="1"/>
          </p:cNvSpPr>
          <p:nvPr/>
        </p:nvSpPr>
        <p:spPr>
          <a:xfrm xmlns:a="http://schemas.openxmlformats.org/drawingml/2006/main">
            <a:off x="6242685" y="2705100"/>
            <a:ext cx="2327910" cy="1198245"/>
          </a:xfrm>
          <a:prstGeom xmlns:a="http://schemas.openxmlformats.org/drawingml/2006/main" prst="roundRect">
            <a:avLst>
              <a:gd name="adj" fmla="val 6359"/>
            </a:avLst>
          </a:prstGeom>
          <a:solidFill xmlns:a="http://schemas.openxmlformats.org/drawingml/2006/main">
            <a:srgbClr val="FFF2D9"/>
          </a:solidFill>
          <a:ln xmlns:a="http://schemas.openxmlformats.org/drawingml/2006/main" w="14288">
            <a:solidFill>
              <a:srgbClr val="9D752B"/>
            </a:solidFill>
          </a:ln>
        </p:spPr>
      </p:sp>
      <p:sp>
        <p:nvSpPr>
          <p:cNvPr id="23" name="day2-333">
            <a:extLst xmlns:a="http://schemas.openxmlformats.org/drawingml/2006/main">
              <a:ext uri="{FF2B5EF4-FFF2-40B4-BE49-F238E27FC236}">
                <a16:creationId xmlns:a16="http://schemas.microsoft.com/office/drawing/2014/main" id="{B4912B5E-38A2-4629-B17A-7AE7515D5422}"/>
              </a:ext>
            </a:extLst>
          </p:cNvPr>
          <p:cNvSpPr>
            <a:spLocks xmlns:a="http://schemas.openxmlformats.org/drawingml/2006/main" noGrp="1"/>
          </p:cNvSpPr>
          <p:nvPr/>
        </p:nvSpPr>
        <p:spPr>
          <a:xfrm xmlns:a="http://schemas.openxmlformats.org/drawingml/2006/main">
            <a:off x="6337935" y="2752725"/>
            <a:ext cx="2137410" cy="1102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Playbook</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A written method</a:t>
            </a:r>
          </a:p>
        </p:txBody>
      </p:sp>
      <p:sp>
        <p:nvSpPr>
          <p:cNvPr id="24" name="day2-334">
            <a:extLst xmlns:a="http://schemas.openxmlformats.org/drawingml/2006/main">
              <a:ext uri="{FF2B5EF4-FFF2-40B4-BE49-F238E27FC236}">
                <a16:creationId xmlns:a16="http://schemas.microsoft.com/office/drawing/2014/main" id="{3315732F-9819-4E73-A0F4-BBAF91B70CC3}"/>
              </a:ext>
            </a:extLst>
          </p:cNvPr>
          <p:cNvSpPr>
            <a:spLocks xmlns:a="http://schemas.openxmlformats.org/drawingml/2006/main" noGrp="1"/>
          </p:cNvSpPr>
          <p:nvPr/>
        </p:nvSpPr>
        <p:spPr>
          <a:xfrm xmlns:a="http://schemas.openxmlformats.org/drawingml/2006/main">
            <a:off x="9018270" y="2705100"/>
            <a:ext cx="2327910" cy="1198245"/>
          </a:xfrm>
          <a:prstGeom xmlns:a="http://schemas.openxmlformats.org/drawingml/2006/main" prst="roundRect">
            <a:avLst>
              <a:gd name="adj" fmla="val 6359"/>
            </a:avLst>
          </a:prstGeom>
          <a:solidFill xmlns:a="http://schemas.openxmlformats.org/drawingml/2006/main">
            <a:srgbClr val="FFF2D9"/>
          </a:solidFill>
          <a:ln xmlns:a="http://schemas.openxmlformats.org/drawingml/2006/main" w="14288">
            <a:solidFill>
              <a:srgbClr val="9D752B"/>
            </a:solidFill>
          </a:ln>
        </p:spPr>
      </p:sp>
      <p:sp>
        <p:nvSpPr>
          <p:cNvPr id="25" name="day2-335">
            <a:extLst xmlns:a="http://schemas.openxmlformats.org/drawingml/2006/main">
              <a:ext uri="{FF2B5EF4-FFF2-40B4-BE49-F238E27FC236}">
                <a16:creationId xmlns:a16="http://schemas.microsoft.com/office/drawing/2014/main" id="{DCCB73D9-37AD-4921-A252-BCCA17C5C79D}"/>
              </a:ext>
            </a:extLst>
          </p:cNvPr>
          <p:cNvSpPr>
            <a:spLocks xmlns:a="http://schemas.openxmlformats.org/drawingml/2006/main" noGrp="1"/>
          </p:cNvSpPr>
          <p:nvPr/>
        </p:nvSpPr>
        <p:spPr>
          <a:xfrm xmlns:a="http://schemas.openxmlformats.org/drawingml/2006/main">
            <a:off x="9113520" y="2752725"/>
            <a:ext cx="2137410" cy="1102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Skill</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Reusable task package</a:t>
            </a:r>
          </a:p>
        </p:txBody>
      </p:sp>
      <p:sp>
        <p:nvSpPr>
          <p:cNvPr id="26" name="day2-336">
            <a:extLst xmlns:a="http://schemas.openxmlformats.org/drawingml/2006/main">
              <a:ext uri="{FF2B5EF4-FFF2-40B4-BE49-F238E27FC236}">
                <a16:creationId xmlns:a16="http://schemas.microsoft.com/office/drawing/2014/main" id="{43364050-9DEB-4525-87A3-F82C0D741D35}"/>
              </a:ext>
            </a:extLst>
          </p:cNvPr>
          <p:cNvSpPr>
            <a:spLocks xmlns:a="http://schemas.openxmlformats.org/drawingml/2006/main" noGrp="1"/>
          </p:cNvSpPr>
          <p:nvPr/>
        </p:nvSpPr>
        <p:spPr>
          <a:xfrm xmlns:a="http://schemas.openxmlformats.org/drawingml/2006/main">
            <a:off x="1989772" y="4502468"/>
            <a:ext cx="8147685" cy="951548"/>
          </a:xfrm>
          <a:prstGeom xmlns:a="http://schemas.openxmlformats.org/drawingml/2006/main" prst="roundRect">
            <a:avLst>
              <a:gd name="adj" fmla="val 8008"/>
            </a:avLst>
          </a:prstGeom>
          <a:solidFill xmlns:a="http://schemas.openxmlformats.org/drawingml/2006/main">
            <a:srgbClr val="FBEAE6"/>
          </a:solidFill>
          <a:ln xmlns:a="http://schemas.openxmlformats.org/drawingml/2006/main" w="14288">
            <a:solidFill>
              <a:srgbClr val="AC6154"/>
            </a:solidFill>
          </a:ln>
        </p:spPr>
      </p:sp>
      <p:sp>
        <p:nvSpPr>
          <p:cNvPr id="27" name="day2-337">
            <a:extLst xmlns:a="http://schemas.openxmlformats.org/drawingml/2006/main">
              <a:ext uri="{FF2B5EF4-FFF2-40B4-BE49-F238E27FC236}">
                <a16:creationId xmlns:a16="http://schemas.microsoft.com/office/drawing/2014/main" id="{29E92AD0-5242-4024-81A5-2FE5B9E508AE}"/>
              </a:ext>
            </a:extLst>
          </p:cNvPr>
          <p:cNvSpPr>
            <a:spLocks xmlns:a="http://schemas.openxmlformats.org/drawingml/2006/main" noGrp="1"/>
          </p:cNvSpPr>
          <p:nvPr/>
        </p:nvSpPr>
        <p:spPr>
          <a:xfrm xmlns:a="http://schemas.openxmlformats.org/drawingml/2006/main">
            <a:off x="2085022" y="4550093"/>
            <a:ext cx="7957185" cy="8562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0">
                <a:solidFill>
                  <a:srgbClr val="213044"/>
                </a:solidFill>
                <a:latin typeface="Arial"/>
                <a:ea typeface="Arial"/>
                <a:cs typeface="Arial"/>
              </a:defRPr>
            </a:defPPr>
            <a:lvl1pPr algn="ctr">
              <a:defRPr sz="1800" b="0">
                <a:solidFill>
                  <a:srgbClr val="213044"/>
                </a:solidFill>
                <a:latin typeface="Arial"/>
                <a:ea typeface="Arial"/>
                <a:cs typeface="Arial"/>
              </a:defRPr>
            </a:lvl1pPr>
            <a:lvl2pPr algn="ctr">
              <a:defRPr sz="1800" b="0">
                <a:solidFill>
                  <a:srgbClr val="213044"/>
                </a:solidFill>
                <a:latin typeface="Arial"/>
                <a:ea typeface="Arial"/>
                <a:cs typeface="Arial"/>
              </a:defRPr>
            </a:lvl2pPr>
            <a:lvl3pPr algn="ctr">
              <a:defRPr sz="1800" b="0">
                <a:solidFill>
                  <a:srgbClr val="213044"/>
                </a:solidFill>
                <a:latin typeface="Arial"/>
                <a:ea typeface="Arial"/>
                <a:cs typeface="Arial"/>
              </a:defRPr>
            </a:lvl3pPr>
            <a:lvl4pPr algn="ctr">
              <a:defRPr sz="1800" b="0">
                <a:solidFill>
                  <a:srgbClr val="213044"/>
                </a:solidFill>
                <a:latin typeface="Arial"/>
                <a:ea typeface="Arial"/>
                <a:cs typeface="Arial"/>
              </a:defRPr>
            </a:lvl4pPr>
            <a:lvl5pPr algn="ctr">
              <a:defRPr sz="1800" b="0">
                <a:solidFill>
                  <a:srgbClr val="213044"/>
                </a:solidFill>
                <a:latin typeface="Arial"/>
                <a:ea typeface="Arial"/>
                <a:cs typeface="Arial"/>
              </a:defRPr>
            </a:lvl5pPr>
            <a:lvl6pPr algn="ctr">
              <a:defRPr sz="1800" b="0">
                <a:solidFill>
                  <a:srgbClr val="213044"/>
                </a:solidFill>
                <a:latin typeface="Arial"/>
                <a:ea typeface="Arial"/>
                <a:cs typeface="Arial"/>
              </a:defRPr>
            </a:lvl6pPr>
            <a:lvl7pPr algn="ctr">
              <a:defRPr sz="1800" b="0">
                <a:solidFill>
                  <a:srgbClr val="213044"/>
                </a:solidFill>
                <a:latin typeface="Arial"/>
                <a:ea typeface="Arial"/>
                <a:cs typeface="Arial"/>
              </a:defRPr>
            </a:lvl7pPr>
            <a:lvl8pPr algn="ctr">
              <a:defRPr sz="1800" b="0">
                <a:solidFill>
                  <a:srgbClr val="213044"/>
                </a:solidFill>
                <a:latin typeface="Arial"/>
                <a:ea typeface="Arial"/>
                <a:cs typeface="Arial"/>
              </a:defRPr>
            </a:lvl8pPr>
            <a:lvl9pPr algn="ctr">
              <a:defRPr sz="1800" b="0">
                <a:solidFill>
                  <a:srgbClr val="213044"/>
                </a:solidFill>
                <a:latin typeface="Arial"/>
                <a:ea typeface="Arial"/>
                <a:cs typeface="Arial"/>
              </a:defRPr>
            </a:lvl9pPr>
          </a:lstStyle>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Example: brand voice is guidance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Approved claims are a reference</a:t>
            </a:r>
          </a:p>
          <a:p xmlns:a="http://schemas.openxmlformats.org/drawingml/2006/main">
            <a:pPr algn="ctr">
              <a:defRPr sz="1800" b="0">
                <a:solidFill>
                  <a:srgbClr val="213044"/>
                </a:solidFill>
                <a:latin typeface="Arial"/>
                <a:ea typeface="Arial"/>
                <a:cs typeface="Arial"/>
              </a:defRPr>
            </a:pPr>
            <a:r>
              <a:rPr sz="1800" b="0">
                <a:solidFill>
                  <a:srgbClr val="213044"/>
                </a:solidFill>
                <a:latin typeface="Arial"/>
                <a:ea typeface="Arial"/>
                <a:cs typeface="Arial"/>
              </a:rPr>
              <a:t>Drafting and checking can become a skill</a:t>
            </a:r>
          </a:p>
        </p:txBody>
      </p:sp>
      <p:sp>
        <p:nvSpPr>
          <p:cNvPr id="28" name="day2-338">
            <a:extLst xmlns:a="http://schemas.openxmlformats.org/drawingml/2006/main">
              <a:ext uri="{FF2B5EF4-FFF2-40B4-BE49-F238E27FC236}">
                <a16:creationId xmlns:a16="http://schemas.microsoft.com/office/drawing/2014/main" id="{2012A59D-0D14-4475-8C64-8C13700E5BA9}"/>
              </a:ext>
            </a:extLst>
          </p:cNvPr>
          <p:cNvSpPr>
            <a:spLocks xmlns:a="http://schemas.openxmlformats.org/drawingml/2006/main" noGrp="1"/>
          </p:cNvSpPr>
          <p:nvPr/>
        </p:nvSpPr>
        <p:spPr>
          <a:xfrm xmlns:a="http://schemas.openxmlformats.org/drawingml/2006/main">
            <a:off x="619125" y="59531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AC6154"/>
                </a:solidFill>
                <a:latin typeface="Arial"/>
                <a:ea typeface="Arial"/>
                <a:cs typeface="Arial"/>
              </a:defRPr>
            </a:defPPr>
            <a:lvl1pPr algn="l">
              <a:defRPr sz="1875" b="0">
                <a:solidFill>
                  <a:srgbClr val="AC6154"/>
                </a:solidFill>
                <a:latin typeface="Arial"/>
                <a:ea typeface="Arial"/>
                <a:cs typeface="Arial"/>
              </a:defRPr>
            </a:lvl1pPr>
            <a:lvl2pPr algn="l">
              <a:defRPr sz="1875" b="0">
                <a:solidFill>
                  <a:srgbClr val="AC6154"/>
                </a:solidFill>
                <a:latin typeface="Arial"/>
                <a:ea typeface="Arial"/>
                <a:cs typeface="Arial"/>
              </a:defRPr>
            </a:lvl2pPr>
            <a:lvl3pPr algn="l">
              <a:defRPr sz="1875" b="0">
                <a:solidFill>
                  <a:srgbClr val="AC6154"/>
                </a:solidFill>
                <a:latin typeface="Arial"/>
                <a:ea typeface="Arial"/>
                <a:cs typeface="Arial"/>
              </a:defRPr>
            </a:lvl3pPr>
            <a:lvl4pPr algn="l">
              <a:defRPr sz="1875" b="0">
                <a:solidFill>
                  <a:srgbClr val="AC6154"/>
                </a:solidFill>
                <a:latin typeface="Arial"/>
                <a:ea typeface="Arial"/>
                <a:cs typeface="Arial"/>
              </a:defRPr>
            </a:lvl4pPr>
            <a:lvl5pPr algn="l">
              <a:defRPr sz="1875" b="0">
                <a:solidFill>
                  <a:srgbClr val="AC6154"/>
                </a:solidFill>
                <a:latin typeface="Arial"/>
                <a:ea typeface="Arial"/>
                <a:cs typeface="Arial"/>
              </a:defRPr>
            </a:lvl5pPr>
            <a:lvl6pPr algn="l">
              <a:defRPr sz="1875" b="0">
                <a:solidFill>
                  <a:srgbClr val="AC6154"/>
                </a:solidFill>
                <a:latin typeface="Arial"/>
                <a:ea typeface="Arial"/>
                <a:cs typeface="Arial"/>
              </a:defRPr>
            </a:lvl6pPr>
            <a:lvl7pPr algn="l">
              <a:defRPr sz="1875" b="0">
                <a:solidFill>
                  <a:srgbClr val="AC6154"/>
                </a:solidFill>
                <a:latin typeface="Arial"/>
                <a:ea typeface="Arial"/>
                <a:cs typeface="Arial"/>
              </a:defRPr>
            </a:lvl7pPr>
            <a:lvl8pPr algn="l">
              <a:defRPr sz="1875" b="0">
                <a:solidFill>
                  <a:srgbClr val="AC6154"/>
                </a:solidFill>
                <a:latin typeface="Arial"/>
                <a:ea typeface="Arial"/>
                <a:cs typeface="Arial"/>
              </a:defRPr>
            </a:lvl8pPr>
            <a:lvl9pPr algn="l">
              <a:defRPr sz="1875" b="0">
                <a:solidFill>
                  <a:srgbClr val="AC6154"/>
                </a:solidFill>
                <a:latin typeface="Arial"/>
                <a:ea typeface="Arial"/>
                <a:cs typeface="Arial"/>
              </a:defRPr>
            </a:lvl9pPr>
          </a:lstStyle>
          <a:p xmlns:a="http://schemas.openxmlformats.org/drawingml/2006/main">
            <a:pPr algn="l">
              <a:defRPr sz="1875" b="0">
                <a:solidFill>
                  <a:srgbClr val="AC6154"/>
                </a:solidFill>
                <a:latin typeface="Arial"/>
                <a:ea typeface="Arial"/>
                <a:cs typeface="Arial"/>
              </a:defRPr>
            </a:pPr>
            <a:r>
              <a:rPr sz="1875" b="0">
                <a:solidFill>
                  <a:srgbClr val="AC6154"/>
                </a:solidFill>
                <a:latin typeface="Arial"/>
                <a:ea typeface="Arial"/>
                <a:cs typeface="Arial"/>
              </a:rPr>
              <a:t>Does this need a skill, or would a clear instruction do?</a:t>
            </a:r>
          </a:p>
        </p:txBody>
      </p:sp>
    </p:spTree>
    <p:extLst>
      <p:ext uri="{BB962C8B-B14F-4D97-AF65-F5344CB8AC3E}">
        <p14:creationId xmlns:p14="http://schemas.microsoft.com/office/powerpoint/2010/main" val="185416545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2-339">
            <a:extLst xmlns:a="http://schemas.openxmlformats.org/drawingml/2006/main">
              <a:ext uri="{FF2B5EF4-FFF2-40B4-BE49-F238E27FC236}">
                <a16:creationId xmlns:a16="http://schemas.microsoft.com/office/drawing/2014/main" id="{44557D53-FDDA-44AD-8961-34B0FE9060FD}"/>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Writing guidance and a packaged skill</a:t>
            </a:r>
          </a:p>
        </p:txBody>
      </p:sp>
      <p:sp>
        <p:nvSpPr>
          <p:cNvPr id="2" name="day2-340">
            <a:extLst xmlns:a="http://schemas.openxmlformats.org/drawingml/2006/main">
              <a:ext uri="{FF2B5EF4-FFF2-40B4-BE49-F238E27FC236}">
                <a16:creationId xmlns:a16="http://schemas.microsoft.com/office/drawing/2014/main" id="{8EA361D4-B87D-480E-8E61-A47F626FB269}"/>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341">
            <a:extLst xmlns:a="http://schemas.openxmlformats.org/drawingml/2006/main">
              <a:ext uri="{FF2B5EF4-FFF2-40B4-BE49-F238E27FC236}">
                <a16:creationId xmlns:a16="http://schemas.microsoft.com/office/drawing/2014/main" id="{B0C1081F-87E1-4BBD-AC8B-489405813462}"/>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18</a:t>
            </a:r>
          </a:p>
        </p:txBody>
      </p:sp>
      <p:sp>
        <p:nvSpPr>
          <p:cNvPr id="4" name="day2-342">
            <a:extLst xmlns:a="http://schemas.openxmlformats.org/drawingml/2006/main">
              <a:ext uri="{FF2B5EF4-FFF2-40B4-BE49-F238E27FC236}">
                <a16:creationId xmlns:a16="http://schemas.microsoft.com/office/drawing/2014/main" id="{24434B46-8AC7-4D2D-97C7-732B8EEA1E4D}"/>
              </a:ext>
            </a:extLst>
          </p:cNvPr>
          <p:cNvSpPr>
            <a:spLocks xmlns:a="http://schemas.openxmlformats.org/drawingml/2006/main" noGrp="1"/>
          </p:cNvSpPr>
          <p:nvPr/>
        </p:nvSpPr>
        <p:spPr>
          <a:xfrm xmlns:a="http://schemas.openxmlformats.org/drawingml/2006/main">
            <a:off x="619125" y="1000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27084"/>
                </a:solidFill>
                <a:latin typeface="Arial"/>
                <a:ea typeface="Arial"/>
                <a:cs typeface="Arial"/>
              </a:defRPr>
            </a:defPPr>
            <a:lvl1pPr algn="l">
              <a:defRPr sz="1875" b="0">
                <a:solidFill>
                  <a:srgbClr val="627084"/>
                </a:solidFill>
                <a:latin typeface="Arial"/>
                <a:ea typeface="Arial"/>
                <a:cs typeface="Arial"/>
              </a:defRPr>
            </a:lvl1pPr>
            <a:lvl2pPr algn="l">
              <a:defRPr sz="1875" b="0">
                <a:solidFill>
                  <a:srgbClr val="627084"/>
                </a:solidFill>
                <a:latin typeface="Arial"/>
                <a:ea typeface="Arial"/>
                <a:cs typeface="Arial"/>
              </a:defRPr>
            </a:lvl2pPr>
            <a:lvl3pPr algn="l">
              <a:defRPr sz="1875" b="0">
                <a:solidFill>
                  <a:srgbClr val="627084"/>
                </a:solidFill>
                <a:latin typeface="Arial"/>
                <a:ea typeface="Arial"/>
                <a:cs typeface="Arial"/>
              </a:defRPr>
            </a:lvl3pPr>
            <a:lvl4pPr algn="l">
              <a:defRPr sz="1875" b="0">
                <a:solidFill>
                  <a:srgbClr val="627084"/>
                </a:solidFill>
                <a:latin typeface="Arial"/>
                <a:ea typeface="Arial"/>
                <a:cs typeface="Arial"/>
              </a:defRPr>
            </a:lvl4pPr>
            <a:lvl5pPr algn="l">
              <a:defRPr sz="1875" b="0">
                <a:solidFill>
                  <a:srgbClr val="627084"/>
                </a:solidFill>
                <a:latin typeface="Arial"/>
                <a:ea typeface="Arial"/>
                <a:cs typeface="Arial"/>
              </a:defRPr>
            </a:lvl5pPr>
            <a:lvl6pPr algn="l">
              <a:defRPr sz="1875" b="0">
                <a:solidFill>
                  <a:srgbClr val="627084"/>
                </a:solidFill>
                <a:latin typeface="Arial"/>
                <a:ea typeface="Arial"/>
                <a:cs typeface="Arial"/>
              </a:defRPr>
            </a:lvl6pPr>
            <a:lvl7pPr algn="l">
              <a:defRPr sz="1875" b="0">
                <a:solidFill>
                  <a:srgbClr val="627084"/>
                </a:solidFill>
                <a:latin typeface="Arial"/>
                <a:ea typeface="Arial"/>
                <a:cs typeface="Arial"/>
              </a:defRPr>
            </a:lvl7pPr>
            <a:lvl8pPr algn="l">
              <a:defRPr sz="1875" b="0">
                <a:solidFill>
                  <a:srgbClr val="627084"/>
                </a:solidFill>
                <a:latin typeface="Arial"/>
                <a:ea typeface="Arial"/>
                <a:cs typeface="Arial"/>
              </a:defRPr>
            </a:lvl8pPr>
            <a:lvl9pPr algn="l">
              <a:defRPr sz="1875" b="0">
                <a:solidFill>
                  <a:srgbClr val="627084"/>
                </a:solidFill>
                <a:latin typeface="Arial"/>
                <a:ea typeface="Arial"/>
                <a:cs typeface="Arial"/>
              </a:defRPr>
            </a:lvl9pPr>
          </a:lstStyle>
          <a:p xmlns:a="http://schemas.openxmlformats.org/drawingml/2006/main">
            <a:pPr algn="l">
              <a:defRPr sz="1875" b="0">
                <a:solidFill>
                  <a:srgbClr val="627084"/>
                </a:solidFill>
                <a:latin typeface="Arial"/>
                <a:ea typeface="Arial"/>
                <a:cs typeface="Arial"/>
              </a:defRPr>
            </a:pPr>
            <a:r>
              <a:rPr sz="1875" b="0">
                <a:solidFill>
                  <a:srgbClr val="627084"/>
                </a:solidFill>
                <a:latin typeface="Arial"/>
                <a:ea typeface="Arial"/>
                <a:cs typeface="Arial"/>
              </a:rPr>
              <a:t>Choose the smallest addition that solves the recurring problem</a:t>
            </a:r>
          </a:p>
        </p:txBody>
      </p:sp>
      <p:sp>
        <p:nvSpPr>
          <p:cNvPr id="5" name="day2-343">
            <a:extLst xmlns:a="http://schemas.openxmlformats.org/drawingml/2006/main">
              <a:ext uri="{FF2B5EF4-FFF2-40B4-BE49-F238E27FC236}">
                <a16:creationId xmlns:a16="http://schemas.microsoft.com/office/drawing/2014/main" id="{63157C19-1259-4154-BD50-AC03036D0F43}"/>
              </a:ext>
            </a:extLst>
          </p:cNvPr>
          <p:cNvSpPr>
            <a:spLocks xmlns:a="http://schemas.openxmlformats.org/drawingml/2006/main" noGrp="1"/>
          </p:cNvSpPr>
          <p:nvPr/>
        </p:nvSpPr>
        <p:spPr>
          <a:xfrm xmlns:a="http://schemas.openxmlformats.org/drawingml/2006/main">
            <a:off x="619125" y="1809750"/>
            <a:ext cx="5334000" cy="3552825"/>
          </a:xfrm>
          <a:prstGeom xmlns:a="http://schemas.openxmlformats.org/drawingml/2006/main" prst="roundRect">
            <a:avLst>
              <a:gd name="adj" fmla="val 2145"/>
            </a:avLst>
          </a:prstGeom>
          <a:solidFill xmlns:a="http://schemas.openxmlformats.org/drawingml/2006/main">
            <a:srgbClr val="F0ECFC"/>
          </a:solidFill>
          <a:ln xmlns:a="http://schemas.openxmlformats.org/drawingml/2006/main" w="12383">
            <a:solidFill>
              <a:srgbClr val="7360A1"/>
            </a:solidFill>
          </a:ln>
        </p:spPr>
      </p:sp>
      <p:sp>
        <p:nvSpPr>
          <p:cNvPr id="6" name="day2-344">
            <a:extLst xmlns:a="http://schemas.openxmlformats.org/drawingml/2006/main">
              <a:ext uri="{FF2B5EF4-FFF2-40B4-BE49-F238E27FC236}">
                <a16:creationId xmlns:a16="http://schemas.microsoft.com/office/drawing/2014/main" id="{02C252EF-AC72-4414-925E-F884AAE6CD86}"/>
              </a:ext>
            </a:extLst>
          </p:cNvPr>
          <p:cNvSpPr>
            <a:spLocks xmlns:a="http://schemas.openxmlformats.org/drawingml/2006/main" noGrp="1"/>
          </p:cNvSpPr>
          <p:nvPr/>
        </p:nvSpPr>
        <p:spPr>
          <a:xfrm xmlns:a="http://schemas.openxmlformats.org/drawingml/2006/main">
            <a:off x="87630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7360A1"/>
                </a:solidFill>
                <a:latin typeface="Arial"/>
                <a:ea typeface="Arial"/>
                <a:cs typeface="Arial"/>
              </a:defRPr>
            </a:defPPr>
            <a:lvl1pPr algn="l">
              <a:defRPr sz="1650" b="1">
                <a:solidFill>
                  <a:srgbClr val="7360A1"/>
                </a:solidFill>
                <a:latin typeface="Arial"/>
                <a:ea typeface="Arial"/>
                <a:cs typeface="Arial"/>
              </a:defRPr>
            </a:lvl1pPr>
            <a:lvl2pPr algn="l">
              <a:defRPr sz="1650" b="1">
                <a:solidFill>
                  <a:srgbClr val="7360A1"/>
                </a:solidFill>
                <a:latin typeface="Arial"/>
                <a:ea typeface="Arial"/>
                <a:cs typeface="Arial"/>
              </a:defRPr>
            </a:lvl2pPr>
            <a:lvl3pPr algn="l">
              <a:defRPr sz="1650" b="1">
                <a:solidFill>
                  <a:srgbClr val="7360A1"/>
                </a:solidFill>
                <a:latin typeface="Arial"/>
                <a:ea typeface="Arial"/>
                <a:cs typeface="Arial"/>
              </a:defRPr>
            </a:lvl3pPr>
            <a:lvl4pPr algn="l">
              <a:defRPr sz="1650" b="1">
                <a:solidFill>
                  <a:srgbClr val="7360A1"/>
                </a:solidFill>
                <a:latin typeface="Arial"/>
                <a:ea typeface="Arial"/>
                <a:cs typeface="Arial"/>
              </a:defRPr>
            </a:lvl4pPr>
            <a:lvl5pPr algn="l">
              <a:defRPr sz="1650" b="1">
                <a:solidFill>
                  <a:srgbClr val="7360A1"/>
                </a:solidFill>
                <a:latin typeface="Arial"/>
                <a:ea typeface="Arial"/>
                <a:cs typeface="Arial"/>
              </a:defRPr>
            </a:lvl5pPr>
            <a:lvl6pPr algn="l">
              <a:defRPr sz="1650" b="1">
                <a:solidFill>
                  <a:srgbClr val="7360A1"/>
                </a:solidFill>
                <a:latin typeface="Arial"/>
                <a:ea typeface="Arial"/>
                <a:cs typeface="Arial"/>
              </a:defRPr>
            </a:lvl6pPr>
            <a:lvl7pPr algn="l">
              <a:defRPr sz="1650" b="1">
                <a:solidFill>
                  <a:srgbClr val="7360A1"/>
                </a:solidFill>
                <a:latin typeface="Arial"/>
                <a:ea typeface="Arial"/>
                <a:cs typeface="Arial"/>
              </a:defRPr>
            </a:lvl7pPr>
            <a:lvl8pPr algn="l">
              <a:defRPr sz="1650" b="1">
                <a:solidFill>
                  <a:srgbClr val="7360A1"/>
                </a:solidFill>
                <a:latin typeface="Arial"/>
                <a:ea typeface="Arial"/>
                <a:cs typeface="Arial"/>
              </a:defRPr>
            </a:lvl8pPr>
            <a:lvl9pPr algn="l">
              <a:defRPr sz="1650" b="1">
                <a:solidFill>
                  <a:srgbClr val="7360A1"/>
                </a:solidFill>
                <a:latin typeface="Arial"/>
                <a:ea typeface="Arial"/>
                <a:cs typeface="Arial"/>
              </a:defRPr>
            </a:lvl9pPr>
          </a:lstStyle>
          <a:p xmlns:a="http://schemas.openxmlformats.org/drawingml/2006/main">
            <a:pPr algn="l">
              <a:defRPr sz="1650" b="1">
                <a:solidFill>
                  <a:srgbClr val="7360A1"/>
                </a:solidFill>
                <a:latin typeface="Arial"/>
                <a:ea typeface="Arial"/>
                <a:cs typeface="Arial"/>
              </a:defRPr>
            </a:pPr>
            <a:r>
              <a:rPr sz="1650" b="1">
                <a:solidFill>
                  <a:srgbClr val="7360A1"/>
                </a:solidFill>
                <a:latin typeface="Arial"/>
                <a:ea typeface="Arial"/>
                <a:cs typeface="Arial"/>
              </a:rPr>
              <a:t>Rule</a:t>
            </a:r>
          </a:p>
        </p:txBody>
      </p:sp>
      <p:sp>
        <p:nvSpPr>
          <p:cNvPr id="7" name="day2-345">
            <a:extLst xmlns:a="http://schemas.openxmlformats.org/drawingml/2006/main">
              <a:ext uri="{FF2B5EF4-FFF2-40B4-BE49-F238E27FC236}">
                <a16:creationId xmlns:a16="http://schemas.microsoft.com/office/drawing/2014/main" id="{02338160-6555-48AE-BAB2-F38AC8C1006F}"/>
              </a:ext>
            </a:extLst>
          </p:cNvPr>
          <p:cNvSpPr>
            <a:spLocks xmlns:a="http://schemas.openxmlformats.org/drawingml/2006/main" noGrp="1"/>
          </p:cNvSpPr>
          <p:nvPr/>
        </p:nvSpPr>
        <p:spPr>
          <a:xfrm xmlns:a="http://schemas.openxmlformats.org/drawingml/2006/main">
            <a:off x="87630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AGENTS.md</a:t>
            </a:r>
          </a:p>
        </p:txBody>
      </p:sp>
      <p:sp>
        <p:nvSpPr>
          <p:cNvPr id="8" name="day2-346">
            <a:extLst xmlns:a="http://schemas.openxmlformats.org/drawingml/2006/main">
              <a:ext uri="{FF2B5EF4-FFF2-40B4-BE49-F238E27FC236}">
                <a16:creationId xmlns:a16="http://schemas.microsoft.com/office/drawing/2014/main" id="{75A37FB5-7559-4B62-B63E-78C21A3FF222}"/>
              </a:ext>
            </a:extLst>
          </p:cNvPr>
          <p:cNvSpPr>
            <a:spLocks xmlns:a="http://schemas.openxmlformats.org/drawingml/2006/main" noGrp="1"/>
          </p:cNvSpPr>
          <p:nvPr/>
        </p:nvSpPr>
        <p:spPr>
          <a:xfrm xmlns:a="http://schemas.openxmlformats.org/drawingml/2006/main">
            <a:off x="87630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 Writing guidance</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Use short paragraphs</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State uncertainty plainly</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Keep drafts out of publication</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Applies to recurring work</a:t>
            </a:r>
          </a:p>
        </p:txBody>
      </p:sp>
      <p:sp>
        <p:nvSpPr>
          <p:cNvPr id="9" name="day2-347">
            <a:extLst xmlns:a="http://schemas.openxmlformats.org/drawingml/2006/main">
              <a:ext uri="{FF2B5EF4-FFF2-40B4-BE49-F238E27FC236}">
                <a16:creationId xmlns:a16="http://schemas.microsoft.com/office/drawing/2014/main" id="{EE98494C-4388-43A5-B456-C1F05A95C1A1}"/>
              </a:ext>
            </a:extLst>
          </p:cNvPr>
          <p:cNvSpPr>
            <a:spLocks xmlns:a="http://schemas.openxmlformats.org/drawingml/2006/main" noGrp="1"/>
          </p:cNvSpPr>
          <p:nvPr/>
        </p:nvSpPr>
        <p:spPr>
          <a:xfrm xmlns:a="http://schemas.openxmlformats.org/drawingml/2006/main">
            <a:off x="6238875" y="1809750"/>
            <a:ext cx="5334000" cy="3552825"/>
          </a:xfrm>
          <a:prstGeom xmlns:a="http://schemas.openxmlformats.org/drawingml/2006/main" prst="roundRect">
            <a:avLst>
              <a:gd name="adj" fmla="val 2145"/>
            </a:avLst>
          </a:prstGeom>
          <a:solidFill xmlns:a="http://schemas.openxmlformats.org/drawingml/2006/main">
            <a:srgbClr val="FFF2D9"/>
          </a:solidFill>
          <a:ln xmlns:a="http://schemas.openxmlformats.org/drawingml/2006/main" w="12383">
            <a:solidFill>
              <a:srgbClr val="9D752B"/>
            </a:solidFill>
          </a:ln>
        </p:spPr>
      </p:sp>
      <p:sp>
        <p:nvSpPr>
          <p:cNvPr id="10" name="day2-348">
            <a:extLst xmlns:a="http://schemas.openxmlformats.org/drawingml/2006/main">
              <a:ext uri="{FF2B5EF4-FFF2-40B4-BE49-F238E27FC236}">
                <a16:creationId xmlns:a16="http://schemas.microsoft.com/office/drawing/2014/main" id="{76D0E59D-C0ED-4C54-B888-5103066C6AD9}"/>
              </a:ext>
            </a:extLst>
          </p:cNvPr>
          <p:cNvSpPr>
            <a:spLocks xmlns:a="http://schemas.openxmlformats.org/drawingml/2006/main" noGrp="1"/>
          </p:cNvSpPr>
          <p:nvPr/>
        </p:nvSpPr>
        <p:spPr>
          <a:xfrm xmlns:a="http://schemas.openxmlformats.org/drawingml/2006/main">
            <a:off x="6496050" y="1962150"/>
            <a:ext cx="481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9D752B"/>
                </a:solidFill>
                <a:latin typeface="Arial"/>
                <a:ea typeface="Arial"/>
                <a:cs typeface="Arial"/>
              </a:defRPr>
            </a:defPPr>
            <a:lvl1pPr algn="l">
              <a:defRPr sz="1650" b="1">
                <a:solidFill>
                  <a:srgbClr val="9D752B"/>
                </a:solidFill>
                <a:latin typeface="Arial"/>
                <a:ea typeface="Arial"/>
                <a:cs typeface="Arial"/>
              </a:defRPr>
            </a:lvl1pPr>
            <a:lvl2pPr algn="l">
              <a:defRPr sz="1650" b="1">
                <a:solidFill>
                  <a:srgbClr val="9D752B"/>
                </a:solidFill>
                <a:latin typeface="Arial"/>
                <a:ea typeface="Arial"/>
                <a:cs typeface="Arial"/>
              </a:defRPr>
            </a:lvl2pPr>
            <a:lvl3pPr algn="l">
              <a:defRPr sz="1650" b="1">
                <a:solidFill>
                  <a:srgbClr val="9D752B"/>
                </a:solidFill>
                <a:latin typeface="Arial"/>
                <a:ea typeface="Arial"/>
                <a:cs typeface="Arial"/>
              </a:defRPr>
            </a:lvl3pPr>
            <a:lvl4pPr algn="l">
              <a:defRPr sz="1650" b="1">
                <a:solidFill>
                  <a:srgbClr val="9D752B"/>
                </a:solidFill>
                <a:latin typeface="Arial"/>
                <a:ea typeface="Arial"/>
                <a:cs typeface="Arial"/>
              </a:defRPr>
            </a:lvl4pPr>
            <a:lvl5pPr algn="l">
              <a:defRPr sz="1650" b="1">
                <a:solidFill>
                  <a:srgbClr val="9D752B"/>
                </a:solidFill>
                <a:latin typeface="Arial"/>
                <a:ea typeface="Arial"/>
                <a:cs typeface="Arial"/>
              </a:defRPr>
            </a:lvl5pPr>
            <a:lvl6pPr algn="l">
              <a:defRPr sz="1650" b="1">
                <a:solidFill>
                  <a:srgbClr val="9D752B"/>
                </a:solidFill>
                <a:latin typeface="Arial"/>
                <a:ea typeface="Arial"/>
                <a:cs typeface="Arial"/>
              </a:defRPr>
            </a:lvl6pPr>
            <a:lvl7pPr algn="l">
              <a:defRPr sz="1650" b="1">
                <a:solidFill>
                  <a:srgbClr val="9D752B"/>
                </a:solidFill>
                <a:latin typeface="Arial"/>
                <a:ea typeface="Arial"/>
                <a:cs typeface="Arial"/>
              </a:defRPr>
            </a:lvl7pPr>
            <a:lvl8pPr algn="l">
              <a:defRPr sz="1650" b="1">
                <a:solidFill>
                  <a:srgbClr val="9D752B"/>
                </a:solidFill>
                <a:latin typeface="Arial"/>
                <a:ea typeface="Arial"/>
                <a:cs typeface="Arial"/>
              </a:defRPr>
            </a:lvl8pPr>
            <a:lvl9pPr algn="l">
              <a:defRPr sz="1650" b="1">
                <a:solidFill>
                  <a:srgbClr val="9D752B"/>
                </a:solidFill>
                <a:latin typeface="Arial"/>
                <a:ea typeface="Arial"/>
                <a:cs typeface="Arial"/>
              </a:defRPr>
            </a:lvl9pPr>
          </a:lstStyle>
          <a:p xmlns:a="http://schemas.openxmlformats.org/drawingml/2006/main">
            <a:pPr algn="l">
              <a:defRPr sz="1650" b="1">
                <a:solidFill>
                  <a:srgbClr val="9D752B"/>
                </a:solidFill>
                <a:latin typeface="Arial"/>
                <a:ea typeface="Arial"/>
                <a:cs typeface="Arial"/>
              </a:defRPr>
            </a:pPr>
            <a:r>
              <a:rPr sz="1650" b="1">
                <a:solidFill>
                  <a:srgbClr val="9D752B"/>
                </a:solidFill>
                <a:latin typeface="Arial"/>
                <a:ea typeface="Arial"/>
                <a:cs typeface="Arial"/>
              </a:rPr>
              <a:t>Packaged skill</a:t>
            </a:r>
          </a:p>
        </p:txBody>
      </p:sp>
      <p:sp>
        <p:nvSpPr>
          <p:cNvPr id="11" name="day2-349">
            <a:extLst xmlns:a="http://schemas.openxmlformats.org/drawingml/2006/main">
              <a:ext uri="{FF2B5EF4-FFF2-40B4-BE49-F238E27FC236}">
                <a16:creationId xmlns:a16="http://schemas.microsoft.com/office/drawing/2014/main" id="{EEB38844-D949-4FDB-AA35-35F1AF57C28A}"/>
              </a:ext>
            </a:extLst>
          </p:cNvPr>
          <p:cNvSpPr>
            <a:spLocks xmlns:a="http://schemas.openxmlformats.org/drawingml/2006/main" noGrp="1"/>
          </p:cNvSpPr>
          <p:nvPr/>
        </p:nvSpPr>
        <p:spPr>
          <a:xfrm xmlns:a="http://schemas.openxmlformats.org/drawingml/2006/main">
            <a:off x="6496050" y="2381250"/>
            <a:ext cx="4819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213044"/>
                </a:solidFill>
                <a:latin typeface="Arial"/>
                <a:ea typeface="Arial"/>
                <a:cs typeface="Arial"/>
              </a:defRPr>
            </a:defPPr>
            <a:lvl1pPr algn="l">
              <a:defRPr sz="1950" b="1">
                <a:solidFill>
                  <a:srgbClr val="213044"/>
                </a:solidFill>
                <a:latin typeface="Arial"/>
                <a:ea typeface="Arial"/>
                <a:cs typeface="Arial"/>
              </a:defRPr>
            </a:lvl1pPr>
            <a:lvl2pPr algn="l">
              <a:defRPr sz="1950" b="1">
                <a:solidFill>
                  <a:srgbClr val="213044"/>
                </a:solidFill>
                <a:latin typeface="Arial"/>
                <a:ea typeface="Arial"/>
                <a:cs typeface="Arial"/>
              </a:defRPr>
            </a:lvl2pPr>
            <a:lvl3pPr algn="l">
              <a:defRPr sz="1950" b="1">
                <a:solidFill>
                  <a:srgbClr val="213044"/>
                </a:solidFill>
                <a:latin typeface="Arial"/>
                <a:ea typeface="Arial"/>
                <a:cs typeface="Arial"/>
              </a:defRPr>
            </a:lvl3pPr>
            <a:lvl4pPr algn="l">
              <a:defRPr sz="1950" b="1">
                <a:solidFill>
                  <a:srgbClr val="213044"/>
                </a:solidFill>
                <a:latin typeface="Arial"/>
                <a:ea typeface="Arial"/>
                <a:cs typeface="Arial"/>
              </a:defRPr>
            </a:lvl4pPr>
            <a:lvl5pPr algn="l">
              <a:defRPr sz="1950" b="1">
                <a:solidFill>
                  <a:srgbClr val="213044"/>
                </a:solidFill>
                <a:latin typeface="Arial"/>
                <a:ea typeface="Arial"/>
                <a:cs typeface="Arial"/>
              </a:defRPr>
            </a:lvl5pPr>
            <a:lvl6pPr algn="l">
              <a:defRPr sz="1950" b="1">
                <a:solidFill>
                  <a:srgbClr val="213044"/>
                </a:solidFill>
                <a:latin typeface="Arial"/>
                <a:ea typeface="Arial"/>
                <a:cs typeface="Arial"/>
              </a:defRPr>
            </a:lvl6pPr>
            <a:lvl7pPr algn="l">
              <a:defRPr sz="1950" b="1">
                <a:solidFill>
                  <a:srgbClr val="213044"/>
                </a:solidFill>
                <a:latin typeface="Arial"/>
                <a:ea typeface="Arial"/>
                <a:cs typeface="Arial"/>
              </a:defRPr>
            </a:lvl7pPr>
            <a:lvl8pPr algn="l">
              <a:defRPr sz="1950" b="1">
                <a:solidFill>
                  <a:srgbClr val="213044"/>
                </a:solidFill>
                <a:latin typeface="Arial"/>
                <a:ea typeface="Arial"/>
                <a:cs typeface="Arial"/>
              </a:defRPr>
            </a:lvl8pPr>
            <a:lvl9pPr algn="l">
              <a:defRPr sz="1950" b="1">
                <a:solidFill>
                  <a:srgbClr val="213044"/>
                </a:solidFill>
                <a:latin typeface="Arial"/>
                <a:ea typeface="Arial"/>
                <a:cs typeface="Arial"/>
              </a:defRPr>
            </a:lvl9pPr>
          </a:lstStyle>
          <a:p xmlns:a="http://schemas.openxmlformats.org/drawingml/2006/main">
            <a:pPr algn="l">
              <a:defRPr sz="1950" b="1">
                <a:solidFill>
                  <a:srgbClr val="213044"/>
                </a:solidFill>
                <a:latin typeface="Arial"/>
                <a:ea typeface="Arial"/>
                <a:cs typeface="Arial"/>
              </a:defRPr>
            </a:pPr>
            <a:r>
              <a:rPr sz="1950" b="1">
                <a:solidFill>
                  <a:srgbClr val="213044"/>
                </a:solidFill>
                <a:latin typeface="Arial"/>
                <a:ea typeface="Arial"/>
                <a:cs typeface="Arial"/>
              </a:rPr>
              <a:t>.agents/skills/post/SKILL.md</a:t>
            </a:r>
          </a:p>
        </p:txBody>
      </p:sp>
      <p:sp>
        <p:nvSpPr>
          <p:cNvPr id="12" name="day2-350">
            <a:extLst xmlns:a="http://schemas.openxmlformats.org/drawingml/2006/main">
              <a:ext uri="{FF2B5EF4-FFF2-40B4-BE49-F238E27FC236}">
                <a16:creationId xmlns:a16="http://schemas.microsoft.com/office/drawing/2014/main" id="{45F6F323-DD93-4141-95A7-CEB3224BC505}"/>
              </a:ext>
            </a:extLst>
          </p:cNvPr>
          <p:cNvSpPr>
            <a:spLocks xmlns:a="http://schemas.openxmlformats.org/drawingml/2006/main" noGrp="1"/>
          </p:cNvSpPr>
          <p:nvPr/>
        </p:nvSpPr>
        <p:spPr>
          <a:xfrm xmlns:a="http://schemas.openxmlformats.org/drawingml/2006/main">
            <a:off x="6496050" y="3086100"/>
            <a:ext cx="48196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213044"/>
                </a:solidFill>
                <a:latin typeface="Arial"/>
                <a:ea typeface="Arial"/>
                <a:cs typeface="Arial"/>
              </a:defRPr>
            </a:defPPr>
            <a:lvl1pPr algn="l">
              <a:defRPr sz="1800" b="0">
                <a:solidFill>
                  <a:srgbClr val="213044"/>
                </a:solidFill>
                <a:latin typeface="Arial"/>
                <a:ea typeface="Arial"/>
                <a:cs typeface="Arial"/>
              </a:defRPr>
            </a:lvl1pPr>
            <a:lvl2pPr algn="l">
              <a:defRPr sz="1800" b="0">
                <a:solidFill>
                  <a:srgbClr val="213044"/>
                </a:solidFill>
                <a:latin typeface="Arial"/>
                <a:ea typeface="Arial"/>
                <a:cs typeface="Arial"/>
              </a:defRPr>
            </a:lvl2pPr>
            <a:lvl3pPr algn="l">
              <a:defRPr sz="1800" b="0">
                <a:solidFill>
                  <a:srgbClr val="213044"/>
                </a:solidFill>
                <a:latin typeface="Arial"/>
                <a:ea typeface="Arial"/>
                <a:cs typeface="Arial"/>
              </a:defRPr>
            </a:lvl3pPr>
            <a:lvl4pPr algn="l">
              <a:defRPr sz="1800" b="0">
                <a:solidFill>
                  <a:srgbClr val="213044"/>
                </a:solidFill>
                <a:latin typeface="Arial"/>
                <a:ea typeface="Arial"/>
                <a:cs typeface="Arial"/>
              </a:defRPr>
            </a:lvl4pPr>
            <a:lvl5pPr algn="l">
              <a:defRPr sz="1800" b="0">
                <a:solidFill>
                  <a:srgbClr val="213044"/>
                </a:solidFill>
                <a:latin typeface="Arial"/>
                <a:ea typeface="Arial"/>
                <a:cs typeface="Arial"/>
              </a:defRPr>
            </a:lvl5pPr>
            <a:lvl6pPr algn="l">
              <a:defRPr sz="1800" b="0">
                <a:solidFill>
                  <a:srgbClr val="213044"/>
                </a:solidFill>
                <a:latin typeface="Arial"/>
                <a:ea typeface="Arial"/>
                <a:cs typeface="Arial"/>
              </a:defRPr>
            </a:lvl6pPr>
            <a:lvl7pPr algn="l">
              <a:defRPr sz="1800" b="0">
                <a:solidFill>
                  <a:srgbClr val="213044"/>
                </a:solidFill>
                <a:latin typeface="Arial"/>
                <a:ea typeface="Arial"/>
                <a:cs typeface="Arial"/>
              </a:defRPr>
            </a:lvl7pPr>
            <a:lvl8pPr algn="l">
              <a:defRPr sz="1800" b="0">
                <a:solidFill>
                  <a:srgbClr val="213044"/>
                </a:solidFill>
                <a:latin typeface="Arial"/>
                <a:ea typeface="Arial"/>
                <a:cs typeface="Arial"/>
              </a:defRPr>
            </a:lvl8pPr>
            <a:lvl9pPr algn="l">
              <a:defRPr sz="1800" b="0">
                <a:solidFill>
                  <a:srgbClr val="213044"/>
                </a:solidFill>
                <a:latin typeface="Arial"/>
                <a:ea typeface="Arial"/>
                <a:cs typeface="Arial"/>
              </a:defRPr>
            </a:lvl9pPr>
          </a:lstStyle>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name: checked-post</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description: Draft and verify a post</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Follow playbooks/post.md</a:t>
            </a:r>
          </a:p>
          <a:p xmlns:a="http://schemas.openxmlformats.org/drawingml/2006/main">
            <a:pPr algn="l">
              <a:defRPr sz="1800" b="0">
                <a:solidFill>
                  <a:srgbClr val="213044"/>
                </a:solidFill>
                <a:latin typeface="Arial"/>
                <a:ea typeface="Arial"/>
                <a:cs typeface="Arial"/>
              </a:defRPr>
            </a:pPr>
            <a:r>
              <a:rPr sz="1800" b="0">
                <a:solidFill>
                  <a:srgbClr val="213044"/>
                </a:solidFill>
                <a:latin typeface="Arial"/>
                <a:ea typeface="Arial"/>
                <a:cs typeface="Arial"/>
              </a:rPr>
              <a:t>Return draft plus source checklist</a:t>
            </a:r>
          </a:p>
        </p:txBody>
      </p:sp>
      <p:sp>
        <p:nvSpPr>
          <p:cNvPr id="13" name="day2-351">
            <a:extLst xmlns:a="http://schemas.openxmlformats.org/drawingml/2006/main">
              <a:ext uri="{FF2B5EF4-FFF2-40B4-BE49-F238E27FC236}">
                <a16:creationId xmlns:a16="http://schemas.microsoft.com/office/drawing/2014/main" id="{72E7FEF0-8FE0-42DC-93E4-917D7A7CEB7C}"/>
              </a:ext>
            </a:extLst>
          </p:cNvPr>
          <p:cNvSpPr>
            <a:spLocks xmlns:a="http://schemas.openxmlformats.org/drawingml/2006/main" noGrp="1"/>
          </p:cNvSpPr>
          <p:nvPr/>
        </p:nvSpPr>
        <p:spPr>
          <a:xfrm xmlns:a="http://schemas.openxmlformats.org/drawingml/2006/main">
            <a:off x="619125" y="583882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AC6154"/>
                </a:solidFill>
                <a:latin typeface="Arial"/>
                <a:ea typeface="Arial"/>
                <a:cs typeface="Arial"/>
              </a:defRPr>
            </a:defPPr>
            <a:lvl1pPr algn="l">
              <a:defRPr sz="1950" b="0">
                <a:solidFill>
                  <a:srgbClr val="AC6154"/>
                </a:solidFill>
                <a:latin typeface="Arial"/>
                <a:ea typeface="Arial"/>
                <a:cs typeface="Arial"/>
              </a:defRPr>
            </a:lvl1pPr>
            <a:lvl2pPr algn="l">
              <a:defRPr sz="1950" b="0">
                <a:solidFill>
                  <a:srgbClr val="AC6154"/>
                </a:solidFill>
                <a:latin typeface="Arial"/>
                <a:ea typeface="Arial"/>
                <a:cs typeface="Arial"/>
              </a:defRPr>
            </a:lvl2pPr>
            <a:lvl3pPr algn="l">
              <a:defRPr sz="1950" b="0">
                <a:solidFill>
                  <a:srgbClr val="AC6154"/>
                </a:solidFill>
                <a:latin typeface="Arial"/>
                <a:ea typeface="Arial"/>
                <a:cs typeface="Arial"/>
              </a:defRPr>
            </a:lvl3pPr>
            <a:lvl4pPr algn="l">
              <a:defRPr sz="1950" b="0">
                <a:solidFill>
                  <a:srgbClr val="AC6154"/>
                </a:solidFill>
                <a:latin typeface="Arial"/>
                <a:ea typeface="Arial"/>
                <a:cs typeface="Arial"/>
              </a:defRPr>
            </a:lvl4pPr>
            <a:lvl5pPr algn="l">
              <a:defRPr sz="1950" b="0">
                <a:solidFill>
                  <a:srgbClr val="AC6154"/>
                </a:solidFill>
                <a:latin typeface="Arial"/>
                <a:ea typeface="Arial"/>
                <a:cs typeface="Arial"/>
              </a:defRPr>
            </a:lvl5pPr>
            <a:lvl6pPr algn="l">
              <a:defRPr sz="1950" b="0">
                <a:solidFill>
                  <a:srgbClr val="AC6154"/>
                </a:solidFill>
                <a:latin typeface="Arial"/>
                <a:ea typeface="Arial"/>
                <a:cs typeface="Arial"/>
              </a:defRPr>
            </a:lvl6pPr>
            <a:lvl7pPr algn="l">
              <a:defRPr sz="1950" b="0">
                <a:solidFill>
                  <a:srgbClr val="AC6154"/>
                </a:solidFill>
                <a:latin typeface="Arial"/>
                <a:ea typeface="Arial"/>
                <a:cs typeface="Arial"/>
              </a:defRPr>
            </a:lvl7pPr>
            <a:lvl8pPr algn="l">
              <a:defRPr sz="1950" b="0">
                <a:solidFill>
                  <a:srgbClr val="AC6154"/>
                </a:solidFill>
                <a:latin typeface="Arial"/>
                <a:ea typeface="Arial"/>
                <a:cs typeface="Arial"/>
              </a:defRPr>
            </a:lvl8pPr>
            <a:lvl9pPr algn="l">
              <a:defRPr sz="1950" b="0">
                <a:solidFill>
                  <a:srgbClr val="AC6154"/>
                </a:solidFill>
                <a:latin typeface="Arial"/>
                <a:ea typeface="Arial"/>
                <a:cs typeface="Arial"/>
              </a:defRPr>
            </a:lvl9pPr>
          </a:lstStyle>
          <a:p xmlns:a="http://schemas.openxmlformats.org/drawingml/2006/main">
            <a:pPr algn="l">
              <a:defRPr sz="1950" b="0">
                <a:solidFill>
                  <a:srgbClr val="AC6154"/>
                </a:solidFill>
                <a:latin typeface="Arial"/>
                <a:ea typeface="Arial"/>
                <a:cs typeface="Arial"/>
              </a:defRPr>
            </a:pPr>
            <a:r>
              <a:rPr sz="1950" b="0">
                <a:solidFill>
                  <a:srgbClr val="AC6154"/>
                </a:solidFill>
                <a:latin typeface="Arial"/>
                <a:ea typeface="Arial"/>
                <a:cs typeface="Arial"/>
              </a:rPr>
              <a:t>Does this need a skill, or would a clear instruction do?</a:t>
            </a:r>
          </a:p>
        </p:txBody>
      </p:sp>
    </p:spTree>
    <p:extLst>
      <p:ext uri="{BB962C8B-B14F-4D97-AF65-F5344CB8AC3E}">
        <p14:creationId xmlns:p14="http://schemas.microsoft.com/office/powerpoint/2010/main" val="179493534"/>
      </p:ext>
    </p:extLst>
  </p:cSld>
</p:sld>
</file>

<file path=ppt/slides/slide19.xml><?xml version="1.0" encoding="utf-8"?>
<p:sld xmlns:p="http://schemas.openxmlformats.org/presentationml/2006/main">
  <p:cSld>
    <p:bg>
      <p:bgPr>
        <a:solidFill xmlns:a="http://schemas.openxmlformats.org/drawingml/2006/main">
          <a:srgbClr val="E5F4EF"/>
        </a:solidFill>
      </p:bgPr>
    </p:bg>
    <p:spTree>
      <p:nvGrpSpPr>
        <p:cNvPr id="1" name=""/>
        <p:cNvGrpSpPr/>
        <p:nvPr/>
      </p:nvGrpSpPr>
      <p:grpSpPr>
        <a:xfrm xmlns:a="http://schemas.openxmlformats.org/drawingml/2006/main"/>
      </p:grpSpPr>
      <p:sp>
        <p:nvSpPr>
          <p:cNvPr id="7" name="day2-352">
            <a:extLst xmlns:a="http://schemas.openxmlformats.org/drawingml/2006/main">
              <a:ext uri="{FF2B5EF4-FFF2-40B4-BE49-F238E27FC236}">
                <a16:creationId xmlns:a16="http://schemas.microsoft.com/office/drawing/2014/main" id="{0675963A-D9AE-4DAA-952D-BDB403644D85}"/>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Design your own workspace</a:t>
            </a:r>
          </a:p>
        </p:txBody>
      </p:sp>
      <p:sp>
        <p:nvSpPr>
          <p:cNvPr id="2" name="day2-353">
            <a:extLst xmlns:a="http://schemas.openxmlformats.org/drawingml/2006/main">
              <a:ext uri="{FF2B5EF4-FFF2-40B4-BE49-F238E27FC236}">
                <a16:creationId xmlns:a16="http://schemas.microsoft.com/office/drawing/2014/main" id="{BE81863E-00C4-4B29-AC18-691D27D9BBE7}"/>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354">
            <a:extLst xmlns:a="http://schemas.openxmlformats.org/drawingml/2006/main">
              <a:ext uri="{FF2B5EF4-FFF2-40B4-BE49-F238E27FC236}">
                <a16:creationId xmlns:a16="http://schemas.microsoft.com/office/drawing/2014/main" id="{5FF4AFB2-988E-4933-A2C4-C645233F01FB}"/>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19</a:t>
            </a:r>
          </a:p>
        </p:txBody>
      </p:sp>
      <p:sp>
        <p:nvSpPr>
          <p:cNvPr id="4" name="day2-355">
            <a:extLst xmlns:a="http://schemas.openxmlformats.org/drawingml/2006/main">
              <a:ext uri="{FF2B5EF4-FFF2-40B4-BE49-F238E27FC236}">
                <a16:creationId xmlns:a16="http://schemas.microsoft.com/office/drawing/2014/main" id="{811B7A16-065D-4A6E-845B-995D41867F37}"/>
              </a:ext>
            </a:extLst>
          </p:cNvPr>
          <p:cNvSpPr>
            <a:spLocks xmlns:a="http://schemas.openxmlformats.org/drawingml/2006/main" noGrp="1"/>
          </p:cNvSpPr>
          <p:nvPr/>
        </p:nvSpPr>
        <p:spPr>
          <a:xfrm xmlns:a="http://schemas.openxmlformats.org/drawingml/2006/main">
            <a:off x="714375" y="11239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327D6B"/>
                </a:solidFill>
                <a:latin typeface="Arial"/>
                <a:ea typeface="Arial"/>
                <a:cs typeface="Arial"/>
              </a:defRPr>
            </a:defPPr>
            <a:lvl1pPr algn="l">
              <a:defRPr sz="2025" b="0">
                <a:solidFill>
                  <a:srgbClr val="327D6B"/>
                </a:solidFill>
                <a:latin typeface="Arial"/>
                <a:ea typeface="Arial"/>
                <a:cs typeface="Arial"/>
              </a:defRPr>
            </a:lvl1pPr>
            <a:lvl2pPr algn="l">
              <a:defRPr sz="2025" b="0">
                <a:solidFill>
                  <a:srgbClr val="327D6B"/>
                </a:solidFill>
                <a:latin typeface="Arial"/>
                <a:ea typeface="Arial"/>
                <a:cs typeface="Arial"/>
              </a:defRPr>
            </a:lvl2pPr>
            <a:lvl3pPr algn="l">
              <a:defRPr sz="2025" b="0">
                <a:solidFill>
                  <a:srgbClr val="327D6B"/>
                </a:solidFill>
                <a:latin typeface="Arial"/>
                <a:ea typeface="Arial"/>
                <a:cs typeface="Arial"/>
              </a:defRPr>
            </a:lvl3pPr>
            <a:lvl4pPr algn="l">
              <a:defRPr sz="2025" b="0">
                <a:solidFill>
                  <a:srgbClr val="327D6B"/>
                </a:solidFill>
                <a:latin typeface="Arial"/>
                <a:ea typeface="Arial"/>
                <a:cs typeface="Arial"/>
              </a:defRPr>
            </a:lvl4pPr>
            <a:lvl5pPr algn="l">
              <a:defRPr sz="2025" b="0">
                <a:solidFill>
                  <a:srgbClr val="327D6B"/>
                </a:solidFill>
                <a:latin typeface="Arial"/>
                <a:ea typeface="Arial"/>
                <a:cs typeface="Arial"/>
              </a:defRPr>
            </a:lvl5pPr>
            <a:lvl6pPr algn="l">
              <a:defRPr sz="2025" b="0">
                <a:solidFill>
                  <a:srgbClr val="327D6B"/>
                </a:solidFill>
                <a:latin typeface="Arial"/>
                <a:ea typeface="Arial"/>
                <a:cs typeface="Arial"/>
              </a:defRPr>
            </a:lvl6pPr>
            <a:lvl7pPr algn="l">
              <a:defRPr sz="2025" b="0">
                <a:solidFill>
                  <a:srgbClr val="327D6B"/>
                </a:solidFill>
                <a:latin typeface="Arial"/>
                <a:ea typeface="Arial"/>
                <a:cs typeface="Arial"/>
              </a:defRPr>
            </a:lvl7pPr>
            <a:lvl8pPr algn="l">
              <a:defRPr sz="2025" b="0">
                <a:solidFill>
                  <a:srgbClr val="327D6B"/>
                </a:solidFill>
                <a:latin typeface="Arial"/>
                <a:ea typeface="Arial"/>
                <a:cs typeface="Arial"/>
              </a:defRPr>
            </a:lvl8pPr>
            <a:lvl9pPr algn="l">
              <a:defRPr sz="2025" b="0">
                <a:solidFill>
                  <a:srgbClr val="327D6B"/>
                </a:solidFill>
                <a:latin typeface="Arial"/>
                <a:ea typeface="Arial"/>
                <a:cs typeface="Arial"/>
              </a:defRPr>
            </a:lvl9pPr>
          </a:lstStyle>
          <a:p xmlns:a="http://schemas.openxmlformats.org/drawingml/2006/main">
            <a:pPr algn="l">
              <a:defRPr sz="2025" b="0">
                <a:solidFill>
                  <a:srgbClr val="327D6B"/>
                </a:solidFill>
                <a:latin typeface="Arial"/>
                <a:ea typeface="Arial"/>
                <a:cs typeface="Arial"/>
              </a:defRPr>
            </a:pPr>
            <a:r>
              <a:rPr sz="2025" b="0">
                <a:solidFill>
                  <a:srgbClr val="327D6B"/>
                </a:solidFill>
                <a:latin typeface="Arial"/>
                <a:ea typeface="Arial"/>
                <a:cs typeface="Arial"/>
              </a:rPr>
              <a:t>Choose a recurring job, then paste this prompt into Codex</a:t>
            </a:r>
          </a:p>
        </p:txBody>
      </p:sp>
      <p:sp>
        <p:nvSpPr>
          <p:cNvPr id="5" name="day2-356">
            <a:extLst xmlns:a="http://schemas.openxmlformats.org/drawingml/2006/main">
              <a:ext uri="{FF2B5EF4-FFF2-40B4-BE49-F238E27FC236}">
                <a16:creationId xmlns:a16="http://schemas.microsoft.com/office/drawing/2014/main" id="{445AEDB2-9DE6-4BFD-A047-A713360F5A3E}"/>
              </a:ext>
            </a:extLst>
          </p:cNvPr>
          <p:cNvSpPr>
            <a:spLocks xmlns:a="http://schemas.openxmlformats.org/drawingml/2006/main" noGrp="1"/>
          </p:cNvSpPr>
          <p:nvPr/>
        </p:nvSpPr>
        <p:spPr>
          <a:xfrm xmlns:a="http://schemas.openxmlformats.org/drawingml/2006/main">
            <a:off x="857250" y="1962150"/>
            <a:ext cx="10477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213044"/>
                </a:solidFill>
                <a:latin typeface="Arial"/>
                <a:ea typeface="Arial"/>
                <a:cs typeface="Arial"/>
              </a:defRPr>
            </a:defPPr>
            <a:lvl1pPr algn="l">
              <a:defRPr sz="2250" b="0">
                <a:solidFill>
                  <a:srgbClr val="213044"/>
                </a:solidFill>
                <a:latin typeface="Arial"/>
                <a:ea typeface="Arial"/>
                <a:cs typeface="Arial"/>
              </a:defRPr>
            </a:lvl1pPr>
            <a:lvl2pPr algn="l">
              <a:defRPr sz="2250" b="0">
                <a:solidFill>
                  <a:srgbClr val="213044"/>
                </a:solidFill>
                <a:latin typeface="Arial"/>
                <a:ea typeface="Arial"/>
                <a:cs typeface="Arial"/>
              </a:defRPr>
            </a:lvl2pPr>
            <a:lvl3pPr algn="l">
              <a:defRPr sz="2250" b="0">
                <a:solidFill>
                  <a:srgbClr val="213044"/>
                </a:solidFill>
                <a:latin typeface="Arial"/>
                <a:ea typeface="Arial"/>
                <a:cs typeface="Arial"/>
              </a:defRPr>
            </a:lvl3pPr>
            <a:lvl4pPr algn="l">
              <a:defRPr sz="2250" b="0">
                <a:solidFill>
                  <a:srgbClr val="213044"/>
                </a:solidFill>
                <a:latin typeface="Arial"/>
                <a:ea typeface="Arial"/>
                <a:cs typeface="Arial"/>
              </a:defRPr>
            </a:lvl4pPr>
            <a:lvl5pPr algn="l">
              <a:defRPr sz="2250" b="0">
                <a:solidFill>
                  <a:srgbClr val="213044"/>
                </a:solidFill>
                <a:latin typeface="Arial"/>
                <a:ea typeface="Arial"/>
                <a:cs typeface="Arial"/>
              </a:defRPr>
            </a:lvl5pPr>
            <a:lvl6pPr algn="l">
              <a:defRPr sz="2250" b="0">
                <a:solidFill>
                  <a:srgbClr val="213044"/>
                </a:solidFill>
                <a:latin typeface="Arial"/>
                <a:ea typeface="Arial"/>
                <a:cs typeface="Arial"/>
              </a:defRPr>
            </a:lvl6pPr>
            <a:lvl7pPr algn="l">
              <a:defRPr sz="2250" b="0">
                <a:solidFill>
                  <a:srgbClr val="213044"/>
                </a:solidFill>
                <a:latin typeface="Arial"/>
                <a:ea typeface="Arial"/>
                <a:cs typeface="Arial"/>
              </a:defRPr>
            </a:lvl7pPr>
            <a:lvl8pPr algn="l">
              <a:defRPr sz="2250" b="0">
                <a:solidFill>
                  <a:srgbClr val="213044"/>
                </a:solidFill>
                <a:latin typeface="Arial"/>
                <a:ea typeface="Arial"/>
                <a:cs typeface="Arial"/>
              </a:defRPr>
            </a:lvl8pPr>
            <a:lvl9pPr algn="l">
              <a:defRPr sz="2250" b="0">
                <a:solidFill>
                  <a:srgbClr val="213044"/>
                </a:solidFill>
                <a:latin typeface="Arial"/>
                <a:ea typeface="Arial"/>
                <a:cs typeface="Arial"/>
              </a:defRPr>
            </a:lvl9pPr>
          </a:lstStyle>
          <a:p xmlns:a="http://schemas.openxmlformats.org/drawingml/2006/main">
            <a:pPr algn="l">
              <a:defRPr sz="2250" b="0">
                <a:solidFill>
                  <a:srgbClr val="213044"/>
                </a:solidFill>
                <a:latin typeface="Arial"/>
                <a:ea typeface="Arial"/>
                <a:cs typeface="Arial"/>
              </a:defRPr>
            </a:pPr>
            <a:r>
              <a:rPr sz="2250" b="0">
                <a:solidFill>
                  <a:srgbClr val="213044"/>
                </a:solidFill>
                <a:latin typeface="Arial"/>
                <a:ea typeface="Arial"/>
                <a:cs typeface="Arial"/>
              </a:rPr>
              <a:t>Help me design a workspace for this recurring job: [describe the job]. Ask about the user, inputs, output, and success check. Then propose the smallest useful folder structure, recurring rules, and any reusable method. Explain whether each method needs a skill or a plain reference. Identify actions that need my review. Show the design before creating files or connecting tools.</a:t>
            </a:r>
          </a:p>
        </p:txBody>
      </p:sp>
      <p:sp>
        <p:nvSpPr>
          <p:cNvPr id="6" name="day2-357">
            <a:extLst xmlns:a="http://schemas.openxmlformats.org/drawingml/2006/main">
              <a:ext uri="{FF2B5EF4-FFF2-40B4-BE49-F238E27FC236}">
                <a16:creationId xmlns:a16="http://schemas.microsoft.com/office/drawing/2014/main" id="{C1A771D9-59F2-42D5-9A77-927197CBFD98}"/>
              </a:ext>
            </a:extLst>
          </p:cNvPr>
          <p:cNvSpPr>
            <a:spLocks xmlns:a="http://schemas.openxmlformats.org/drawingml/2006/main" noGrp="1"/>
          </p:cNvSpPr>
          <p:nvPr/>
        </p:nvSpPr>
        <p:spPr>
          <a:xfrm xmlns:a="http://schemas.openxmlformats.org/drawingml/2006/main">
            <a:off x="857250" y="55245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327D6B"/>
                </a:solidFill>
                <a:latin typeface="Arial"/>
                <a:ea typeface="Arial"/>
                <a:cs typeface="Arial"/>
              </a:defRPr>
            </a:defPPr>
            <a:lvl1pPr algn="l">
              <a:defRPr sz="2025" b="0">
                <a:solidFill>
                  <a:srgbClr val="327D6B"/>
                </a:solidFill>
                <a:latin typeface="Arial"/>
                <a:ea typeface="Arial"/>
                <a:cs typeface="Arial"/>
              </a:defRPr>
            </a:lvl1pPr>
            <a:lvl2pPr algn="l">
              <a:defRPr sz="2025" b="0">
                <a:solidFill>
                  <a:srgbClr val="327D6B"/>
                </a:solidFill>
                <a:latin typeface="Arial"/>
                <a:ea typeface="Arial"/>
                <a:cs typeface="Arial"/>
              </a:defRPr>
            </a:lvl2pPr>
            <a:lvl3pPr algn="l">
              <a:defRPr sz="2025" b="0">
                <a:solidFill>
                  <a:srgbClr val="327D6B"/>
                </a:solidFill>
                <a:latin typeface="Arial"/>
                <a:ea typeface="Arial"/>
                <a:cs typeface="Arial"/>
              </a:defRPr>
            </a:lvl3pPr>
            <a:lvl4pPr algn="l">
              <a:defRPr sz="2025" b="0">
                <a:solidFill>
                  <a:srgbClr val="327D6B"/>
                </a:solidFill>
                <a:latin typeface="Arial"/>
                <a:ea typeface="Arial"/>
                <a:cs typeface="Arial"/>
              </a:defRPr>
            </a:lvl4pPr>
            <a:lvl5pPr algn="l">
              <a:defRPr sz="2025" b="0">
                <a:solidFill>
                  <a:srgbClr val="327D6B"/>
                </a:solidFill>
                <a:latin typeface="Arial"/>
                <a:ea typeface="Arial"/>
                <a:cs typeface="Arial"/>
              </a:defRPr>
            </a:lvl5pPr>
            <a:lvl6pPr algn="l">
              <a:defRPr sz="2025" b="0">
                <a:solidFill>
                  <a:srgbClr val="327D6B"/>
                </a:solidFill>
                <a:latin typeface="Arial"/>
                <a:ea typeface="Arial"/>
                <a:cs typeface="Arial"/>
              </a:defRPr>
            </a:lvl6pPr>
            <a:lvl7pPr algn="l">
              <a:defRPr sz="2025" b="0">
                <a:solidFill>
                  <a:srgbClr val="327D6B"/>
                </a:solidFill>
                <a:latin typeface="Arial"/>
                <a:ea typeface="Arial"/>
                <a:cs typeface="Arial"/>
              </a:defRPr>
            </a:lvl7pPr>
            <a:lvl8pPr algn="l">
              <a:defRPr sz="2025" b="0">
                <a:solidFill>
                  <a:srgbClr val="327D6B"/>
                </a:solidFill>
                <a:latin typeface="Arial"/>
                <a:ea typeface="Arial"/>
                <a:cs typeface="Arial"/>
              </a:defRPr>
            </a:lvl8pPr>
            <a:lvl9pPr algn="l">
              <a:defRPr sz="2025" b="0">
                <a:solidFill>
                  <a:srgbClr val="327D6B"/>
                </a:solidFill>
                <a:latin typeface="Arial"/>
                <a:ea typeface="Arial"/>
                <a:cs typeface="Arial"/>
              </a:defRPr>
            </a:lvl9pPr>
          </a:lstStyle>
          <a:p xmlns:a="http://schemas.openxmlformats.org/drawingml/2006/main">
            <a:pPr algn="l">
              <a:defRPr sz="2025" b="0">
                <a:solidFill>
                  <a:srgbClr val="327D6B"/>
                </a:solidFill>
                <a:latin typeface="Arial"/>
                <a:ea typeface="Arial"/>
                <a:cs typeface="Arial"/>
              </a:defRPr>
            </a:pPr>
            <a:r>
              <a:rPr sz="2025" b="0">
                <a:solidFill>
                  <a:srgbClr val="327D6B"/>
                </a:solidFill>
                <a:latin typeface="Arial"/>
                <a:ea typeface="Arial"/>
                <a:cs typeface="Arial"/>
              </a:rPr>
              <a:t>Check: the proposal names its inputs, output, method and review point</a:t>
            </a:r>
          </a:p>
        </p:txBody>
      </p:sp>
    </p:spTree>
    <p:extLst>
      <p:ext uri="{BB962C8B-B14F-4D97-AF65-F5344CB8AC3E}">
        <p14:creationId xmlns:p14="http://schemas.microsoft.com/office/powerpoint/2010/main" val="135017251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ay2-358">
            <a:extLst xmlns:a="http://schemas.openxmlformats.org/drawingml/2006/main">
              <a:ext uri="{FF2B5EF4-FFF2-40B4-BE49-F238E27FC236}">
                <a16:creationId xmlns:a16="http://schemas.microsoft.com/office/drawing/2014/main" id="{74FBB558-D172-43EC-8C68-20BE713A0E3B}"/>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Questions about your workspace</a:t>
            </a:r>
          </a:p>
        </p:txBody>
      </p:sp>
      <p:sp>
        <p:nvSpPr>
          <p:cNvPr id="2" name="day2-359">
            <a:extLst xmlns:a="http://schemas.openxmlformats.org/drawingml/2006/main">
              <a:ext uri="{FF2B5EF4-FFF2-40B4-BE49-F238E27FC236}">
                <a16:creationId xmlns:a16="http://schemas.microsoft.com/office/drawing/2014/main" id="{92892A0B-2A6B-4719-9AB1-AC3315D02467}"/>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360">
            <a:extLst xmlns:a="http://schemas.openxmlformats.org/drawingml/2006/main">
              <a:ext uri="{FF2B5EF4-FFF2-40B4-BE49-F238E27FC236}">
                <a16:creationId xmlns:a16="http://schemas.microsoft.com/office/drawing/2014/main" id="{A4F88A90-83F6-4184-AFF1-817FC3EC45E2}"/>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20</a:t>
            </a:r>
          </a:p>
        </p:txBody>
      </p:sp>
      <p:sp>
        <p:nvSpPr>
          <p:cNvPr id="4" name="day2-361">
            <a:extLst xmlns:a="http://schemas.openxmlformats.org/drawingml/2006/main">
              <a:ext uri="{FF2B5EF4-FFF2-40B4-BE49-F238E27FC236}">
                <a16:creationId xmlns:a16="http://schemas.microsoft.com/office/drawing/2014/main" id="{ADFFFE07-689F-48D3-A68D-BCA361E91AD6}"/>
              </a:ext>
            </a:extLst>
          </p:cNvPr>
          <p:cNvSpPr>
            <a:spLocks xmlns:a="http://schemas.openxmlformats.org/drawingml/2006/main" noGrp="1"/>
          </p:cNvSpPr>
          <p:nvPr/>
        </p:nvSpPr>
        <p:spPr>
          <a:xfrm xmlns:a="http://schemas.openxmlformats.org/drawingml/2006/main">
            <a:off x="952500" y="1800225"/>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3000" b="1">
                <a:solidFill>
                  <a:srgbClr val="203B69"/>
                </a:solidFill>
                <a:latin typeface="Arial"/>
                <a:ea typeface="Arial"/>
                <a:cs typeface="Arial"/>
              </a:defRPr>
            </a:defPPr>
            <a:lvl1pPr algn="l">
              <a:defRPr sz="3000" b="1">
                <a:solidFill>
                  <a:srgbClr val="203B69"/>
                </a:solidFill>
                <a:latin typeface="Arial"/>
                <a:ea typeface="Arial"/>
                <a:cs typeface="Arial"/>
              </a:defRPr>
            </a:lvl1pPr>
            <a:lvl2pPr algn="l">
              <a:defRPr sz="3000" b="1">
                <a:solidFill>
                  <a:srgbClr val="203B69"/>
                </a:solidFill>
                <a:latin typeface="Arial"/>
                <a:ea typeface="Arial"/>
                <a:cs typeface="Arial"/>
              </a:defRPr>
            </a:lvl2pPr>
            <a:lvl3pPr algn="l">
              <a:defRPr sz="3000" b="1">
                <a:solidFill>
                  <a:srgbClr val="203B69"/>
                </a:solidFill>
                <a:latin typeface="Arial"/>
                <a:ea typeface="Arial"/>
                <a:cs typeface="Arial"/>
              </a:defRPr>
            </a:lvl3pPr>
            <a:lvl4pPr algn="l">
              <a:defRPr sz="3000" b="1">
                <a:solidFill>
                  <a:srgbClr val="203B69"/>
                </a:solidFill>
                <a:latin typeface="Arial"/>
                <a:ea typeface="Arial"/>
                <a:cs typeface="Arial"/>
              </a:defRPr>
            </a:lvl4pPr>
            <a:lvl5pPr algn="l">
              <a:defRPr sz="3000" b="1">
                <a:solidFill>
                  <a:srgbClr val="203B69"/>
                </a:solidFill>
                <a:latin typeface="Arial"/>
                <a:ea typeface="Arial"/>
                <a:cs typeface="Arial"/>
              </a:defRPr>
            </a:lvl5pPr>
            <a:lvl6pPr algn="l">
              <a:defRPr sz="3000" b="1">
                <a:solidFill>
                  <a:srgbClr val="203B69"/>
                </a:solidFill>
                <a:latin typeface="Arial"/>
                <a:ea typeface="Arial"/>
                <a:cs typeface="Arial"/>
              </a:defRPr>
            </a:lvl6pPr>
            <a:lvl7pPr algn="l">
              <a:defRPr sz="3000" b="1">
                <a:solidFill>
                  <a:srgbClr val="203B69"/>
                </a:solidFill>
                <a:latin typeface="Arial"/>
                <a:ea typeface="Arial"/>
                <a:cs typeface="Arial"/>
              </a:defRPr>
            </a:lvl7pPr>
            <a:lvl8pPr algn="l">
              <a:defRPr sz="3000" b="1">
                <a:solidFill>
                  <a:srgbClr val="203B69"/>
                </a:solidFill>
                <a:latin typeface="Arial"/>
                <a:ea typeface="Arial"/>
                <a:cs typeface="Arial"/>
              </a:defRPr>
            </a:lvl8pPr>
            <a:lvl9pPr algn="l">
              <a:defRPr sz="3000" b="1">
                <a:solidFill>
                  <a:srgbClr val="203B69"/>
                </a:solidFill>
                <a:latin typeface="Arial"/>
                <a:ea typeface="Arial"/>
                <a:cs typeface="Arial"/>
              </a:defRPr>
            </a:lvl9pPr>
          </a:lstStyle>
          <a:p xmlns:a="http://schemas.openxmlformats.org/drawingml/2006/main">
            <a:pPr algn="l">
              <a:defRPr sz="3000" b="1">
                <a:solidFill>
                  <a:srgbClr val="203B69"/>
                </a:solidFill>
                <a:latin typeface="Arial"/>
                <a:ea typeface="Arial"/>
                <a:cs typeface="Arial"/>
              </a:defRPr>
            </a:pPr>
            <a:r>
              <a:rPr sz="3000" b="1">
                <a:solidFill>
                  <a:srgbClr val="203B69"/>
                </a:solidFill>
                <a:latin typeface="Arial"/>
                <a:ea typeface="Arial"/>
                <a:cs typeface="Arial"/>
              </a:rPr>
              <a:t>Which recurring job would you organize first?</a:t>
            </a:r>
          </a:p>
        </p:txBody>
      </p:sp>
      <p:sp>
        <p:nvSpPr>
          <p:cNvPr id="5" name="day2-362">
            <a:extLst xmlns:a="http://schemas.openxmlformats.org/drawingml/2006/main">
              <a:ext uri="{FF2B5EF4-FFF2-40B4-BE49-F238E27FC236}">
                <a16:creationId xmlns:a16="http://schemas.microsoft.com/office/drawing/2014/main" id="{EDB82F97-C2A4-4A66-BF2D-5518DA1232C0}"/>
              </a:ext>
            </a:extLst>
          </p:cNvPr>
          <p:cNvSpPr>
            <a:spLocks xmlns:a="http://schemas.openxmlformats.org/drawingml/2006/main" noGrp="1"/>
          </p:cNvSpPr>
          <p:nvPr/>
        </p:nvSpPr>
        <p:spPr>
          <a:xfrm xmlns:a="http://schemas.openxmlformats.org/drawingml/2006/main">
            <a:off x="1190625" y="3009900"/>
            <a:ext cx="98107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75" b="0">
                <a:solidFill>
                  <a:srgbClr val="213044"/>
                </a:solidFill>
                <a:latin typeface="Arial"/>
                <a:ea typeface="Arial"/>
                <a:cs typeface="Arial"/>
              </a:defRPr>
            </a:defPPr>
            <a:lvl1pPr algn="l">
              <a:defRPr sz="2475" b="0">
                <a:solidFill>
                  <a:srgbClr val="213044"/>
                </a:solidFill>
                <a:latin typeface="Arial"/>
                <a:ea typeface="Arial"/>
                <a:cs typeface="Arial"/>
              </a:defRPr>
            </a:lvl1pPr>
            <a:lvl2pPr algn="l">
              <a:defRPr sz="2475" b="0">
                <a:solidFill>
                  <a:srgbClr val="213044"/>
                </a:solidFill>
                <a:latin typeface="Arial"/>
                <a:ea typeface="Arial"/>
                <a:cs typeface="Arial"/>
              </a:defRPr>
            </a:lvl2pPr>
            <a:lvl3pPr algn="l">
              <a:defRPr sz="2475" b="0">
                <a:solidFill>
                  <a:srgbClr val="213044"/>
                </a:solidFill>
                <a:latin typeface="Arial"/>
                <a:ea typeface="Arial"/>
                <a:cs typeface="Arial"/>
              </a:defRPr>
            </a:lvl3pPr>
            <a:lvl4pPr algn="l">
              <a:defRPr sz="2475" b="0">
                <a:solidFill>
                  <a:srgbClr val="213044"/>
                </a:solidFill>
                <a:latin typeface="Arial"/>
                <a:ea typeface="Arial"/>
                <a:cs typeface="Arial"/>
              </a:defRPr>
            </a:lvl4pPr>
            <a:lvl5pPr algn="l">
              <a:defRPr sz="2475" b="0">
                <a:solidFill>
                  <a:srgbClr val="213044"/>
                </a:solidFill>
                <a:latin typeface="Arial"/>
                <a:ea typeface="Arial"/>
                <a:cs typeface="Arial"/>
              </a:defRPr>
            </a:lvl5pPr>
            <a:lvl6pPr algn="l">
              <a:defRPr sz="2475" b="0">
                <a:solidFill>
                  <a:srgbClr val="213044"/>
                </a:solidFill>
                <a:latin typeface="Arial"/>
                <a:ea typeface="Arial"/>
                <a:cs typeface="Arial"/>
              </a:defRPr>
            </a:lvl6pPr>
            <a:lvl7pPr algn="l">
              <a:defRPr sz="2475" b="0">
                <a:solidFill>
                  <a:srgbClr val="213044"/>
                </a:solidFill>
                <a:latin typeface="Arial"/>
                <a:ea typeface="Arial"/>
                <a:cs typeface="Arial"/>
              </a:defRPr>
            </a:lvl7pPr>
            <a:lvl8pPr algn="l">
              <a:defRPr sz="2475" b="0">
                <a:solidFill>
                  <a:srgbClr val="213044"/>
                </a:solidFill>
                <a:latin typeface="Arial"/>
                <a:ea typeface="Arial"/>
                <a:cs typeface="Arial"/>
              </a:defRPr>
            </a:lvl8pPr>
            <a:lvl9pPr algn="l">
              <a:defRPr sz="2475" b="0">
                <a:solidFill>
                  <a:srgbClr val="213044"/>
                </a:solidFill>
                <a:latin typeface="Arial"/>
                <a:ea typeface="Arial"/>
                <a:cs typeface="Arial"/>
              </a:defRPr>
            </a:lvl9pPr>
          </a:lstStyle>
          <a:p xmlns:a="http://schemas.openxmlformats.org/drawingml/2006/main">
            <a:pPr algn="l">
              <a:defRPr sz="2475" b="0">
                <a:solidFill>
                  <a:srgbClr val="213044"/>
                </a:solidFill>
                <a:latin typeface="Arial"/>
                <a:ea typeface="Arial"/>
                <a:cs typeface="Arial"/>
              </a:defRPr>
            </a:pPr>
            <a:r>
              <a:rPr sz="2475" b="0">
                <a:solidFill>
                  <a:srgbClr val="213044"/>
                </a:solidFill>
                <a:latin typeface="Arial"/>
                <a:ea typeface="Arial"/>
                <a:cs typeface="Arial"/>
              </a:rPr>
              <a:t>- What information goes in?</a:t>
            </a:r>
          </a:p>
          <a:p xmlns:a="http://schemas.openxmlformats.org/drawingml/2006/main">
            <a:pPr algn="l">
              <a:defRPr sz="2475" b="0">
                <a:solidFill>
                  <a:srgbClr val="213044"/>
                </a:solidFill>
                <a:latin typeface="Arial"/>
                <a:ea typeface="Arial"/>
                <a:cs typeface="Arial"/>
              </a:defRPr>
            </a:pPr>
            <a:r>
              <a:rPr sz="2475" b="0">
                <a:solidFill>
                  <a:srgbClr val="213044"/>
                </a:solidFill>
                <a:latin typeface="Arial"/>
                <a:ea typeface="Arial"/>
                <a:cs typeface="Arial"/>
              </a:rPr>
              <a:t>- What useful result should come out?</a:t>
            </a:r>
          </a:p>
          <a:p xmlns:a="http://schemas.openxmlformats.org/drawingml/2006/main">
            <a:pPr algn="l">
              <a:defRPr sz="2475" b="0">
                <a:solidFill>
                  <a:srgbClr val="213044"/>
                </a:solidFill>
                <a:latin typeface="Arial"/>
                <a:ea typeface="Arial"/>
                <a:cs typeface="Arial"/>
              </a:defRPr>
            </a:pPr>
            <a:r>
              <a:rPr sz="2475" b="0">
                <a:solidFill>
                  <a:srgbClr val="213044"/>
                </a:solidFill>
                <a:latin typeface="Arial"/>
                <a:ea typeface="Arial"/>
                <a:cs typeface="Arial"/>
              </a:rPr>
              <a:t>- What needs a human check?</a:t>
            </a:r>
          </a:p>
        </p:txBody>
      </p:sp>
      <p:sp>
        <p:nvSpPr>
          <p:cNvPr id="6" name="day2-363">
            <a:extLst xmlns:a="http://schemas.openxmlformats.org/drawingml/2006/main">
              <a:ext uri="{FF2B5EF4-FFF2-40B4-BE49-F238E27FC236}">
                <a16:creationId xmlns:a16="http://schemas.microsoft.com/office/drawing/2014/main" id="{D899A254-ECBF-45FF-B76D-DFC0985B518C}"/>
              </a:ext>
            </a:extLst>
          </p:cNvPr>
          <p:cNvSpPr>
            <a:spLocks xmlns:a="http://schemas.openxmlformats.org/drawingml/2006/main" noGrp="1"/>
          </p:cNvSpPr>
          <p:nvPr/>
        </p:nvSpPr>
        <p:spPr>
          <a:xfrm xmlns:a="http://schemas.openxmlformats.org/drawingml/2006/main">
            <a:off x="1190625" y="5610225"/>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627084"/>
                </a:solidFill>
                <a:latin typeface="Arial"/>
                <a:ea typeface="Arial"/>
                <a:cs typeface="Arial"/>
              </a:defRPr>
            </a:defPPr>
            <a:lvl1pPr algn="l">
              <a:defRPr sz="2025" b="0">
                <a:solidFill>
                  <a:srgbClr val="627084"/>
                </a:solidFill>
                <a:latin typeface="Arial"/>
                <a:ea typeface="Arial"/>
                <a:cs typeface="Arial"/>
              </a:defRPr>
            </a:lvl1pPr>
            <a:lvl2pPr algn="l">
              <a:defRPr sz="2025" b="0">
                <a:solidFill>
                  <a:srgbClr val="627084"/>
                </a:solidFill>
                <a:latin typeface="Arial"/>
                <a:ea typeface="Arial"/>
                <a:cs typeface="Arial"/>
              </a:defRPr>
            </a:lvl2pPr>
            <a:lvl3pPr algn="l">
              <a:defRPr sz="2025" b="0">
                <a:solidFill>
                  <a:srgbClr val="627084"/>
                </a:solidFill>
                <a:latin typeface="Arial"/>
                <a:ea typeface="Arial"/>
                <a:cs typeface="Arial"/>
              </a:defRPr>
            </a:lvl3pPr>
            <a:lvl4pPr algn="l">
              <a:defRPr sz="2025" b="0">
                <a:solidFill>
                  <a:srgbClr val="627084"/>
                </a:solidFill>
                <a:latin typeface="Arial"/>
                <a:ea typeface="Arial"/>
                <a:cs typeface="Arial"/>
              </a:defRPr>
            </a:lvl4pPr>
            <a:lvl5pPr algn="l">
              <a:defRPr sz="2025" b="0">
                <a:solidFill>
                  <a:srgbClr val="627084"/>
                </a:solidFill>
                <a:latin typeface="Arial"/>
                <a:ea typeface="Arial"/>
                <a:cs typeface="Arial"/>
              </a:defRPr>
            </a:lvl5pPr>
            <a:lvl6pPr algn="l">
              <a:defRPr sz="2025" b="0">
                <a:solidFill>
                  <a:srgbClr val="627084"/>
                </a:solidFill>
                <a:latin typeface="Arial"/>
                <a:ea typeface="Arial"/>
                <a:cs typeface="Arial"/>
              </a:defRPr>
            </a:lvl6pPr>
            <a:lvl7pPr algn="l">
              <a:defRPr sz="2025" b="0">
                <a:solidFill>
                  <a:srgbClr val="627084"/>
                </a:solidFill>
                <a:latin typeface="Arial"/>
                <a:ea typeface="Arial"/>
                <a:cs typeface="Arial"/>
              </a:defRPr>
            </a:lvl7pPr>
            <a:lvl8pPr algn="l">
              <a:defRPr sz="2025" b="0">
                <a:solidFill>
                  <a:srgbClr val="627084"/>
                </a:solidFill>
                <a:latin typeface="Arial"/>
                <a:ea typeface="Arial"/>
                <a:cs typeface="Arial"/>
              </a:defRPr>
            </a:lvl8pPr>
            <a:lvl9pPr algn="l">
              <a:defRPr sz="2025" b="0">
                <a:solidFill>
                  <a:srgbClr val="627084"/>
                </a:solidFill>
                <a:latin typeface="Arial"/>
                <a:ea typeface="Arial"/>
                <a:cs typeface="Arial"/>
              </a:defRPr>
            </a:lvl9pPr>
          </a:lstStyle>
          <a:p xmlns:a="http://schemas.openxmlformats.org/drawingml/2006/main">
            <a:pPr algn="l">
              <a:defRPr sz="2025" b="0">
                <a:solidFill>
                  <a:srgbClr val="627084"/>
                </a:solidFill>
                <a:latin typeface="Arial"/>
                <a:ea typeface="Arial"/>
                <a:cs typeface="Arial"/>
              </a:defRPr>
            </a:pPr>
            <a:r>
              <a:rPr sz="2025" b="0">
                <a:solidFill>
                  <a:srgbClr val="627084"/>
                </a:solidFill>
                <a:latin typeface="Arial"/>
                <a:ea typeface="Arial"/>
                <a:cs typeface="Arial"/>
              </a:rPr>
              <a:t>Bring a real job, without private client or employee data</a:t>
            </a:r>
          </a:p>
        </p:txBody>
      </p:sp>
    </p:spTree>
    <p:extLst>
      <p:ext uri="{BB962C8B-B14F-4D97-AF65-F5344CB8AC3E}">
        <p14:creationId xmlns:p14="http://schemas.microsoft.com/office/powerpoint/2010/main" val="75446628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ay2-364">
            <a:extLst xmlns:a="http://schemas.openxmlformats.org/drawingml/2006/main">
              <a:ext uri="{FF2B5EF4-FFF2-40B4-BE49-F238E27FC236}">
                <a16:creationId xmlns:a16="http://schemas.microsoft.com/office/drawing/2014/main" id="{F90BCE88-3613-4F11-BAE1-1F5CD324CAFC}"/>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When two clients get mixed up</a:t>
            </a:r>
          </a:p>
        </p:txBody>
      </p:sp>
      <p:sp>
        <p:nvSpPr>
          <p:cNvPr id="2" name="day2-365">
            <a:extLst xmlns:a="http://schemas.openxmlformats.org/drawingml/2006/main">
              <a:ext uri="{FF2B5EF4-FFF2-40B4-BE49-F238E27FC236}">
                <a16:creationId xmlns:a16="http://schemas.microsoft.com/office/drawing/2014/main" id="{A1B8AB07-227E-4AE7-8456-AC43D22BE2AA}"/>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366">
            <a:extLst xmlns:a="http://schemas.openxmlformats.org/drawingml/2006/main">
              <a:ext uri="{FF2B5EF4-FFF2-40B4-BE49-F238E27FC236}">
                <a16:creationId xmlns:a16="http://schemas.microsoft.com/office/drawing/2014/main" id="{4577593A-91AF-4AB4-86DA-3E82A3CEFD59}"/>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21</a:t>
            </a:r>
          </a:p>
        </p:txBody>
      </p:sp>
      <p:sp>
        <p:nvSpPr>
          <p:cNvPr id="4" name="day2-367">
            <a:extLst xmlns:a="http://schemas.openxmlformats.org/drawingml/2006/main">
              <a:ext uri="{FF2B5EF4-FFF2-40B4-BE49-F238E27FC236}">
                <a16:creationId xmlns:a16="http://schemas.microsoft.com/office/drawing/2014/main" id="{0E9D3D93-A40D-4906-B073-AC77D7CBC231}"/>
              </a:ext>
            </a:extLst>
          </p:cNvPr>
          <p:cNvSpPr>
            <a:spLocks xmlns:a="http://schemas.openxmlformats.org/drawingml/2006/main" noGrp="1"/>
          </p:cNvSpPr>
          <p:nvPr/>
        </p:nvSpPr>
        <p:spPr>
          <a:xfrm xmlns:a="http://schemas.openxmlformats.org/drawingml/2006/main">
            <a:off x="952500" y="1771650"/>
            <a:ext cx="10287000" cy="2552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0">
                <a:solidFill>
                  <a:srgbClr val="213044"/>
                </a:solidFill>
                <a:latin typeface="Arial"/>
                <a:ea typeface="Arial"/>
                <a:cs typeface="Arial"/>
              </a:defRPr>
            </a:defPPr>
            <a:lvl1pPr algn="l">
              <a:defRPr sz="2700" b="0">
                <a:solidFill>
                  <a:srgbClr val="213044"/>
                </a:solidFill>
                <a:latin typeface="Arial"/>
                <a:ea typeface="Arial"/>
                <a:cs typeface="Arial"/>
              </a:defRPr>
            </a:lvl1pPr>
            <a:lvl2pPr algn="l">
              <a:defRPr sz="2700" b="0">
                <a:solidFill>
                  <a:srgbClr val="213044"/>
                </a:solidFill>
                <a:latin typeface="Arial"/>
                <a:ea typeface="Arial"/>
                <a:cs typeface="Arial"/>
              </a:defRPr>
            </a:lvl2pPr>
            <a:lvl3pPr algn="l">
              <a:defRPr sz="2700" b="0">
                <a:solidFill>
                  <a:srgbClr val="213044"/>
                </a:solidFill>
                <a:latin typeface="Arial"/>
                <a:ea typeface="Arial"/>
                <a:cs typeface="Arial"/>
              </a:defRPr>
            </a:lvl3pPr>
            <a:lvl4pPr algn="l">
              <a:defRPr sz="2700" b="0">
                <a:solidFill>
                  <a:srgbClr val="213044"/>
                </a:solidFill>
                <a:latin typeface="Arial"/>
                <a:ea typeface="Arial"/>
                <a:cs typeface="Arial"/>
              </a:defRPr>
            </a:lvl4pPr>
            <a:lvl5pPr algn="l">
              <a:defRPr sz="2700" b="0">
                <a:solidFill>
                  <a:srgbClr val="213044"/>
                </a:solidFill>
                <a:latin typeface="Arial"/>
                <a:ea typeface="Arial"/>
                <a:cs typeface="Arial"/>
              </a:defRPr>
            </a:lvl5pPr>
            <a:lvl6pPr algn="l">
              <a:defRPr sz="2700" b="0">
                <a:solidFill>
                  <a:srgbClr val="213044"/>
                </a:solidFill>
                <a:latin typeface="Arial"/>
                <a:ea typeface="Arial"/>
                <a:cs typeface="Arial"/>
              </a:defRPr>
            </a:lvl6pPr>
            <a:lvl7pPr algn="l">
              <a:defRPr sz="2700" b="0">
                <a:solidFill>
                  <a:srgbClr val="213044"/>
                </a:solidFill>
                <a:latin typeface="Arial"/>
                <a:ea typeface="Arial"/>
                <a:cs typeface="Arial"/>
              </a:defRPr>
            </a:lvl7pPr>
            <a:lvl8pPr algn="l">
              <a:defRPr sz="2700" b="0">
                <a:solidFill>
                  <a:srgbClr val="213044"/>
                </a:solidFill>
                <a:latin typeface="Arial"/>
                <a:ea typeface="Arial"/>
                <a:cs typeface="Arial"/>
              </a:defRPr>
            </a:lvl8pPr>
            <a:lvl9pPr algn="l">
              <a:defRPr sz="2700" b="0">
                <a:solidFill>
                  <a:srgbClr val="213044"/>
                </a:solidFill>
                <a:latin typeface="Arial"/>
                <a:ea typeface="Arial"/>
                <a:cs typeface="Arial"/>
              </a:defRPr>
            </a:lvl9pPr>
          </a:lstStyle>
          <a:p xmlns:a="http://schemas.openxmlformats.org/drawingml/2006/main">
            <a:pPr algn="l">
              <a:defRPr sz="2700" b="0">
                <a:solidFill>
                  <a:srgbClr val="213044"/>
                </a:solidFill>
                <a:latin typeface="Arial"/>
                <a:ea typeface="Arial"/>
                <a:cs typeface="Arial"/>
              </a:defRPr>
            </a:pPr>
            <a:r>
              <a:rPr sz="2700" b="0">
                <a:solidFill>
                  <a:srgbClr val="213044"/>
                </a:solidFill>
                <a:latin typeface="Arial"/>
                <a:ea typeface="Arial"/>
                <a:cs typeface="Arial"/>
              </a:rPr>
              <a:t>Cedar needs a direct launch email for operations managers.</a:t>
            </a:r>
          </a:p>
          <a:p xmlns:a="http://schemas.openxmlformats.org/drawingml/2006/main">
            <a:pPr algn="l">
              <a:defRPr sz="2700" b="0">
                <a:solidFill>
                  <a:srgbClr val="213044"/>
                </a:solidFill>
                <a:latin typeface="Arial"/>
                <a:ea typeface="Arial"/>
                <a:cs typeface="Arial"/>
              </a:defRPr>
            </a:pPr>
            <a:r>
              <a:rPr sz="2700" b="0">
                <a:solidFill>
                  <a:srgbClr val="213044"/>
                </a:solidFill>
                <a:latin typeface="Arial"/>
                <a:ea typeface="Arial"/>
                <a:cs typeface="Arial"/>
              </a:rPr>
              <a:t>Birch needs an informal webinar outline for designers.</a:t>
            </a:r>
          </a:p>
          <a:p xmlns:a="http://schemas.openxmlformats.org/drawingml/2006/main">
            <a:pPr algn="l">
              <a:defRPr sz="2700" b="0">
                <a:solidFill>
                  <a:srgbClr val="213044"/>
                </a:solidFill>
                <a:latin typeface="Arial"/>
                <a:ea typeface="Arial"/>
                <a:cs typeface="Arial"/>
              </a:defRPr>
            </a:pPr>
            <a:r>
              <a:rPr sz="2700" b="0">
                <a:solidFill>
                  <a:srgbClr val="213044"/>
                </a:solidFill>
                <a:latin typeface="Arial"/>
                <a:ea typeface="Arial"/>
                <a:cs typeface="Arial"/>
              </a:rPr>
              <a:t>The Cedar draft sounds like Birch.</a:t>
            </a:r>
          </a:p>
        </p:txBody>
      </p:sp>
      <p:sp>
        <p:nvSpPr>
          <p:cNvPr id="5" name="day2-368">
            <a:extLst xmlns:a="http://schemas.openxmlformats.org/drawingml/2006/main">
              <a:ext uri="{FF2B5EF4-FFF2-40B4-BE49-F238E27FC236}">
                <a16:creationId xmlns:a16="http://schemas.microsoft.com/office/drawing/2014/main" id="{B341115F-6518-42EC-812A-3886F1094B1E}"/>
              </a:ext>
            </a:extLst>
          </p:cNvPr>
          <p:cNvSpPr>
            <a:spLocks xmlns:a="http://schemas.openxmlformats.org/drawingml/2006/main" noGrp="1"/>
          </p:cNvSpPr>
          <p:nvPr/>
        </p:nvSpPr>
        <p:spPr>
          <a:xfrm xmlns:a="http://schemas.openxmlformats.org/drawingml/2006/main">
            <a:off x="952500" y="5143500"/>
            <a:ext cx="1028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AC6154"/>
                </a:solidFill>
                <a:latin typeface="Arial"/>
                <a:ea typeface="Arial"/>
                <a:cs typeface="Arial"/>
              </a:defRPr>
            </a:defPPr>
            <a:lvl1pPr algn="l">
              <a:defRPr sz="2550" b="1">
                <a:solidFill>
                  <a:srgbClr val="AC6154"/>
                </a:solidFill>
                <a:latin typeface="Arial"/>
                <a:ea typeface="Arial"/>
                <a:cs typeface="Arial"/>
              </a:defRPr>
            </a:lvl1pPr>
            <a:lvl2pPr algn="l">
              <a:defRPr sz="2550" b="1">
                <a:solidFill>
                  <a:srgbClr val="AC6154"/>
                </a:solidFill>
                <a:latin typeface="Arial"/>
                <a:ea typeface="Arial"/>
                <a:cs typeface="Arial"/>
              </a:defRPr>
            </a:lvl2pPr>
            <a:lvl3pPr algn="l">
              <a:defRPr sz="2550" b="1">
                <a:solidFill>
                  <a:srgbClr val="AC6154"/>
                </a:solidFill>
                <a:latin typeface="Arial"/>
                <a:ea typeface="Arial"/>
                <a:cs typeface="Arial"/>
              </a:defRPr>
            </a:lvl3pPr>
            <a:lvl4pPr algn="l">
              <a:defRPr sz="2550" b="1">
                <a:solidFill>
                  <a:srgbClr val="AC6154"/>
                </a:solidFill>
                <a:latin typeface="Arial"/>
                <a:ea typeface="Arial"/>
                <a:cs typeface="Arial"/>
              </a:defRPr>
            </a:lvl4pPr>
            <a:lvl5pPr algn="l">
              <a:defRPr sz="2550" b="1">
                <a:solidFill>
                  <a:srgbClr val="AC6154"/>
                </a:solidFill>
                <a:latin typeface="Arial"/>
                <a:ea typeface="Arial"/>
                <a:cs typeface="Arial"/>
              </a:defRPr>
            </a:lvl5pPr>
            <a:lvl6pPr algn="l">
              <a:defRPr sz="2550" b="1">
                <a:solidFill>
                  <a:srgbClr val="AC6154"/>
                </a:solidFill>
                <a:latin typeface="Arial"/>
                <a:ea typeface="Arial"/>
                <a:cs typeface="Arial"/>
              </a:defRPr>
            </a:lvl6pPr>
            <a:lvl7pPr algn="l">
              <a:defRPr sz="2550" b="1">
                <a:solidFill>
                  <a:srgbClr val="AC6154"/>
                </a:solidFill>
                <a:latin typeface="Arial"/>
                <a:ea typeface="Arial"/>
                <a:cs typeface="Arial"/>
              </a:defRPr>
            </a:lvl7pPr>
            <a:lvl8pPr algn="l">
              <a:defRPr sz="2550" b="1">
                <a:solidFill>
                  <a:srgbClr val="AC6154"/>
                </a:solidFill>
                <a:latin typeface="Arial"/>
                <a:ea typeface="Arial"/>
                <a:cs typeface="Arial"/>
              </a:defRPr>
            </a:lvl8pPr>
            <a:lvl9pPr algn="l">
              <a:defRPr sz="2550" b="1">
                <a:solidFill>
                  <a:srgbClr val="AC6154"/>
                </a:solidFill>
                <a:latin typeface="Arial"/>
                <a:ea typeface="Arial"/>
                <a:cs typeface="Arial"/>
              </a:defRPr>
            </a:lvl9pPr>
          </a:lstStyle>
          <a:p xmlns:a="http://schemas.openxmlformats.org/drawingml/2006/main">
            <a:pPr algn="l">
              <a:defRPr sz="2550" b="1">
                <a:solidFill>
                  <a:srgbClr val="AC6154"/>
                </a:solidFill>
                <a:latin typeface="Arial"/>
                <a:ea typeface="Arial"/>
                <a:cs typeface="Arial"/>
              </a:defRPr>
            </a:pPr>
            <a:r>
              <a:rPr sz="2550" b="1">
                <a:solidFill>
                  <a:srgbClr val="AC6154"/>
                </a:solidFill>
                <a:latin typeface="Arial"/>
                <a:ea typeface="Arial"/>
                <a:cs typeface="Arial"/>
              </a:rPr>
              <a:t>Which source should Codex have used?</a:t>
            </a:r>
          </a:p>
        </p:txBody>
      </p:sp>
    </p:spTree>
    <p:extLst>
      <p:ext uri="{BB962C8B-B14F-4D97-AF65-F5344CB8AC3E}">
        <p14:creationId xmlns:p14="http://schemas.microsoft.com/office/powerpoint/2010/main" val="1416795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ay2-369">
            <a:extLst xmlns:a="http://schemas.openxmlformats.org/drawingml/2006/main">
              <a:ext uri="{FF2B5EF4-FFF2-40B4-BE49-F238E27FC236}">
                <a16:creationId xmlns:a16="http://schemas.microsoft.com/office/drawing/2014/main" id="{7982BEC6-5699-4BB2-89C6-E0CE7253E901}"/>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When a financial total looks wrong</a:t>
            </a:r>
          </a:p>
        </p:txBody>
      </p:sp>
      <p:sp>
        <p:nvSpPr>
          <p:cNvPr id="2" name="day2-370">
            <a:extLst xmlns:a="http://schemas.openxmlformats.org/drawingml/2006/main">
              <a:ext uri="{FF2B5EF4-FFF2-40B4-BE49-F238E27FC236}">
                <a16:creationId xmlns:a16="http://schemas.microsoft.com/office/drawing/2014/main" id="{16151387-9E3B-4E61-81A1-CF1CDCF1D622}"/>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371">
            <a:extLst xmlns:a="http://schemas.openxmlformats.org/drawingml/2006/main">
              <a:ext uri="{FF2B5EF4-FFF2-40B4-BE49-F238E27FC236}">
                <a16:creationId xmlns:a16="http://schemas.microsoft.com/office/drawing/2014/main" id="{F6553610-EE90-443C-A03E-84C2C3B433A3}"/>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22</a:t>
            </a:r>
          </a:p>
        </p:txBody>
      </p:sp>
      <p:sp>
        <p:nvSpPr>
          <p:cNvPr id="4" name="day2-372">
            <a:extLst xmlns:a="http://schemas.openxmlformats.org/drawingml/2006/main">
              <a:ext uri="{FF2B5EF4-FFF2-40B4-BE49-F238E27FC236}">
                <a16:creationId xmlns:a16="http://schemas.microsoft.com/office/drawing/2014/main" id="{E436BB93-429F-4870-81DD-AD4A463D0DD8}"/>
              </a:ext>
            </a:extLst>
          </p:cNvPr>
          <p:cNvSpPr>
            <a:spLocks xmlns:a="http://schemas.openxmlformats.org/drawingml/2006/main" noGrp="1"/>
          </p:cNvSpPr>
          <p:nvPr/>
        </p:nvSpPr>
        <p:spPr>
          <a:xfrm xmlns:a="http://schemas.openxmlformats.org/drawingml/2006/main">
            <a:off x="952500" y="1771650"/>
            <a:ext cx="10287000" cy="2552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0">
                <a:solidFill>
                  <a:srgbClr val="213044"/>
                </a:solidFill>
                <a:latin typeface="Arial"/>
                <a:ea typeface="Arial"/>
                <a:cs typeface="Arial"/>
              </a:defRPr>
            </a:defPPr>
            <a:lvl1pPr algn="l">
              <a:defRPr sz="2700" b="0">
                <a:solidFill>
                  <a:srgbClr val="213044"/>
                </a:solidFill>
                <a:latin typeface="Arial"/>
                <a:ea typeface="Arial"/>
                <a:cs typeface="Arial"/>
              </a:defRPr>
            </a:lvl1pPr>
            <a:lvl2pPr algn="l">
              <a:defRPr sz="2700" b="0">
                <a:solidFill>
                  <a:srgbClr val="213044"/>
                </a:solidFill>
                <a:latin typeface="Arial"/>
                <a:ea typeface="Arial"/>
                <a:cs typeface="Arial"/>
              </a:defRPr>
            </a:lvl2pPr>
            <a:lvl3pPr algn="l">
              <a:defRPr sz="2700" b="0">
                <a:solidFill>
                  <a:srgbClr val="213044"/>
                </a:solidFill>
                <a:latin typeface="Arial"/>
                <a:ea typeface="Arial"/>
                <a:cs typeface="Arial"/>
              </a:defRPr>
            </a:lvl3pPr>
            <a:lvl4pPr algn="l">
              <a:defRPr sz="2700" b="0">
                <a:solidFill>
                  <a:srgbClr val="213044"/>
                </a:solidFill>
                <a:latin typeface="Arial"/>
                <a:ea typeface="Arial"/>
                <a:cs typeface="Arial"/>
              </a:defRPr>
            </a:lvl4pPr>
            <a:lvl5pPr algn="l">
              <a:defRPr sz="2700" b="0">
                <a:solidFill>
                  <a:srgbClr val="213044"/>
                </a:solidFill>
                <a:latin typeface="Arial"/>
                <a:ea typeface="Arial"/>
                <a:cs typeface="Arial"/>
              </a:defRPr>
            </a:lvl5pPr>
            <a:lvl6pPr algn="l">
              <a:defRPr sz="2700" b="0">
                <a:solidFill>
                  <a:srgbClr val="213044"/>
                </a:solidFill>
                <a:latin typeface="Arial"/>
                <a:ea typeface="Arial"/>
                <a:cs typeface="Arial"/>
              </a:defRPr>
            </a:lvl6pPr>
            <a:lvl7pPr algn="l">
              <a:defRPr sz="2700" b="0">
                <a:solidFill>
                  <a:srgbClr val="213044"/>
                </a:solidFill>
                <a:latin typeface="Arial"/>
                <a:ea typeface="Arial"/>
                <a:cs typeface="Arial"/>
              </a:defRPr>
            </a:lvl7pPr>
            <a:lvl8pPr algn="l">
              <a:defRPr sz="2700" b="0">
                <a:solidFill>
                  <a:srgbClr val="213044"/>
                </a:solidFill>
                <a:latin typeface="Arial"/>
                <a:ea typeface="Arial"/>
                <a:cs typeface="Arial"/>
              </a:defRPr>
            </a:lvl8pPr>
            <a:lvl9pPr algn="l">
              <a:defRPr sz="2700" b="0">
                <a:solidFill>
                  <a:srgbClr val="213044"/>
                </a:solidFill>
                <a:latin typeface="Arial"/>
                <a:ea typeface="Arial"/>
                <a:cs typeface="Arial"/>
              </a:defRPr>
            </a:lvl9pPr>
          </a:lstStyle>
          <a:p xmlns:a="http://schemas.openxmlformats.org/drawingml/2006/main">
            <a:pPr algn="l">
              <a:defRPr sz="2700" b="0">
                <a:solidFill>
                  <a:srgbClr val="213044"/>
                </a:solidFill>
                <a:latin typeface="Arial"/>
                <a:ea typeface="Arial"/>
                <a:cs typeface="Arial"/>
              </a:defRPr>
            </a:pPr>
            <a:r>
              <a:rPr sz="2700" b="0">
                <a:solidFill>
                  <a:srgbClr val="213044"/>
                </a:solidFill>
                <a:latin typeface="Arial"/>
                <a:ea typeface="Arial"/>
                <a:cs typeface="Arial"/>
              </a:rPr>
              <a:t>T001  ·  CAD 120</a:t>
            </a:r>
          </a:p>
          <a:p xmlns:a="http://schemas.openxmlformats.org/drawingml/2006/main">
            <a:pPr algn="l">
              <a:defRPr sz="2700" b="0">
                <a:solidFill>
                  <a:srgbClr val="213044"/>
                </a:solidFill>
                <a:latin typeface="Arial"/>
                <a:ea typeface="Arial"/>
                <a:cs typeface="Arial"/>
              </a:defRPr>
            </a:pPr>
            <a:r>
              <a:rPr sz="2700" b="0">
                <a:solidFill>
                  <a:srgbClr val="213044"/>
                </a:solidFill>
                <a:latin typeface="Arial"/>
                <a:ea typeface="Arial"/>
                <a:cs typeface="Arial"/>
              </a:rPr>
              <a:t>T002  ·  CAD 80</a:t>
            </a:r>
          </a:p>
          <a:p xmlns:a="http://schemas.openxmlformats.org/drawingml/2006/main">
            <a:pPr algn="l">
              <a:defRPr sz="2700" b="0">
                <a:solidFill>
                  <a:srgbClr val="213044"/>
                </a:solidFill>
                <a:latin typeface="Arial"/>
                <a:ea typeface="Arial"/>
                <a:cs typeface="Arial"/>
              </a:defRPr>
            </a:pPr>
            <a:r>
              <a:rPr sz="2700" b="0">
                <a:solidFill>
                  <a:srgbClr val="213044"/>
                </a:solidFill>
                <a:latin typeface="Arial"/>
                <a:ea typeface="Arial"/>
                <a:cs typeface="Arial"/>
              </a:rPr>
              <a:t>T002  ·  CAD 80</a:t>
            </a:r>
          </a:p>
        </p:txBody>
      </p:sp>
      <p:sp>
        <p:nvSpPr>
          <p:cNvPr id="5" name="day2-373">
            <a:extLst xmlns:a="http://schemas.openxmlformats.org/drawingml/2006/main">
              <a:ext uri="{FF2B5EF4-FFF2-40B4-BE49-F238E27FC236}">
                <a16:creationId xmlns:a16="http://schemas.microsoft.com/office/drawing/2014/main" id="{19B2818E-E705-4492-97B9-320ED37D1083}"/>
              </a:ext>
            </a:extLst>
          </p:cNvPr>
          <p:cNvSpPr>
            <a:spLocks xmlns:a="http://schemas.openxmlformats.org/drawingml/2006/main" noGrp="1"/>
          </p:cNvSpPr>
          <p:nvPr/>
        </p:nvSpPr>
        <p:spPr>
          <a:xfrm xmlns:a="http://schemas.openxmlformats.org/drawingml/2006/main">
            <a:off x="952500" y="5143500"/>
            <a:ext cx="1028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AC6154"/>
                </a:solidFill>
                <a:latin typeface="Arial"/>
                <a:ea typeface="Arial"/>
                <a:cs typeface="Arial"/>
              </a:defRPr>
            </a:defPPr>
            <a:lvl1pPr algn="l">
              <a:defRPr sz="2550" b="1">
                <a:solidFill>
                  <a:srgbClr val="AC6154"/>
                </a:solidFill>
                <a:latin typeface="Arial"/>
                <a:ea typeface="Arial"/>
                <a:cs typeface="Arial"/>
              </a:defRPr>
            </a:lvl1pPr>
            <a:lvl2pPr algn="l">
              <a:defRPr sz="2550" b="1">
                <a:solidFill>
                  <a:srgbClr val="AC6154"/>
                </a:solidFill>
                <a:latin typeface="Arial"/>
                <a:ea typeface="Arial"/>
                <a:cs typeface="Arial"/>
              </a:defRPr>
            </a:lvl2pPr>
            <a:lvl3pPr algn="l">
              <a:defRPr sz="2550" b="1">
                <a:solidFill>
                  <a:srgbClr val="AC6154"/>
                </a:solidFill>
                <a:latin typeface="Arial"/>
                <a:ea typeface="Arial"/>
                <a:cs typeface="Arial"/>
              </a:defRPr>
            </a:lvl3pPr>
            <a:lvl4pPr algn="l">
              <a:defRPr sz="2550" b="1">
                <a:solidFill>
                  <a:srgbClr val="AC6154"/>
                </a:solidFill>
                <a:latin typeface="Arial"/>
                <a:ea typeface="Arial"/>
                <a:cs typeface="Arial"/>
              </a:defRPr>
            </a:lvl4pPr>
            <a:lvl5pPr algn="l">
              <a:defRPr sz="2550" b="1">
                <a:solidFill>
                  <a:srgbClr val="AC6154"/>
                </a:solidFill>
                <a:latin typeface="Arial"/>
                <a:ea typeface="Arial"/>
                <a:cs typeface="Arial"/>
              </a:defRPr>
            </a:lvl5pPr>
            <a:lvl6pPr algn="l">
              <a:defRPr sz="2550" b="1">
                <a:solidFill>
                  <a:srgbClr val="AC6154"/>
                </a:solidFill>
                <a:latin typeface="Arial"/>
                <a:ea typeface="Arial"/>
                <a:cs typeface="Arial"/>
              </a:defRPr>
            </a:lvl6pPr>
            <a:lvl7pPr algn="l">
              <a:defRPr sz="2550" b="1">
                <a:solidFill>
                  <a:srgbClr val="AC6154"/>
                </a:solidFill>
                <a:latin typeface="Arial"/>
                <a:ea typeface="Arial"/>
                <a:cs typeface="Arial"/>
              </a:defRPr>
            </a:lvl7pPr>
            <a:lvl8pPr algn="l">
              <a:defRPr sz="2550" b="1">
                <a:solidFill>
                  <a:srgbClr val="AC6154"/>
                </a:solidFill>
                <a:latin typeface="Arial"/>
                <a:ea typeface="Arial"/>
                <a:cs typeface="Arial"/>
              </a:defRPr>
            </a:lvl8pPr>
            <a:lvl9pPr algn="l">
              <a:defRPr sz="2550" b="1">
                <a:solidFill>
                  <a:srgbClr val="AC6154"/>
                </a:solidFill>
                <a:latin typeface="Arial"/>
                <a:ea typeface="Arial"/>
                <a:cs typeface="Arial"/>
              </a:defRPr>
            </a:lvl9pPr>
          </a:lstStyle>
          <a:p xmlns:a="http://schemas.openxmlformats.org/drawingml/2006/main">
            <a:pPr algn="l">
              <a:defRPr sz="2550" b="1">
                <a:solidFill>
                  <a:srgbClr val="AC6154"/>
                </a:solidFill>
                <a:latin typeface="Arial"/>
                <a:ea typeface="Arial"/>
                <a:cs typeface="Arial"/>
              </a:defRPr>
            </a:pPr>
            <a:r>
              <a:rPr sz="2550" b="1">
                <a:solidFill>
                  <a:srgbClr val="AC6154"/>
                </a:solidFill>
                <a:latin typeface="Arial"/>
                <a:ea typeface="Arial"/>
                <a:cs typeface="Arial"/>
              </a:rPr>
              <a:t>Is the second T002 row the same underlying transaction?</a:t>
            </a:r>
          </a:p>
        </p:txBody>
      </p:sp>
    </p:spTree>
    <p:extLst>
      <p:ext uri="{BB962C8B-B14F-4D97-AF65-F5344CB8AC3E}">
        <p14:creationId xmlns:p14="http://schemas.microsoft.com/office/powerpoint/2010/main" val="190310340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ay2-374">
            <a:extLst xmlns:a="http://schemas.openxmlformats.org/drawingml/2006/main">
              <a:ext uri="{FF2B5EF4-FFF2-40B4-BE49-F238E27FC236}">
                <a16:creationId xmlns:a16="http://schemas.microsoft.com/office/drawing/2014/main" id="{E0FF8DB8-136A-45B6-8252-8A5060E89FD4}"/>
              </a:ext>
            </a:extLst>
          </p:cNvPr>
          <p:cNvSpPr>
            <a:spLocks xmlns:a="http://schemas.openxmlformats.org/drawingml/2006/main" noGrp="1"/>
          </p:cNvSpPr>
          <p:nvPr/>
        </p:nvSpPr>
        <p:spPr>
          <a:xfrm xmlns:a="http://schemas.openxmlformats.org/drawingml/2006/main">
            <a:off x="523875" y="295275"/>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Does this need another skill?</a:t>
            </a:r>
          </a:p>
        </p:txBody>
      </p:sp>
      <p:sp>
        <p:nvSpPr>
          <p:cNvPr id="2" name="day2-375">
            <a:extLst xmlns:a="http://schemas.openxmlformats.org/drawingml/2006/main">
              <a:ext uri="{FF2B5EF4-FFF2-40B4-BE49-F238E27FC236}">
                <a16:creationId xmlns:a16="http://schemas.microsoft.com/office/drawing/2014/main" id="{CE69FAF9-A42E-4ADB-A5A9-12C5D58DD054}"/>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ay2-376">
            <a:extLst xmlns:a="http://schemas.openxmlformats.org/drawingml/2006/main">
              <a:ext uri="{FF2B5EF4-FFF2-40B4-BE49-F238E27FC236}">
                <a16:creationId xmlns:a16="http://schemas.microsoft.com/office/drawing/2014/main" id="{53B5DE7A-F085-41AB-B476-15D04F5A86D8}"/>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2  ·  23</a:t>
            </a:r>
          </a:p>
        </p:txBody>
      </p:sp>
      <p:sp>
        <p:nvSpPr>
          <p:cNvPr id="4" name="day2-377">
            <a:extLst xmlns:a="http://schemas.openxmlformats.org/drawingml/2006/main">
              <a:ext uri="{FF2B5EF4-FFF2-40B4-BE49-F238E27FC236}">
                <a16:creationId xmlns:a16="http://schemas.microsoft.com/office/drawing/2014/main" id="{76894B34-A123-41E4-A7D9-2523AF932925}"/>
              </a:ext>
            </a:extLst>
          </p:cNvPr>
          <p:cNvSpPr>
            <a:spLocks xmlns:a="http://schemas.openxmlformats.org/drawingml/2006/main" noGrp="1"/>
          </p:cNvSpPr>
          <p:nvPr/>
        </p:nvSpPr>
        <p:spPr>
          <a:xfrm xmlns:a="http://schemas.openxmlformats.org/drawingml/2006/main">
            <a:off x="952500" y="1771650"/>
            <a:ext cx="10287000" cy="2552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0">
                <a:solidFill>
                  <a:srgbClr val="213044"/>
                </a:solidFill>
                <a:latin typeface="Arial"/>
                <a:ea typeface="Arial"/>
                <a:cs typeface="Arial"/>
              </a:defRPr>
            </a:defPPr>
            <a:lvl1pPr algn="l">
              <a:defRPr sz="2700" b="0">
                <a:solidFill>
                  <a:srgbClr val="213044"/>
                </a:solidFill>
                <a:latin typeface="Arial"/>
                <a:ea typeface="Arial"/>
                <a:cs typeface="Arial"/>
              </a:defRPr>
            </a:lvl1pPr>
            <a:lvl2pPr algn="l">
              <a:defRPr sz="2700" b="0">
                <a:solidFill>
                  <a:srgbClr val="213044"/>
                </a:solidFill>
                <a:latin typeface="Arial"/>
                <a:ea typeface="Arial"/>
                <a:cs typeface="Arial"/>
              </a:defRPr>
            </a:lvl2pPr>
            <a:lvl3pPr algn="l">
              <a:defRPr sz="2700" b="0">
                <a:solidFill>
                  <a:srgbClr val="213044"/>
                </a:solidFill>
                <a:latin typeface="Arial"/>
                <a:ea typeface="Arial"/>
                <a:cs typeface="Arial"/>
              </a:defRPr>
            </a:lvl3pPr>
            <a:lvl4pPr algn="l">
              <a:defRPr sz="2700" b="0">
                <a:solidFill>
                  <a:srgbClr val="213044"/>
                </a:solidFill>
                <a:latin typeface="Arial"/>
                <a:ea typeface="Arial"/>
                <a:cs typeface="Arial"/>
              </a:defRPr>
            </a:lvl4pPr>
            <a:lvl5pPr algn="l">
              <a:defRPr sz="2700" b="0">
                <a:solidFill>
                  <a:srgbClr val="213044"/>
                </a:solidFill>
                <a:latin typeface="Arial"/>
                <a:ea typeface="Arial"/>
                <a:cs typeface="Arial"/>
              </a:defRPr>
            </a:lvl5pPr>
            <a:lvl6pPr algn="l">
              <a:defRPr sz="2700" b="0">
                <a:solidFill>
                  <a:srgbClr val="213044"/>
                </a:solidFill>
                <a:latin typeface="Arial"/>
                <a:ea typeface="Arial"/>
                <a:cs typeface="Arial"/>
              </a:defRPr>
            </a:lvl6pPr>
            <a:lvl7pPr algn="l">
              <a:defRPr sz="2700" b="0">
                <a:solidFill>
                  <a:srgbClr val="213044"/>
                </a:solidFill>
                <a:latin typeface="Arial"/>
                <a:ea typeface="Arial"/>
                <a:cs typeface="Arial"/>
              </a:defRPr>
            </a:lvl7pPr>
            <a:lvl8pPr algn="l">
              <a:defRPr sz="2700" b="0">
                <a:solidFill>
                  <a:srgbClr val="213044"/>
                </a:solidFill>
                <a:latin typeface="Arial"/>
                <a:ea typeface="Arial"/>
                <a:cs typeface="Arial"/>
              </a:defRPr>
            </a:lvl8pPr>
            <a:lvl9pPr algn="l">
              <a:defRPr sz="2700" b="0">
                <a:solidFill>
                  <a:srgbClr val="213044"/>
                </a:solidFill>
                <a:latin typeface="Arial"/>
                <a:ea typeface="Arial"/>
                <a:cs typeface="Arial"/>
              </a:defRPr>
            </a:lvl9pPr>
          </a:lstStyle>
          <a:p xmlns:a="http://schemas.openxmlformats.org/drawingml/2006/main">
            <a:pPr algn="l">
              <a:defRPr sz="2700" b="0">
                <a:solidFill>
                  <a:srgbClr val="213044"/>
                </a:solidFill>
                <a:latin typeface="Arial"/>
                <a:ea typeface="Arial"/>
                <a:cs typeface="Arial"/>
              </a:defRPr>
            </a:pPr>
            <a:r>
              <a:rPr sz="2700" b="0">
                <a:solidFill>
                  <a:srgbClr val="213044"/>
                </a:solidFill>
                <a:latin typeface="Arial"/>
                <a:ea typeface="Arial"/>
                <a:cs typeface="Arial"/>
              </a:rPr>
              <a:t>The proposed skill contains one instruction:</a:t>
            </a:r>
          </a:p>
          <a:p xmlns:a="http://schemas.openxmlformats.org/drawingml/2006/main">
            <a:pPr algn="l">
              <a:defRPr sz="2700" b="0">
                <a:solidFill>
                  <a:srgbClr val="213044"/>
                </a:solidFill>
                <a:latin typeface="Arial"/>
                <a:ea typeface="Arial"/>
                <a:cs typeface="Arial"/>
              </a:defRPr>
            </a:pPr>
            <a:r>
              <a:rPr sz="2700" b="0">
                <a:solidFill>
                  <a:srgbClr val="213044"/>
                </a:solidFill>
                <a:latin typeface="Arial"/>
                <a:ea typeface="Arial"/>
                <a:cs typeface="Arial"/>
              </a:rPr>
              <a:t>“Use short paragraphs”</a:t>
            </a:r>
          </a:p>
        </p:txBody>
      </p:sp>
      <p:sp>
        <p:nvSpPr>
          <p:cNvPr id="5" name="day2-378">
            <a:extLst xmlns:a="http://schemas.openxmlformats.org/drawingml/2006/main">
              <a:ext uri="{FF2B5EF4-FFF2-40B4-BE49-F238E27FC236}">
                <a16:creationId xmlns:a16="http://schemas.microsoft.com/office/drawing/2014/main" id="{CF248B0B-82F1-44DC-91B0-6868B3D32D18}"/>
              </a:ext>
            </a:extLst>
          </p:cNvPr>
          <p:cNvSpPr>
            <a:spLocks xmlns:a="http://schemas.openxmlformats.org/drawingml/2006/main" noGrp="1"/>
          </p:cNvSpPr>
          <p:nvPr/>
        </p:nvSpPr>
        <p:spPr>
          <a:xfrm xmlns:a="http://schemas.openxmlformats.org/drawingml/2006/main">
            <a:off x="952500" y="5143500"/>
            <a:ext cx="1028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AC6154"/>
                </a:solidFill>
                <a:latin typeface="Arial"/>
                <a:ea typeface="Arial"/>
                <a:cs typeface="Arial"/>
              </a:defRPr>
            </a:defPPr>
            <a:lvl1pPr algn="l">
              <a:defRPr sz="2550" b="1">
                <a:solidFill>
                  <a:srgbClr val="AC6154"/>
                </a:solidFill>
                <a:latin typeface="Arial"/>
                <a:ea typeface="Arial"/>
                <a:cs typeface="Arial"/>
              </a:defRPr>
            </a:lvl1pPr>
            <a:lvl2pPr algn="l">
              <a:defRPr sz="2550" b="1">
                <a:solidFill>
                  <a:srgbClr val="AC6154"/>
                </a:solidFill>
                <a:latin typeface="Arial"/>
                <a:ea typeface="Arial"/>
                <a:cs typeface="Arial"/>
              </a:defRPr>
            </a:lvl2pPr>
            <a:lvl3pPr algn="l">
              <a:defRPr sz="2550" b="1">
                <a:solidFill>
                  <a:srgbClr val="AC6154"/>
                </a:solidFill>
                <a:latin typeface="Arial"/>
                <a:ea typeface="Arial"/>
                <a:cs typeface="Arial"/>
              </a:defRPr>
            </a:lvl3pPr>
            <a:lvl4pPr algn="l">
              <a:defRPr sz="2550" b="1">
                <a:solidFill>
                  <a:srgbClr val="AC6154"/>
                </a:solidFill>
                <a:latin typeface="Arial"/>
                <a:ea typeface="Arial"/>
                <a:cs typeface="Arial"/>
              </a:defRPr>
            </a:lvl4pPr>
            <a:lvl5pPr algn="l">
              <a:defRPr sz="2550" b="1">
                <a:solidFill>
                  <a:srgbClr val="AC6154"/>
                </a:solidFill>
                <a:latin typeface="Arial"/>
                <a:ea typeface="Arial"/>
                <a:cs typeface="Arial"/>
              </a:defRPr>
            </a:lvl5pPr>
            <a:lvl6pPr algn="l">
              <a:defRPr sz="2550" b="1">
                <a:solidFill>
                  <a:srgbClr val="AC6154"/>
                </a:solidFill>
                <a:latin typeface="Arial"/>
                <a:ea typeface="Arial"/>
                <a:cs typeface="Arial"/>
              </a:defRPr>
            </a:lvl6pPr>
            <a:lvl7pPr algn="l">
              <a:defRPr sz="2550" b="1">
                <a:solidFill>
                  <a:srgbClr val="AC6154"/>
                </a:solidFill>
                <a:latin typeface="Arial"/>
                <a:ea typeface="Arial"/>
                <a:cs typeface="Arial"/>
              </a:defRPr>
            </a:lvl7pPr>
            <a:lvl8pPr algn="l">
              <a:defRPr sz="2550" b="1">
                <a:solidFill>
                  <a:srgbClr val="AC6154"/>
                </a:solidFill>
                <a:latin typeface="Arial"/>
                <a:ea typeface="Arial"/>
                <a:cs typeface="Arial"/>
              </a:defRPr>
            </a:lvl8pPr>
            <a:lvl9pPr algn="l">
              <a:defRPr sz="2550" b="1">
                <a:solidFill>
                  <a:srgbClr val="AC6154"/>
                </a:solidFill>
                <a:latin typeface="Arial"/>
                <a:ea typeface="Arial"/>
                <a:cs typeface="Arial"/>
              </a:defRPr>
            </a:lvl9pPr>
          </a:lstStyle>
          <a:p xmlns:a="http://schemas.openxmlformats.org/drawingml/2006/main">
            <a:pPr algn="l">
              <a:defRPr sz="2550" b="1">
                <a:solidFill>
                  <a:srgbClr val="AC6154"/>
                </a:solidFill>
                <a:latin typeface="Arial"/>
                <a:ea typeface="Arial"/>
                <a:cs typeface="Arial"/>
              </a:defRPr>
            </a:pPr>
            <a:r>
              <a:rPr sz="2550" b="1">
                <a:solidFill>
                  <a:srgbClr val="AC6154"/>
                </a:solidFill>
                <a:latin typeface="Arial"/>
                <a:ea typeface="Arial"/>
                <a:cs typeface="Arial"/>
              </a:rPr>
              <a:t>Would concise writing guidance solve this?</a:t>
            </a:r>
          </a:p>
        </p:txBody>
      </p:sp>
    </p:spTree>
    <p:extLst>
      <p:ext uri="{BB962C8B-B14F-4D97-AF65-F5344CB8AC3E}">
        <p14:creationId xmlns:p14="http://schemas.microsoft.com/office/powerpoint/2010/main" val="209437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2026-10-27T13:51:15.1630000Z</dcterms:created>
  <dcterms:modified xsi:type="dcterms:W3CDTF">2026-10-27T13:51:15.1630000Z</dcterms:modified>
</coreProperties>
</file>
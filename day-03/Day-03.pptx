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fe5b749405b46ac" /><Relationship Type="http://schemas.openxmlformats.org/officeDocument/2006/relationships/extended-properties" Target="/docProps/app.xml" Id="Rb81262c10d8b41e8" /><Relationship Type="http://schemas.openxmlformats.org/officeDocument/2006/relationships/officeDocument" Target="/ppt/presentation.xml" Id="Rd4f6b99692fe42ee" /></Relationships>
</file>

<file path=ppt/presentation.xml><?xml version="1.0" encoding="utf-8"?>
<p:presentation xmlns:p="http://schemas.openxmlformats.org/presentationml/2006/main">
  <p:sldMasterIdLst>
    <p:sldMasterId xmlns:r="http://schemas.openxmlformats.org/officeDocument/2006/relationships" id="2147483648" r:id="R6040d5ca927c4630"/>
  </p:sldMasterIdLst>
  <p:notesMasterIdLst>
    <p:notesMasterId xmlns:r="http://schemas.openxmlformats.org/officeDocument/2006/relationships" r:id="Raaeb656bcfc9489e"/>
  </p:notesMasterIdLst>
  <p:sldIdLst>
    <p:sldId xmlns:r="http://schemas.openxmlformats.org/officeDocument/2006/relationships" id="256" r:id="Rf6b203fef1ca4b16"/>
    <p:sldId xmlns:r="http://schemas.openxmlformats.org/officeDocument/2006/relationships" id="257" r:id="R4c14bef97df54382"/>
    <p:sldId xmlns:r="http://schemas.openxmlformats.org/officeDocument/2006/relationships" id="258" r:id="R8bf13a7a13b84633"/>
    <p:sldId xmlns:r="http://schemas.openxmlformats.org/officeDocument/2006/relationships" id="259" r:id="R0c24ebc933024f63"/>
    <p:sldId xmlns:r="http://schemas.openxmlformats.org/officeDocument/2006/relationships" id="260" r:id="Rf2338c5c15604dc5"/>
    <p:sldId xmlns:r="http://schemas.openxmlformats.org/officeDocument/2006/relationships" id="261" r:id="Ra2024be9a87343ee"/>
    <p:sldId xmlns:r="http://schemas.openxmlformats.org/officeDocument/2006/relationships" id="262" r:id="Re16fadf8638c4b46"/>
    <p:sldId xmlns:r="http://schemas.openxmlformats.org/officeDocument/2006/relationships" id="263" r:id="R62ed9b0e60c94fec"/>
    <p:sldId xmlns:r="http://schemas.openxmlformats.org/officeDocument/2006/relationships" id="264" r:id="R0bd5c4e7a3d94bd5"/>
    <p:sldId xmlns:r="http://schemas.openxmlformats.org/officeDocument/2006/relationships" id="265" r:id="R2ed2bba126364123"/>
    <p:sldId xmlns:r="http://schemas.openxmlformats.org/officeDocument/2006/relationships" id="266" r:id="Rfd3d703080fd4dac"/>
    <p:sldId xmlns:r="http://schemas.openxmlformats.org/officeDocument/2006/relationships" id="267" r:id="Ra99a8e41cbfc4781"/>
    <p:sldId xmlns:r="http://schemas.openxmlformats.org/officeDocument/2006/relationships" id="268" r:id="R09c0504400154363"/>
    <p:sldId xmlns:r="http://schemas.openxmlformats.org/officeDocument/2006/relationships" id="269" r:id="Ra90544b4838043b2"/>
    <p:sldId xmlns:r="http://schemas.openxmlformats.org/officeDocument/2006/relationships" id="270" r:id="Rec02b8cfbbcd4d02"/>
    <p:sldId xmlns:r="http://schemas.openxmlformats.org/officeDocument/2006/relationships" id="271" r:id="R8bdf73b4feee4907"/>
    <p:sldId xmlns:r="http://schemas.openxmlformats.org/officeDocument/2006/relationships" id="272" r:id="R981cdf72de4847cb"/>
    <p:sldId xmlns:r="http://schemas.openxmlformats.org/officeDocument/2006/relationships" id="273" r:id="R5b89688a0b234a69"/>
    <p:sldId xmlns:r="http://schemas.openxmlformats.org/officeDocument/2006/relationships" id="274" r:id="R7b8cc0c46d734e0d"/>
    <p:sldId xmlns:r="http://schemas.openxmlformats.org/officeDocument/2006/relationships" id="275" r:id="Rccf781d29384460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02260c3e692450c" /><Relationship Type="http://schemas.openxmlformats.org/officeDocument/2006/relationships/slideMaster" Target="/ppt/slideMasters/slideMaster1.xml" Id="R6040d5ca927c4630" /><Relationship Type="http://schemas.openxmlformats.org/officeDocument/2006/relationships/notesMaster" Target="/ppt/notesMasters/notesMaster1.xml" Id="Raaeb656bcfc9489e" /><Relationship Type="http://schemas.openxmlformats.org/officeDocument/2006/relationships/presProps" Target="/ppt/presProps.xml" Id="R3d5287394ae74a78" /><Relationship Type="http://schemas.openxmlformats.org/officeDocument/2006/relationships/tableStyles" Target="/ppt/tableStyles.xml" Id="Raea34d15d8d949f3" /><Relationship Type="http://schemas.openxmlformats.org/officeDocument/2006/relationships/slide" Target="/ppt/slides/slide1.xml" Id="Rf6b203fef1ca4b16" /><Relationship Type="http://schemas.openxmlformats.org/officeDocument/2006/relationships/slide" Target="/ppt/slides/slide2.xml" Id="R4c14bef97df54382" /><Relationship Type="http://schemas.openxmlformats.org/officeDocument/2006/relationships/slide" Target="/ppt/slides/slide3.xml" Id="R8bf13a7a13b84633" /><Relationship Type="http://schemas.openxmlformats.org/officeDocument/2006/relationships/slide" Target="/ppt/slides/slide4.xml" Id="R0c24ebc933024f63" /><Relationship Type="http://schemas.openxmlformats.org/officeDocument/2006/relationships/slide" Target="/ppt/slides/slide5.xml" Id="Rf2338c5c15604dc5" /><Relationship Type="http://schemas.openxmlformats.org/officeDocument/2006/relationships/slide" Target="/ppt/slides/slide6.xml" Id="Ra2024be9a87343ee" /><Relationship Type="http://schemas.openxmlformats.org/officeDocument/2006/relationships/slide" Target="/ppt/slides/slide7.xml" Id="Re16fadf8638c4b46" /><Relationship Type="http://schemas.openxmlformats.org/officeDocument/2006/relationships/slide" Target="/ppt/slides/slide8.xml" Id="R62ed9b0e60c94fec" /><Relationship Type="http://schemas.openxmlformats.org/officeDocument/2006/relationships/slide" Target="/ppt/slides/slide9.xml" Id="R0bd5c4e7a3d94bd5" /><Relationship Type="http://schemas.openxmlformats.org/officeDocument/2006/relationships/slide" Target="/ppt/slides/slide10.xml" Id="R2ed2bba126364123" /><Relationship Type="http://schemas.openxmlformats.org/officeDocument/2006/relationships/slide" Target="/ppt/slides/slide11.xml" Id="Rfd3d703080fd4dac" /><Relationship Type="http://schemas.openxmlformats.org/officeDocument/2006/relationships/slide" Target="/ppt/slides/slide12.xml" Id="Ra99a8e41cbfc4781" /><Relationship Type="http://schemas.openxmlformats.org/officeDocument/2006/relationships/slide" Target="/ppt/slides/slide13.xml" Id="R09c0504400154363" /><Relationship Type="http://schemas.openxmlformats.org/officeDocument/2006/relationships/slide" Target="/ppt/slides/slide14.xml" Id="Ra90544b4838043b2" /><Relationship Type="http://schemas.openxmlformats.org/officeDocument/2006/relationships/slide" Target="/ppt/slides/slide15.xml" Id="Rec02b8cfbbcd4d02" /><Relationship Type="http://schemas.openxmlformats.org/officeDocument/2006/relationships/slide" Target="/ppt/slides/slide16.xml" Id="R8bdf73b4feee4907" /><Relationship Type="http://schemas.openxmlformats.org/officeDocument/2006/relationships/slide" Target="/ppt/slides/slide17.xml" Id="R981cdf72de4847cb" /><Relationship Type="http://schemas.openxmlformats.org/officeDocument/2006/relationships/slide" Target="/ppt/slides/slide18.xml" Id="R5b89688a0b234a69" /><Relationship Type="http://schemas.openxmlformats.org/officeDocument/2006/relationships/slide" Target="/ppt/slides/slide19.xml" Id="R7b8cc0c46d734e0d" /><Relationship Type="http://schemas.openxmlformats.org/officeDocument/2006/relationships/slide" Target="/ppt/slides/slide20.xml" Id="Rccf781d29384460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3c06934174a445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2ea907a40bd4378" /><Relationship Type="http://schemas.openxmlformats.org/officeDocument/2006/relationships/notesMaster" Target="/ppt/notesMasters/notesMaster1.xml" Id="R8f40a885d72d446b" /></Relationships>
</file>

<file path=ppt/notesSlides/_rels/notesSlide2.xml.rels>&#65279;<?xml version="1.0" encoding="utf-8"?><Relationships xmlns="http://schemas.openxmlformats.org/package/2006/relationships"><Relationship Type="http://schemas.openxmlformats.org/officeDocument/2006/relationships/slide" Target="/ppt/slides/slide2.xml" Id="Rf001d9e86e764d1c" /><Relationship Type="http://schemas.openxmlformats.org/officeDocument/2006/relationships/notesMaster" Target="/ppt/notesMasters/notesMaster1.xml" Id="Ra3c56c7e5f914a9f" /></Relationships>
</file>

<file path=ppt/notesSlides/_rels/notesSlide3.xml.rels>&#65279;<?xml version="1.0" encoding="utf-8"?><Relationships xmlns="http://schemas.openxmlformats.org/package/2006/relationships"><Relationship Type="http://schemas.openxmlformats.org/officeDocument/2006/relationships/slide" Target="/ppt/slides/slide3.xml" Id="Rdea90b33a57f48a0" /><Relationship Type="http://schemas.openxmlformats.org/officeDocument/2006/relationships/notesMaster" Target="/ppt/notesMasters/notesMaster1.xml" Id="R11a1d3e2855142aa" /></Relationships>
</file>

<file path=ppt/notesSlides/_rels/notesSlide4.xml.rels>&#65279;<?xml version="1.0" encoding="utf-8"?><Relationships xmlns="http://schemas.openxmlformats.org/package/2006/relationships"><Relationship Type="http://schemas.openxmlformats.org/officeDocument/2006/relationships/slide" Target="/ppt/slides/slide4.xml" Id="R859b39df0a2644c8" /><Relationship Type="http://schemas.openxmlformats.org/officeDocument/2006/relationships/notesMaster" Target="/ppt/notesMasters/notesMaster1.xml" Id="R4415d0ef98894d3b" /></Relationships>
</file>

<file path=ppt/notesSlides/_rels/notesSlide5.xml.rels>&#65279;<?xml version="1.0" encoding="utf-8"?><Relationships xmlns="http://schemas.openxmlformats.org/package/2006/relationships"><Relationship Type="http://schemas.openxmlformats.org/officeDocument/2006/relationships/slide" Target="/ppt/slides/slide5.xml" Id="Rc1b77b195f7c4107" /><Relationship Type="http://schemas.openxmlformats.org/officeDocument/2006/relationships/notesMaster" Target="/ppt/notesMasters/notesMaster1.xml" Id="R19ab98bee2694eb6" /></Relationships>
</file>

<file path=ppt/notesSlides/_rels/notesSlide6.xml.rels>&#65279;<?xml version="1.0" encoding="utf-8"?><Relationships xmlns="http://schemas.openxmlformats.org/package/2006/relationships"><Relationship Type="http://schemas.openxmlformats.org/officeDocument/2006/relationships/slide" Target="/ppt/slides/slide6.xml" Id="R92bbc2087f004c27" /><Relationship Type="http://schemas.openxmlformats.org/officeDocument/2006/relationships/notesMaster" Target="/ppt/notesMasters/notesMaster1.xml" Id="R75746dba253a49ad" /></Relationships>
</file>

<file path=ppt/notesSlides/_rels/notesSlide7.xml.rels>&#65279;<?xml version="1.0" encoding="utf-8"?><Relationships xmlns="http://schemas.openxmlformats.org/package/2006/relationships"><Relationship Type="http://schemas.openxmlformats.org/officeDocument/2006/relationships/slide" Target="/ppt/slides/slide7.xml" Id="R67b0d5641f954c3e" /><Relationship Type="http://schemas.openxmlformats.org/officeDocument/2006/relationships/notesMaster" Target="/ppt/notesMasters/notesMaster1.xml" Id="R32ab74e906fe47ab" /></Relationships>
</file>

<file path=ppt/notesSlides/_rels/notesSlide8.xml.rels>&#65279;<?xml version="1.0" encoding="utf-8"?><Relationships xmlns="http://schemas.openxmlformats.org/package/2006/relationships"><Relationship Type="http://schemas.openxmlformats.org/officeDocument/2006/relationships/slide" Target="/ppt/slides/slide8.xml" Id="R48fc74fe25f5414e" /><Relationship Type="http://schemas.openxmlformats.org/officeDocument/2006/relationships/notesMaster" Target="/ppt/notesMasters/notesMaster1.xml" Id="Rdf63daed7cc24d9a" /></Relationships>
</file>

<file path=ppt/notesSlides/_rels/notesSlide9.xml.rels>&#65279;<?xml version="1.0" encoding="utf-8"?><Relationships xmlns="http://schemas.openxmlformats.org/package/2006/relationships"><Relationship Type="http://schemas.openxmlformats.org/officeDocument/2006/relationships/slide" Target="/ppt/slides/slide9.xml" Id="Re112cf0f1b7f4941" /><Relationship Type="http://schemas.openxmlformats.org/officeDocument/2006/relationships/notesMaster" Target="/ppt/notesMasters/notesMaster1.xml" Id="Ra5fe5c699c97414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6933e4aa34a43e2" /><Relationship Type="http://schemas.openxmlformats.org/officeDocument/2006/relationships/notesMaster" Target="/ppt/notesMasters/notesMaster1.xml" Id="R8c80a765327b49f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5212acd03fe4c48" /><Relationship Type="http://schemas.openxmlformats.org/officeDocument/2006/relationships/notesMaster" Target="/ppt/notesMasters/notesMaster1.xml" Id="R7922d494a849475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4cbb76b8a944652" /><Relationship Type="http://schemas.openxmlformats.org/officeDocument/2006/relationships/notesMaster" Target="/ppt/notesMasters/notesMaster1.xml" Id="R9e400a3469644b2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9aa04e60a85418d" /><Relationship Type="http://schemas.openxmlformats.org/officeDocument/2006/relationships/notesMaster" Target="/ppt/notesMasters/notesMaster1.xml" Id="R0bf4f62f06f0474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ae88b346b88454b" /><Relationship Type="http://schemas.openxmlformats.org/officeDocument/2006/relationships/notesMaster" Target="/ppt/notesMasters/notesMaster1.xml" Id="R7be1da74f7b341d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4e59dee1ac6494b" /><Relationship Type="http://schemas.openxmlformats.org/officeDocument/2006/relationships/notesMaster" Target="/ppt/notesMasters/notesMaster1.xml" Id="R67336185d5234b9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d893d8a1f2f4a5a" /><Relationship Type="http://schemas.openxmlformats.org/officeDocument/2006/relationships/notesMaster" Target="/ppt/notesMasters/notesMaster1.xml" Id="R243e8ed6bbd34ae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b9f507a82e94d2b" /><Relationship Type="http://schemas.openxmlformats.org/officeDocument/2006/relationships/notesMaster" Target="/ppt/notesMasters/notesMaster1.xml" Id="Racccd27790714597"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f1f491dbc494057" /><Relationship Type="http://schemas.openxmlformats.org/officeDocument/2006/relationships/notesMaster" Target="/ppt/notesMasters/notesMaster1.xml" Id="Rdd4658fb81294fc4"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b65513a158e6462d" /><Relationship Type="http://schemas.openxmlformats.org/officeDocument/2006/relationships/notesMaster" Target="/ppt/notesMasters/notesMaster1.xml" Id="Rfcf73a522c9b4d49"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74ee45416289445f" /><Relationship Type="http://schemas.openxmlformats.org/officeDocument/2006/relationships/notesMaster" Target="/ppt/notesMasters/notesMaster1.xml" Id="Re1c086e1c27e4ac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Today is self-contained. Inspect a prepared working app, then follow an actual controlled refactor. The tangled baseline is an intentional teaching fixture, not a production incident. Outcome: separate one responsibility while preserving measured behavior.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 minutes</a:t>
            </a:r>
          </a:p>
          <a:p xmlns:a="http://schemas.openxmlformats.org/drawingml/2006/main">
            <a:r>
              <a:t>Orient the room: a working business app, five stages and a repeatable method. 30 minutes core, 15 minutes questions or prepared discussions. No previous files needed. Watching requires only a browser; running commands requires Node.js 20+; prompting requires Codex.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LIVE DEMO. Open http://127.0.0.1:4323 or the public demo. Show fictional Northstar scope. Explore 0/5/10% scenarios. Change 5 to 10: total CAD 12,966.75. Reset to 5. Save, reopen and export HTML. Internal cost/margin must stay out of the proposal. Fallback: this screenshot and supplied example proposal. Return to slide 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Show checkpoints/01-characterized/app.js. The calculator is pure but shares the file with rendering, localStorage and export. Working UI does not tell us whether responsibilities are separated. Prepared baseline, real extraction.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A repository stores code and its change history. A monorepo keeps multiple projects in one repository. In the alternative, often called polyrepo or multi-repo, projects have separate repositories and histories. Neither choice guarantees good architecture. The pictures show the same web app, mobile app and shared library arranged in two ways. Shared changes can be reviewed together in a monorepo; separate repositories allow independent ownership, access and release processes, with coordination required for cross-repository changes. This is a conceptual comparison, not a claim about our single-app demo. Source: https://www.atlassian.com/git/tutorials/monorepos . Illustration: built-in image_gen, Assets/monorepo-options.png.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Open test/fixtures.json and docs/behavior-contract.md. Characterization tests record current behavior, including quirks. Ask for 0.014 times 3 in cents. The app rounds the unit first, so its result is 3 cents. Do not improve rounding during this extraction. Tests were added before implementation.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 minutes</a:t>
            </a:r>
          </a:p>
          <a:p xmlns:a="http://schemas.openxmlformats.org/drawingml/2006/main">
            <a:r>
              <a:t>Open named chat 01 and evidence/01-audit.md. The audit had read-only scope. Check risks against actual callers. Excalidraw section 01 shows business brief and audit. The shown prompt is the compact learner replay prompt. Production chats also included local paths and ownership.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Open chat 02 and test/pricing.test.mjs. Run npm test in checkpoints/01-characterized: 27 pass, zero fail. Show a literal fixture and null-input TypeError. Fallback evidence/02-tests.md. Excalidraw section 02 shows fixture and contract. The shown prompt is the compact learner replay prompt. Production chats also included local paths and ownership.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Open chat 03, docs/architecture.md and AGENTS.md. Pricing owns math without browser dependencies. app.js is a facade: existing callers still work. Storage/UI extraction remains future work. Excalidraw section 03 shows both documents.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Show actual AGENTS.md. Read allowed files and checks. Guidance is not a security boundary or guarantee. Put architecture reasons in architecture.md. Official guidance: https://learn.chatgpt.com/docs/agent-configuration/agents-md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Open chat 04 and extraction diff. Show app.js imports and re-export; cents stays private. No UI, storage or export rewrite. Run npm run check; fallback evidence/04-refactor.md. Excalidraw section 04 shows both files. The shown prompt is the compact learner replay prompt. Production chats also included local paths and ownership.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Open chat 05 and evidence/05-verification.md. Independent comparison: 750 returning inputs, 250 errors. Protected files and function identity checked. Parent separately rehearsed browser and inspected export. Sampled parity is not universal proof. Show docs/HANDOFF.md. Excalidraw section 05. The shown prompt is the compact learner replay prompt. Production chats also included local paths and ownership.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LIVE PROMPT if time permits. Use final app folder. The audit requests no source edits. Expected: zero-net margin is 0 under current contract, with code/test evidence. Verify sources and no invented policy. Fallback: inspect zero-net test. Return to slide 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 minutes</a:t>
            </a:r>
          </a:p>
          <a:p xmlns:a="http://schemas.openxmlformats.org/drawingml/2006/main">
            <a:r>
              <a:t>Measured UTF-8 bytes, not tokens or billing savings. Pricing-only inspection can start with the domain file. Include contract/tests/callers as needed. More chats do not automatically save tokens. Evidence: context-scope.json.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Show extraction commit e480009. Function bodies unchanged; protected files compare byte-for-byte. Architecture and contract docs preceded extraction; handoff followed it. Known UI/storage issues remain explicit.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Open public Day 3 page. Watch route: browser demo, slides, board, before/after source. Hands-on: download ZIP, unzip, Node20+, open app in Codex, npm start and npm test. No npm install. checkpoints/01-characterized is before; app is after. See PROMPTS.md.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15 minutes</a:t>
            </a:r>
          </a:p>
          <a:p xmlns:a="http://schemas.openxmlformats.org/drawingml/2006/main">
            <a:r>
              <a:t>Minutes30–45. If quiet, use slides18–20 for five minutes each inside this slot. Ask for one behavior, evidence and a boundary. Avoid displaying private code.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 minutes</a:t>
            </a:r>
          </a:p>
          <a:p xmlns:a="http://schemas.openxmlformats.org/drawingml/2006/main">
            <a:r>
              <a:t>RESERVE: up to five minutes inside Q&amp;A. Preserve observed behavior during extraction. Capture a separate business decision and acceptance tests for a rounding change.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 minutes</a:t>
            </a:r>
          </a:p>
          <a:p xmlns:a="http://schemas.openxmlformats.org/drawingml/2006/main">
            <a:r>
              <a:t>RESERVE: up to five minutes inside Q&amp;A. Defer storage change: it needs its own persistence contract, migration, failure handling and browser checks. Record next slice in handoff.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 minutes</a:t>
            </a:r>
          </a:p>
          <a:p xmlns:a="http://schemas.openxmlformats.org/drawingml/2006/main">
            <a:r>
              <a:t>RESERVE: up to five minutes inside Q&amp;A. No. Unit checks cover pricing, not every browser flow. Reproduce save/reopen and document tested and untested scope.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29492faff9b42a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72783e7e80b482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7837092725f4f6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7a74b16a6e54c2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fcf103464474e1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fa85eb99418431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D276BF1-E767-4E80-9DFA-FEAFE7BE58C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F8F1E15-6475-4692-A1C0-6C6D614EFBA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7C56FA1-B45F-49E3-BDDB-35380337D817}"/>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2E3FC6F-B558-43B1-AA21-A7BB7B993F4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421D855-6742-432E-BDB0-C9767EB7521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AF87F3F-CB19-4C04-BCFD-592717504F3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954FAEC-EBC9-4C0B-BB17-D5DCBE4FFC2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D15080E-B765-4D5D-A9A8-726692216C06}"/>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217E48A-6F86-4A4E-B2FC-A54534CE459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3EDBD5A-BF5A-458F-B2C8-4515DF412E9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bf88b3359774c08" /><Relationship Type="http://schemas.openxmlformats.org/officeDocument/2006/relationships/slideLayout" Target="/ppt/slideLayouts/slideLayout1.xml" Id="Ra9e0255a52aa4f71" /><Relationship Type="http://schemas.openxmlformats.org/officeDocument/2006/relationships/slideLayout" Target="/ppt/slideLayouts/slideLayout2.xml" Id="R2f9936cccdf24676" /><Relationship Type="http://schemas.openxmlformats.org/officeDocument/2006/relationships/slideLayout" Target="/ppt/slideLayouts/slideLayout3.xml" Id="R4f5d763c86654045" /><Relationship Type="http://schemas.openxmlformats.org/officeDocument/2006/relationships/slideLayout" Target="/ppt/slideLayouts/slideLayout4.xml" Id="R646d20bf3a8e4700" /><Relationship Type="http://schemas.openxmlformats.org/officeDocument/2006/relationships/slideLayout" Target="/ppt/slideLayouts/slideLayout5.xml" Id="R39978f7c917640a2" /><Relationship Type="http://schemas.openxmlformats.org/officeDocument/2006/relationships/slideLayout" Target="/ppt/slideLayouts/slideLayout6.xml" Id="Ra5f0b04478254b9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9e0255a52aa4f71"/>
    <p:sldLayoutId xmlns:r="http://schemas.openxmlformats.org/officeDocument/2006/relationships" id="2147483650" r:id="R2f9936cccdf24676"/>
    <p:sldLayoutId xmlns:r="http://schemas.openxmlformats.org/officeDocument/2006/relationships" id="2147483651" r:id="R4f5d763c86654045"/>
    <p:sldLayoutId xmlns:r="http://schemas.openxmlformats.org/officeDocument/2006/relationships" id="2147483652" r:id="R646d20bf3a8e4700"/>
    <p:sldLayoutId xmlns:r="http://schemas.openxmlformats.org/officeDocument/2006/relationships" id="2147483653" r:id="R39978f7c917640a2"/>
    <p:sldLayoutId xmlns:r="http://schemas.openxmlformats.org/officeDocument/2006/relationships" id="2147483654" r:id="Ra5f0b04478254b9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78f9a683081410d" /><Relationship Type="http://schemas.openxmlformats.org/officeDocument/2006/relationships/image" Target="/ppt/media/image.png" Id="R04c153fa071f4be9" /><Relationship Type="http://schemas.openxmlformats.org/officeDocument/2006/relationships/notesSlide" Target="/ppt/notesSlides/notesSlide1.xml" Id="R5ee99ee1c303403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f8dcc18db7b460e" /><Relationship Type="http://schemas.openxmlformats.org/officeDocument/2006/relationships/notesSlide" Target="/ppt/notesSlides/notesSlide2.xml" Id="R7f698d02c8734cb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81dbc6f52724964" /><Relationship Type="http://schemas.openxmlformats.org/officeDocument/2006/relationships/image" Target="/ppt/media/image.jpeg" Id="Rf613f3b84bff48e4" /><Relationship Type="http://schemas.openxmlformats.org/officeDocument/2006/relationships/notesSlide" Target="/ppt/notesSlides/notesSlide3.xml" Id="R43210de3e0c0437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f7183e5f3404605" /><Relationship Type="http://schemas.openxmlformats.org/officeDocument/2006/relationships/notesSlide" Target="/ppt/notesSlides/notesSlide4.xml" Id="R0b30cb55ddb2495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92675cef3e84e4b" /><Relationship Type="http://schemas.openxmlformats.org/officeDocument/2006/relationships/image" Target="/ppt/media/image2.png" Id="R807442dd3c064b92" /><Relationship Type="http://schemas.openxmlformats.org/officeDocument/2006/relationships/notesSlide" Target="/ppt/notesSlides/notesSlide5.xml" Id="R837c7ba0ef19406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2b26b57e775c4e70" /><Relationship Type="http://schemas.openxmlformats.org/officeDocument/2006/relationships/notesSlide" Target="/ppt/notesSlides/notesSlide6.xml" Id="R40f48003f39a4c92"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f019d3d82db4e6d" /><Relationship Type="http://schemas.openxmlformats.org/officeDocument/2006/relationships/notesSlide" Target="/ppt/notesSlides/notesSlide7.xml" Id="R0edb3f15ad5b401f"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4470807a380e4dae" /><Relationship Type="http://schemas.openxmlformats.org/officeDocument/2006/relationships/notesSlide" Target="/ppt/notesSlides/notesSlide8.xml" Id="R4c4d6c0630e84e96"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a948225944a44cb9" /><Relationship Type="http://schemas.openxmlformats.org/officeDocument/2006/relationships/notesSlide" Target="/ppt/notesSlides/notesSlide9.xml" Id="Ra5aca7246fa643e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94b698923c0f4182" /><Relationship Type="http://schemas.openxmlformats.org/officeDocument/2006/relationships/notesSlide" Target="/ppt/notesSlides/notesSlide10.xml" Id="Rc7c953aee6c1426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82bf3a40067e4cf7" /><Relationship Type="http://schemas.openxmlformats.org/officeDocument/2006/relationships/notesSlide" Target="/ppt/notesSlides/notesSlide11.xml" Id="Recbdb85b35c6442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73bb2c91a5a34cdd" /><Relationship Type="http://schemas.openxmlformats.org/officeDocument/2006/relationships/notesSlide" Target="/ppt/notesSlides/notesSlide12.xml" Id="Ra13950ada30846f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582d6a6913c4485c" /><Relationship Type="http://schemas.openxmlformats.org/officeDocument/2006/relationships/notesSlide" Target="/ppt/notesSlides/notesSlide13.xml" Id="R07e22d33234d472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e7bbd993c22d44e5" /><Relationship Type="http://schemas.openxmlformats.org/officeDocument/2006/relationships/notesSlide" Target="/ppt/notesSlides/notesSlide14.xml" Id="Rebd860825de4488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be55807886bd4242" /><Relationship Type="http://schemas.openxmlformats.org/officeDocument/2006/relationships/notesSlide" Target="/ppt/notesSlides/notesSlide15.xml" Id="R6f0e6bbe2029439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971a1adfec934c53" /><Relationship Type="http://schemas.openxmlformats.org/officeDocument/2006/relationships/notesSlide" Target="/ppt/notesSlides/notesSlide16.xml" Id="R413876a91b5c47e6"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5676195a238349f7" /><Relationship Type="http://schemas.openxmlformats.org/officeDocument/2006/relationships/notesSlide" Target="/ppt/notesSlides/notesSlide17.xml" Id="R432b3354f5374e85"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4470e41625af49cb" /><Relationship Type="http://schemas.openxmlformats.org/officeDocument/2006/relationships/notesSlide" Target="/ppt/notesSlides/notesSlide18.xml" Id="Rc281d6f7df824c03"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721c5236ea914aa3" /><Relationship Type="http://schemas.openxmlformats.org/officeDocument/2006/relationships/notesSlide" Target="/ppt/notesSlides/notesSlide19.xml" Id="Rbda201ff893845d1"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75055e362db044c7" /><Relationship Type="http://schemas.openxmlformats.org/officeDocument/2006/relationships/notesSlide" Target="/ppt/notesSlides/notesSlide20.xml" Id="R7aa816de2b4f4021" /></Relationships>
</file>

<file path=ppt/slides/slide1.xml><?xml version="1.0" encoding="utf-8"?>
<p:sld xmlns:p="http://schemas.openxmlformats.org/presentationml/2006/main">
  <p:cSld>
    <p:bg>
      <p:bgPr>
        <a:solidFill xmlns:a="http://schemas.openxmlformats.org/drawingml/2006/main">
          <a:srgbClr val="071629"/>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DB03E00D-40B1-4F1C-85F0-72FEA77B4168}"/>
              </a:ext>
            </a:extLst>
          </p:cNvPr>
          <p:cNvPicPr>
            <a:picLocks xmlns:a="http://schemas.openxmlformats.org/drawingml/2006/main" noChangeAspect="1"/>
          </p:cNvPicPr>
          <p:nvPr/>
        </p:nvPicPr>
        <p:blipFill>
          <a:blip xmlns:r="http://schemas.openxmlformats.org/officeDocument/2006/relationships" xmlns:a="http://schemas.openxmlformats.org/drawingml/2006/main" r:embed="R04c153fa071f4be9"/>
          <a:stretch xmlns:a="http://schemas.openxmlformats.org/drawingml/2006/main"/>
        </p:blipFill>
        <p:spPr>
          <a:xfrm xmlns:a="http://schemas.openxmlformats.org/drawingml/2006/main">
            <a:off x="0" y="1823"/>
            <a:ext cx="12192000" cy="6854354"/>
          </a:xfrm>
          <a:prstGeom xmlns:a="http://schemas.openxmlformats.org/drawingml/2006/main" prst="rect">
            <a:avLst/>
          </a:prstGeom>
        </p:spPr>
      </p:pic>
      <p:sp>
        <p:nvSpPr>
          <p:cNvPr id="2" name="d3-0">
            <a:extLst xmlns:a="http://schemas.openxmlformats.org/drawingml/2006/main">
              <a:ext uri="{FF2B5EF4-FFF2-40B4-BE49-F238E27FC236}">
                <a16:creationId xmlns:a16="http://schemas.microsoft.com/office/drawing/2014/main" id="{3DACD3A5-9274-4C8C-A286-6B34C3AAB0EE}"/>
              </a:ext>
            </a:extLst>
          </p:cNvPr>
          <p:cNvSpPr>
            <a:spLocks xmlns:a="http://schemas.openxmlformats.org/drawingml/2006/main" noGrp="1"/>
          </p:cNvSpPr>
          <p:nvPr/>
        </p:nvSpPr>
        <p:spPr>
          <a:xfrm xmlns:a="http://schemas.openxmlformats.org/drawingml/2006/main">
            <a:off x="723900" y="523875"/>
            <a:ext cx="4572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725" b="1">
                <a:solidFill>
                  <a:srgbClr val="F5F7FF"/>
                </a:solidFill>
                <a:latin typeface="Arial"/>
                <a:ea typeface="Arial"/>
                <a:cs typeface="Arial"/>
              </a:defRPr>
            </a:defPPr>
            <a:lvl1pPr algn="l">
              <a:defRPr sz="1725" b="1">
                <a:solidFill>
                  <a:srgbClr val="F5F7FF"/>
                </a:solidFill>
                <a:latin typeface="Arial"/>
                <a:ea typeface="Arial"/>
                <a:cs typeface="Arial"/>
              </a:defRPr>
            </a:lvl1pPr>
            <a:lvl2pPr algn="l">
              <a:defRPr sz="1725" b="1">
                <a:solidFill>
                  <a:srgbClr val="F5F7FF"/>
                </a:solidFill>
                <a:latin typeface="Arial"/>
                <a:ea typeface="Arial"/>
                <a:cs typeface="Arial"/>
              </a:defRPr>
            </a:lvl2pPr>
            <a:lvl3pPr algn="l">
              <a:defRPr sz="1725" b="1">
                <a:solidFill>
                  <a:srgbClr val="F5F7FF"/>
                </a:solidFill>
                <a:latin typeface="Arial"/>
                <a:ea typeface="Arial"/>
                <a:cs typeface="Arial"/>
              </a:defRPr>
            </a:lvl3pPr>
            <a:lvl4pPr algn="l">
              <a:defRPr sz="1725" b="1">
                <a:solidFill>
                  <a:srgbClr val="F5F7FF"/>
                </a:solidFill>
                <a:latin typeface="Arial"/>
                <a:ea typeface="Arial"/>
                <a:cs typeface="Arial"/>
              </a:defRPr>
            </a:lvl4pPr>
            <a:lvl5pPr algn="l">
              <a:defRPr sz="1725" b="1">
                <a:solidFill>
                  <a:srgbClr val="F5F7FF"/>
                </a:solidFill>
                <a:latin typeface="Arial"/>
                <a:ea typeface="Arial"/>
                <a:cs typeface="Arial"/>
              </a:defRPr>
            </a:lvl5pPr>
            <a:lvl6pPr algn="l">
              <a:defRPr sz="1725" b="1">
                <a:solidFill>
                  <a:srgbClr val="F5F7FF"/>
                </a:solidFill>
                <a:latin typeface="Arial"/>
                <a:ea typeface="Arial"/>
                <a:cs typeface="Arial"/>
              </a:defRPr>
            </a:lvl6pPr>
            <a:lvl7pPr algn="l">
              <a:defRPr sz="1725" b="1">
                <a:solidFill>
                  <a:srgbClr val="F5F7FF"/>
                </a:solidFill>
                <a:latin typeface="Arial"/>
                <a:ea typeface="Arial"/>
                <a:cs typeface="Arial"/>
              </a:defRPr>
            </a:lvl7pPr>
            <a:lvl8pPr algn="l">
              <a:defRPr sz="1725" b="1">
                <a:solidFill>
                  <a:srgbClr val="F5F7FF"/>
                </a:solidFill>
                <a:latin typeface="Arial"/>
                <a:ea typeface="Arial"/>
                <a:cs typeface="Arial"/>
              </a:defRPr>
            </a:lvl8pPr>
            <a:lvl9pPr algn="l">
              <a:defRPr sz="1725" b="1">
                <a:solidFill>
                  <a:srgbClr val="F5F7FF"/>
                </a:solidFill>
                <a:latin typeface="Arial"/>
                <a:ea typeface="Arial"/>
                <a:cs typeface="Arial"/>
              </a:defRPr>
            </a:lvl9pPr>
          </a:lstStyle>
          <a:p xmlns:a="http://schemas.openxmlformats.org/drawingml/2006/main">
            <a:pPr algn="l">
              <a:defRPr sz="1725" b="1">
                <a:solidFill>
                  <a:srgbClr val="F5F7FF"/>
                </a:solidFill>
                <a:latin typeface="Arial"/>
                <a:ea typeface="Arial"/>
                <a:cs typeface="Arial"/>
              </a:defRPr>
            </a:pPr>
            <a:r>
              <a:rPr sz="1725" b="1">
                <a:solidFill>
                  <a:srgbClr val="F5F7FF"/>
                </a:solidFill>
                <a:latin typeface="Arial"/>
                <a:ea typeface="Arial"/>
                <a:cs typeface="Arial"/>
              </a:rPr>
              <a:t>O’REILLY LIVE</a:t>
            </a:r>
          </a:p>
        </p:txBody>
      </p:sp>
      <p:sp>
        <p:nvSpPr>
          <p:cNvPr id="3" name="d3-1">
            <a:extLst xmlns:a="http://schemas.openxmlformats.org/drawingml/2006/main">
              <a:ext uri="{FF2B5EF4-FFF2-40B4-BE49-F238E27FC236}">
                <a16:creationId xmlns:a16="http://schemas.microsoft.com/office/drawing/2014/main" id="{ADBACC37-D2A9-45CD-A446-857B2E0F6755}"/>
              </a:ext>
            </a:extLst>
          </p:cNvPr>
          <p:cNvSpPr>
            <a:spLocks xmlns:a="http://schemas.openxmlformats.org/drawingml/2006/main" noGrp="1"/>
          </p:cNvSpPr>
          <p:nvPr/>
        </p:nvSpPr>
        <p:spPr>
          <a:xfrm xmlns:a="http://schemas.openxmlformats.org/drawingml/2006/main">
            <a:off x="685800" y="1895475"/>
            <a:ext cx="5762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8400" b="1">
                <a:solidFill>
                  <a:srgbClr val="F5F7FF"/>
                </a:solidFill>
                <a:latin typeface="Arial"/>
                <a:ea typeface="Arial"/>
                <a:cs typeface="Arial"/>
              </a:defRPr>
            </a:defPPr>
            <a:lvl1pPr algn="l">
              <a:defRPr sz="8400" b="1">
                <a:solidFill>
                  <a:srgbClr val="F5F7FF"/>
                </a:solidFill>
                <a:latin typeface="Arial"/>
                <a:ea typeface="Arial"/>
                <a:cs typeface="Arial"/>
              </a:defRPr>
            </a:lvl1pPr>
            <a:lvl2pPr algn="l">
              <a:defRPr sz="8400" b="1">
                <a:solidFill>
                  <a:srgbClr val="F5F7FF"/>
                </a:solidFill>
                <a:latin typeface="Arial"/>
                <a:ea typeface="Arial"/>
                <a:cs typeface="Arial"/>
              </a:defRPr>
            </a:lvl2pPr>
            <a:lvl3pPr algn="l">
              <a:defRPr sz="8400" b="1">
                <a:solidFill>
                  <a:srgbClr val="F5F7FF"/>
                </a:solidFill>
                <a:latin typeface="Arial"/>
                <a:ea typeface="Arial"/>
                <a:cs typeface="Arial"/>
              </a:defRPr>
            </a:lvl3pPr>
            <a:lvl4pPr algn="l">
              <a:defRPr sz="8400" b="1">
                <a:solidFill>
                  <a:srgbClr val="F5F7FF"/>
                </a:solidFill>
                <a:latin typeface="Arial"/>
                <a:ea typeface="Arial"/>
                <a:cs typeface="Arial"/>
              </a:defRPr>
            </a:lvl4pPr>
            <a:lvl5pPr algn="l">
              <a:defRPr sz="8400" b="1">
                <a:solidFill>
                  <a:srgbClr val="F5F7FF"/>
                </a:solidFill>
                <a:latin typeface="Arial"/>
                <a:ea typeface="Arial"/>
                <a:cs typeface="Arial"/>
              </a:defRPr>
            </a:lvl5pPr>
            <a:lvl6pPr algn="l">
              <a:defRPr sz="8400" b="1">
                <a:solidFill>
                  <a:srgbClr val="F5F7FF"/>
                </a:solidFill>
                <a:latin typeface="Arial"/>
                <a:ea typeface="Arial"/>
                <a:cs typeface="Arial"/>
              </a:defRPr>
            </a:lvl6pPr>
            <a:lvl7pPr algn="l">
              <a:defRPr sz="8400" b="1">
                <a:solidFill>
                  <a:srgbClr val="F5F7FF"/>
                </a:solidFill>
                <a:latin typeface="Arial"/>
                <a:ea typeface="Arial"/>
                <a:cs typeface="Arial"/>
              </a:defRPr>
            </a:lvl7pPr>
            <a:lvl8pPr algn="l">
              <a:defRPr sz="8400" b="1">
                <a:solidFill>
                  <a:srgbClr val="F5F7FF"/>
                </a:solidFill>
                <a:latin typeface="Arial"/>
                <a:ea typeface="Arial"/>
                <a:cs typeface="Arial"/>
              </a:defRPr>
            </a:lvl8pPr>
            <a:lvl9pPr algn="l">
              <a:defRPr sz="8400" b="1">
                <a:solidFill>
                  <a:srgbClr val="F5F7FF"/>
                </a:solidFill>
                <a:latin typeface="Arial"/>
                <a:ea typeface="Arial"/>
                <a:cs typeface="Arial"/>
              </a:defRPr>
            </a:lvl9pPr>
          </a:lstStyle>
          <a:p xmlns:a="http://schemas.openxmlformats.org/drawingml/2006/main">
            <a:pPr algn="l">
              <a:defRPr sz="8400" b="1">
                <a:solidFill>
                  <a:srgbClr val="F5F7FF"/>
                </a:solidFill>
                <a:latin typeface="Arial"/>
                <a:ea typeface="Arial"/>
                <a:cs typeface="Arial"/>
              </a:defRPr>
            </a:pPr>
            <a:r>
              <a:rPr sz="8400" b="1">
                <a:solidFill>
                  <a:srgbClr val="F5F7FF"/>
                </a:solidFill>
                <a:latin typeface="Arial"/>
                <a:ea typeface="Arial"/>
                <a:cs typeface="Arial"/>
              </a:rPr>
              <a:t>Codex</a:t>
            </a:r>
          </a:p>
        </p:txBody>
      </p:sp>
      <p:sp>
        <p:nvSpPr>
          <p:cNvPr id="4" name="d3-2">
            <a:extLst xmlns:a="http://schemas.openxmlformats.org/drawingml/2006/main">
              <a:ext uri="{FF2B5EF4-FFF2-40B4-BE49-F238E27FC236}">
                <a16:creationId xmlns:a16="http://schemas.microsoft.com/office/drawing/2014/main" id="{B921080F-A6B5-4422-B490-32F10541125B}"/>
              </a:ext>
            </a:extLst>
          </p:cNvPr>
          <p:cNvSpPr>
            <a:spLocks xmlns:a="http://schemas.openxmlformats.org/drawingml/2006/main" noGrp="1"/>
          </p:cNvSpPr>
          <p:nvPr/>
        </p:nvSpPr>
        <p:spPr>
          <a:xfrm xmlns:a="http://schemas.openxmlformats.org/drawingml/2006/main">
            <a:off x="723900" y="3171825"/>
            <a:ext cx="56769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6600" b="1">
                <a:solidFill>
                  <a:srgbClr val="AABEFF"/>
                </a:solidFill>
                <a:latin typeface="Arial"/>
                <a:ea typeface="Arial"/>
                <a:cs typeface="Arial"/>
              </a:defRPr>
            </a:defPPr>
            <a:lvl1pPr algn="l">
              <a:defRPr sz="6600" b="1">
                <a:solidFill>
                  <a:srgbClr val="AABEFF"/>
                </a:solidFill>
                <a:latin typeface="Arial"/>
                <a:ea typeface="Arial"/>
                <a:cs typeface="Arial"/>
              </a:defRPr>
            </a:lvl1pPr>
            <a:lvl2pPr algn="l">
              <a:defRPr sz="6600" b="1">
                <a:solidFill>
                  <a:srgbClr val="AABEFF"/>
                </a:solidFill>
                <a:latin typeface="Arial"/>
                <a:ea typeface="Arial"/>
                <a:cs typeface="Arial"/>
              </a:defRPr>
            </a:lvl2pPr>
            <a:lvl3pPr algn="l">
              <a:defRPr sz="6600" b="1">
                <a:solidFill>
                  <a:srgbClr val="AABEFF"/>
                </a:solidFill>
                <a:latin typeface="Arial"/>
                <a:ea typeface="Arial"/>
                <a:cs typeface="Arial"/>
              </a:defRPr>
            </a:lvl3pPr>
            <a:lvl4pPr algn="l">
              <a:defRPr sz="6600" b="1">
                <a:solidFill>
                  <a:srgbClr val="AABEFF"/>
                </a:solidFill>
                <a:latin typeface="Arial"/>
                <a:ea typeface="Arial"/>
                <a:cs typeface="Arial"/>
              </a:defRPr>
            </a:lvl4pPr>
            <a:lvl5pPr algn="l">
              <a:defRPr sz="6600" b="1">
                <a:solidFill>
                  <a:srgbClr val="AABEFF"/>
                </a:solidFill>
                <a:latin typeface="Arial"/>
                <a:ea typeface="Arial"/>
                <a:cs typeface="Arial"/>
              </a:defRPr>
            </a:lvl5pPr>
            <a:lvl6pPr algn="l">
              <a:defRPr sz="6600" b="1">
                <a:solidFill>
                  <a:srgbClr val="AABEFF"/>
                </a:solidFill>
                <a:latin typeface="Arial"/>
                <a:ea typeface="Arial"/>
                <a:cs typeface="Arial"/>
              </a:defRPr>
            </a:lvl6pPr>
            <a:lvl7pPr algn="l">
              <a:defRPr sz="6600" b="1">
                <a:solidFill>
                  <a:srgbClr val="AABEFF"/>
                </a:solidFill>
                <a:latin typeface="Arial"/>
                <a:ea typeface="Arial"/>
                <a:cs typeface="Arial"/>
              </a:defRPr>
            </a:lvl7pPr>
            <a:lvl8pPr algn="l">
              <a:defRPr sz="6600" b="1">
                <a:solidFill>
                  <a:srgbClr val="AABEFF"/>
                </a:solidFill>
                <a:latin typeface="Arial"/>
                <a:ea typeface="Arial"/>
                <a:cs typeface="Arial"/>
              </a:defRPr>
            </a:lvl8pPr>
            <a:lvl9pPr algn="l">
              <a:defRPr sz="6600" b="1">
                <a:solidFill>
                  <a:srgbClr val="AABEFF"/>
                </a:solidFill>
                <a:latin typeface="Arial"/>
                <a:ea typeface="Arial"/>
                <a:cs typeface="Arial"/>
              </a:defRPr>
            </a:lvl9pPr>
          </a:lstStyle>
          <a:p xmlns:a="http://schemas.openxmlformats.org/drawingml/2006/main">
            <a:pPr algn="l">
              <a:defRPr sz="6600" b="1">
                <a:solidFill>
                  <a:srgbClr val="AABEFF"/>
                </a:solidFill>
                <a:latin typeface="Arial"/>
                <a:ea typeface="Arial"/>
                <a:cs typeface="Arial"/>
              </a:defRPr>
            </a:pPr>
            <a:r>
              <a:rPr sz="6600" b="1">
                <a:solidFill>
                  <a:srgbClr val="AABEFF"/>
                </a:solidFill>
                <a:latin typeface="Arial"/>
                <a:ea typeface="Arial"/>
                <a:cs typeface="Arial"/>
              </a:rPr>
              <a:t>&amp; Coffee</a:t>
            </a:r>
          </a:p>
        </p:txBody>
      </p:sp>
      <p:sp>
        <p:nvSpPr>
          <p:cNvPr id="5" name="d3-3">
            <a:extLst xmlns:a="http://schemas.openxmlformats.org/drawingml/2006/main">
              <a:ext uri="{FF2B5EF4-FFF2-40B4-BE49-F238E27FC236}">
                <a16:creationId xmlns:a16="http://schemas.microsoft.com/office/drawing/2014/main" id="{1BD7FBF9-6927-46E5-BFAF-8CC82CF8EF66}"/>
              </a:ext>
            </a:extLst>
          </p:cNvPr>
          <p:cNvSpPr>
            <a:spLocks xmlns:a="http://schemas.openxmlformats.org/drawingml/2006/main" noGrp="1"/>
          </p:cNvSpPr>
          <p:nvPr/>
        </p:nvSpPr>
        <p:spPr>
          <a:xfrm xmlns:a="http://schemas.openxmlformats.org/drawingml/2006/main">
            <a:off x="742950" y="494347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00" b="0">
                <a:solidFill>
                  <a:srgbClr val="F5F7FF"/>
                </a:solidFill>
                <a:latin typeface="Arial"/>
                <a:ea typeface="Arial"/>
                <a:cs typeface="Arial"/>
              </a:defRPr>
            </a:defPPr>
            <a:lvl1pPr algn="l">
              <a:defRPr sz="2100" b="0">
                <a:solidFill>
                  <a:srgbClr val="F5F7FF"/>
                </a:solidFill>
                <a:latin typeface="Arial"/>
                <a:ea typeface="Arial"/>
                <a:cs typeface="Arial"/>
              </a:defRPr>
            </a:lvl1pPr>
            <a:lvl2pPr algn="l">
              <a:defRPr sz="2100" b="0">
                <a:solidFill>
                  <a:srgbClr val="F5F7FF"/>
                </a:solidFill>
                <a:latin typeface="Arial"/>
                <a:ea typeface="Arial"/>
                <a:cs typeface="Arial"/>
              </a:defRPr>
            </a:lvl2pPr>
            <a:lvl3pPr algn="l">
              <a:defRPr sz="2100" b="0">
                <a:solidFill>
                  <a:srgbClr val="F5F7FF"/>
                </a:solidFill>
                <a:latin typeface="Arial"/>
                <a:ea typeface="Arial"/>
                <a:cs typeface="Arial"/>
              </a:defRPr>
            </a:lvl3pPr>
            <a:lvl4pPr algn="l">
              <a:defRPr sz="2100" b="0">
                <a:solidFill>
                  <a:srgbClr val="F5F7FF"/>
                </a:solidFill>
                <a:latin typeface="Arial"/>
                <a:ea typeface="Arial"/>
                <a:cs typeface="Arial"/>
              </a:defRPr>
            </a:lvl4pPr>
            <a:lvl5pPr algn="l">
              <a:defRPr sz="2100" b="0">
                <a:solidFill>
                  <a:srgbClr val="F5F7FF"/>
                </a:solidFill>
                <a:latin typeface="Arial"/>
                <a:ea typeface="Arial"/>
                <a:cs typeface="Arial"/>
              </a:defRPr>
            </a:lvl5pPr>
            <a:lvl6pPr algn="l">
              <a:defRPr sz="2100" b="0">
                <a:solidFill>
                  <a:srgbClr val="F5F7FF"/>
                </a:solidFill>
                <a:latin typeface="Arial"/>
                <a:ea typeface="Arial"/>
                <a:cs typeface="Arial"/>
              </a:defRPr>
            </a:lvl6pPr>
            <a:lvl7pPr algn="l">
              <a:defRPr sz="2100" b="0">
                <a:solidFill>
                  <a:srgbClr val="F5F7FF"/>
                </a:solidFill>
                <a:latin typeface="Arial"/>
                <a:ea typeface="Arial"/>
                <a:cs typeface="Arial"/>
              </a:defRPr>
            </a:lvl7pPr>
            <a:lvl8pPr algn="l">
              <a:defRPr sz="2100" b="0">
                <a:solidFill>
                  <a:srgbClr val="F5F7FF"/>
                </a:solidFill>
                <a:latin typeface="Arial"/>
                <a:ea typeface="Arial"/>
                <a:cs typeface="Arial"/>
              </a:defRPr>
            </a:lvl8pPr>
            <a:lvl9pPr algn="l">
              <a:defRPr sz="2100" b="0">
                <a:solidFill>
                  <a:srgbClr val="F5F7FF"/>
                </a:solidFill>
                <a:latin typeface="Arial"/>
                <a:ea typeface="Arial"/>
                <a:cs typeface="Arial"/>
              </a:defRPr>
            </a:lvl9pPr>
          </a:lstStyle>
          <a:p xmlns:a="http://schemas.openxmlformats.org/drawingml/2006/main">
            <a:pPr algn="l">
              <a:defRPr sz="2100" b="0">
                <a:solidFill>
                  <a:srgbClr val="F5F7FF"/>
                </a:solidFill>
                <a:latin typeface="Arial"/>
                <a:ea typeface="Arial"/>
                <a:cs typeface="Arial"/>
              </a:defRPr>
            </a:pPr>
            <a:r>
              <a:rPr sz="2100" b="0">
                <a:solidFill>
                  <a:srgbClr val="F5F7FF"/>
                </a:solidFill>
                <a:latin typeface="Arial"/>
                <a:ea typeface="Arial"/>
                <a:cs typeface="Arial"/>
              </a:rPr>
              <a:t>Mark Kashef</a:t>
            </a:r>
          </a:p>
        </p:txBody>
      </p:sp>
      <p:sp>
        <p:nvSpPr>
          <p:cNvPr id="6" name="d3-4">
            <a:extLst xmlns:a="http://schemas.openxmlformats.org/drawingml/2006/main">
              <a:ext uri="{FF2B5EF4-FFF2-40B4-BE49-F238E27FC236}">
                <a16:creationId xmlns:a16="http://schemas.microsoft.com/office/drawing/2014/main" id="{216218A5-6740-48E0-8335-469A8C1BC806}"/>
              </a:ext>
            </a:extLst>
          </p:cNvPr>
          <p:cNvSpPr>
            <a:spLocks xmlns:a="http://schemas.openxmlformats.org/drawingml/2006/main" noGrp="1"/>
          </p:cNvSpPr>
          <p:nvPr/>
        </p:nvSpPr>
        <p:spPr>
          <a:xfrm xmlns:a="http://schemas.openxmlformats.org/drawingml/2006/main">
            <a:off x="752475" y="5772150"/>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350" b="1">
                <a:solidFill>
                  <a:srgbClr val="AABEFF"/>
                </a:solidFill>
                <a:latin typeface="Arial"/>
                <a:ea typeface="Arial"/>
                <a:cs typeface="Arial"/>
              </a:defRPr>
            </a:defPPr>
            <a:lvl1pPr algn="l">
              <a:defRPr sz="1350" b="1">
                <a:solidFill>
                  <a:srgbClr val="AABEFF"/>
                </a:solidFill>
                <a:latin typeface="Arial"/>
                <a:ea typeface="Arial"/>
                <a:cs typeface="Arial"/>
              </a:defRPr>
            </a:lvl1pPr>
            <a:lvl2pPr algn="l">
              <a:defRPr sz="1350" b="1">
                <a:solidFill>
                  <a:srgbClr val="AABEFF"/>
                </a:solidFill>
                <a:latin typeface="Arial"/>
                <a:ea typeface="Arial"/>
                <a:cs typeface="Arial"/>
              </a:defRPr>
            </a:lvl2pPr>
            <a:lvl3pPr algn="l">
              <a:defRPr sz="1350" b="1">
                <a:solidFill>
                  <a:srgbClr val="AABEFF"/>
                </a:solidFill>
                <a:latin typeface="Arial"/>
                <a:ea typeface="Arial"/>
                <a:cs typeface="Arial"/>
              </a:defRPr>
            </a:lvl3pPr>
            <a:lvl4pPr algn="l">
              <a:defRPr sz="1350" b="1">
                <a:solidFill>
                  <a:srgbClr val="AABEFF"/>
                </a:solidFill>
                <a:latin typeface="Arial"/>
                <a:ea typeface="Arial"/>
                <a:cs typeface="Arial"/>
              </a:defRPr>
            </a:lvl4pPr>
            <a:lvl5pPr algn="l">
              <a:defRPr sz="1350" b="1">
                <a:solidFill>
                  <a:srgbClr val="AABEFF"/>
                </a:solidFill>
                <a:latin typeface="Arial"/>
                <a:ea typeface="Arial"/>
                <a:cs typeface="Arial"/>
              </a:defRPr>
            </a:lvl5pPr>
            <a:lvl6pPr algn="l">
              <a:defRPr sz="1350" b="1">
                <a:solidFill>
                  <a:srgbClr val="AABEFF"/>
                </a:solidFill>
                <a:latin typeface="Arial"/>
                <a:ea typeface="Arial"/>
                <a:cs typeface="Arial"/>
              </a:defRPr>
            </a:lvl6pPr>
            <a:lvl7pPr algn="l">
              <a:defRPr sz="1350" b="1">
                <a:solidFill>
                  <a:srgbClr val="AABEFF"/>
                </a:solidFill>
                <a:latin typeface="Arial"/>
                <a:ea typeface="Arial"/>
                <a:cs typeface="Arial"/>
              </a:defRPr>
            </a:lvl7pPr>
            <a:lvl8pPr algn="l">
              <a:defRPr sz="1350" b="1">
                <a:solidFill>
                  <a:srgbClr val="AABEFF"/>
                </a:solidFill>
                <a:latin typeface="Arial"/>
                <a:ea typeface="Arial"/>
                <a:cs typeface="Arial"/>
              </a:defRPr>
            </a:lvl8pPr>
            <a:lvl9pPr algn="l">
              <a:defRPr sz="1350" b="1">
                <a:solidFill>
                  <a:srgbClr val="AABEFF"/>
                </a:solidFill>
                <a:latin typeface="Arial"/>
                <a:ea typeface="Arial"/>
                <a:cs typeface="Arial"/>
              </a:defRPr>
            </a:lvl9pPr>
          </a:lstStyle>
          <a:p xmlns:a="http://schemas.openxmlformats.org/drawingml/2006/main">
            <a:pPr algn="l">
              <a:defRPr sz="1350" b="1">
                <a:solidFill>
                  <a:srgbClr val="AABEFF"/>
                </a:solidFill>
                <a:latin typeface="Arial"/>
                <a:ea typeface="Arial"/>
                <a:cs typeface="Arial"/>
              </a:defRPr>
            </a:pPr>
            <a:r>
              <a:rPr sz="1350" b="1">
                <a:solidFill>
                  <a:srgbClr val="AABEFF"/>
                </a:solidFill>
                <a:latin typeface="Arial"/>
                <a:ea typeface="Arial"/>
                <a:cs typeface="Arial"/>
              </a:rPr>
              <a:t>DAY 3</a:t>
            </a:r>
          </a:p>
        </p:txBody>
      </p:sp>
      <p:sp>
        <p:nvSpPr>
          <p:cNvPr id="7" name="d3-5">
            <a:extLst xmlns:a="http://schemas.openxmlformats.org/drawingml/2006/main">
              <a:ext uri="{FF2B5EF4-FFF2-40B4-BE49-F238E27FC236}">
                <a16:creationId xmlns:a16="http://schemas.microsoft.com/office/drawing/2014/main" id="{A446FDE2-1256-46E5-8D50-0FA9CEC621EF}"/>
              </a:ext>
            </a:extLst>
          </p:cNvPr>
          <p:cNvSpPr>
            <a:spLocks xmlns:a="http://schemas.openxmlformats.org/drawingml/2006/main" noGrp="1"/>
          </p:cNvSpPr>
          <p:nvPr/>
        </p:nvSpPr>
        <p:spPr>
          <a:xfrm xmlns:a="http://schemas.openxmlformats.org/drawingml/2006/main">
            <a:off x="752475" y="6115050"/>
            <a:ext cx="590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025" b="0">
                <a:solidFill>
                  <a:srgbClr val="F5F7FF"/>
                </a:solidFill>
                <a:latin typeface="Arial"/>
                <a:ea typeface="Arial"/>
                <a:cs typeface="Arial"/>
              </a:defRPr>
            </a:defPPr>
            <a:lvl1pPr algn="l">
              <a:defRPr sz="2025" b="0">
                <a:solidFill>
                  <a:srgbClr val="F5F7FF"/>
                </a:solidFill>
                <a:latin typeface="Arial"/>
                <a:ea typeface="Arial"/>
                <a:cs typeface="Arial"/>
              </a:defRPr>
            </a:lvl1pPr>
            <a:lvl2pPr algn="l">
              <a:defRPr sz="2025" b="0">
                <a:solidFill>
                  <a:srgbClr val="F5F7FF"/>
                </a:solidFill>
                <a:latin typeface="Arial"/>
                <a:ea typeface="Arial"/>
                <a:cs typeface="Arial"/>
              </a:defRPr>
            </a:lvl2pPr>
            <a:lvl3pPr algn="l">
              <a:defRPr sz="2025" b="0">
                <a:solidFill>
                  <a:srgbClr val="F5F7FF"/>
                </a:solidFill>
                <a:latin typeface="Arial"/>
                <a:ea typeface="Arial"/>
                <a:cs typeface="Arial"/>
              </a:defRPr>
            </a:lvl3pPr>
            <a:lvl4pPr algn="l">
              <a:defRPr sz="2025" b="0">
                <a:solidFill>
                  <a:srgbClr val="F5F7FF"/>
                </a:solidFill>
                <a:latin typeface="Arial"/>
                <a:ea typeface="Arial"/>
                <a:cs typeface="Arial"/>
              </a:defRPr>
            </a:lvl4pPr>
            <a:lvl5pPr algn="l">
              <a:defRPr sz="2025" b="0">
                <a:solidFill>
                  <a:srgbClr val="F5F7FF"/>
                </a:solidFill>
                <a:latin typeface="Arial"/>
                <a:ea typeface="Arial"/>
                <a:cs typeface="Arial"/>
              </a:defRPr>
            </a:lvl5pPr>
            <a:lvl6pPr algn="l">
              <a:defRPr sz="2025" b="0">
                <a:solidFill>
                  <a:srgbClr val="F5F7FF"/>
                </a:solidFill>
                <a:latin typeface="Arial"/>
                <a:ea typeface="Arial"/>
                <a:cs typeface="Arial"/>
              </a:defRPr>
            </a:lvl6pPr>
            <a:lvl7pPr algn="l">
              <a:defRPr sz="2025" b="0">
                <a:solidFill>
                  <a:srgbClr val="F5F7FF"/>
                </a:solidFill>
                <a:latin typeface="Arial"/>
                <a:ea typeface="Arial"/>
                <a:cs typeface="Arial"/>
              </a:defRPr>
            </a:lvl7pPr>
            <a:lvl8pPr algn="l">
              <a:defRPr sz="2025" b="0">
                <a:solidFill>
                  <a:srgbClr val="F5F7FF"/>
                </a:solidFill>
                <a:latin typeface="Arial"/>
                <a:ea typeface="Arial"/>
                <a:cs typeface="Arial"/>
              </a:defRPr>
            </a:lvl8pPr>
            <a:lvl9pPr algn="l">
              <a:defRPr sz="2025" b="0">
                <a:solidFill>
                  <a:srgbClr val="F5F7FF"/>
                </a:solidFill>
                <a:latin typeface="Arial"/>
                <a:ea typeface="Arial"/>
                <a:cs typeface="Arial"/>
              </a:defRPr>
            </a:lvl9pPr>
          </a:lstStyle>
          <a:p xmlns:a="http://schemas.openxmlformats.org/drawingml/2006/main">
            <a:pPr algn="l">
              <a:defRPr sz="2025" b="0">
                <a:solidFill>
                  <a:srgbClr val="F5F7FF"/>
                </a:solidFill>
                <a:latin typeface="Arial"/>
                <a:ea typeface="Arial"/>
                <a:cs typeface="Arial"/>
              </a:defRPr>
            </a:pPr>
            <a:r>
              <a:rPr sz="2025" b="0">
                <a:solidFill>
                  <a:srgbClr val="F5F7FF"/>
                </a:solidFill>
                <a:latin typeface="Arial"/>
                <a:ea typeface="Arial"/>
                <a:cs typeface="Arial"/>
              </a:rPr>
              <a:t>Rescuing a Vibe-Coded App</a:t>
            </a:r>
          </a:p>
        </p:txBody>
      </p:sp>
    </p:spTree>
    <p:extLst>
      <p:ext uri="{BB962C8B-B14F-4D97-AF65-F5344CB8AC3E}">
        <p14:creationId xmlns:p14="http://schemas.microsoft.com/office/powerpoint/2010/main" val="68317202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d3-6">
            <a:extLst xmlns:a="http://schemas.openxmlformats.org/drawingml/2006/main">
              <a:ext uri="{FF2B5EF4-FFF2-40B4-BE49-F238E27FC236}">
                <a16:creationId xmlns:a16="http://schemas.microsoft.com/office/drawing/2014/main" id="{CA004DD8-AE2D-494A-A521-4EF1E3770E80}"/>
              </a:ext>
            </a:extLst>
          </p:cNvPr>
          <p:cNvSpPr>
            <a:spLocks xmlns:a="http://schemas.openxmlformats.org/drawingml/2006/main" noGrp="1"/>
          </p:cNvSpPr>
          <p:nvPr/>
        </p:nvSpPr>
        <p:spPr>
          <a:xfrm xmlns:a="http://schemas.openxmlformats.org/drawingml/2006/main">
            <a:off x="523875" y="295275"/>
            <a:ext cx="11144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225" b="1">
                <a:solidFill>
                  <a:srgbClr val="213044"/>
                </a:solidFill>
                <a:latin typeface="Arial"/>
                <a:ea typeface="Arial"/>
                <a:cs typeface="Arial"/>
              </a:defRPr>
            </a:defPPr>
            <a:lvl1pPr algn="ctr">
              <a:defRPr sz="3225" b="1">
                <a:solidFill>
                  <a:srgbClr val="213044"/>
                </a:solidFill>
                <a:latin typeface="Arial"/>
                <a:ea typeface="Arial"/>
                <a:cs typeface="Arial"/>
              </a:defRPr>
            </a:lvl1pPr>
            <a:lvl2pPr algn="ctr">
              <a:defRPr sz="3225" b="1">
                <a:solidFill>
                  <a:srgbClr val="213044"/>
                </a:solidFill>
                <a:latin typeface="Arial"/>
                <a:ea typeface="Arial"/>
                <a:cs typeface="Arial"/>
              </a:defRPr>
            </a:lvl2pPr>
            <a:lvl3pPr algn="ctr">
              <a:defRPr sz="3225" b="1">
                <a:solidFill>
                  <a:srgbClr val="213044"/>
                </a:solidFill>
                <a:latin typeface="Arial"/>
                <a:ea typeface="Arial"/>
                <a:cs typeface="Arial"/>
              </a:defRPr>
            </a:lvl3pPr>
            <a:lvl4pPr algn="ctr">
              <a:defRPr sz="3225" b="1">
                <a:solidFill>
                  <a:srgbClr val="213044"/>
                </a:solidFill>
                <a:latin typeface="Arial"/>
                <a:ea typeface="Arial"/>
                <a:cs typeface="Arial"/>
              </a:defRPr>
            </a:lvl4pPr>
            <a:lvl5pPr algn="ctr">
              <a:defRPr sz="3225" b="1">
                <a:solidFill>
                  <a:srgbClr val="213044"/>
                </a:solidFill>
                <a:latin typeface="Arial"/>
                <a:ea typeface="Arial"/>
                <a:cs typeface="Arial"/>
              </a:defRPr>
            </a:lvl5pPr>
            <a:lvl6pPr algn="ctr">
              <a:defRPr sz="3225" b="1">
                <a:solidFill>
                  <a:srgbClr val="213044"/>
                </a:solidFill>
                <a:latin typeface="Arial"/>
                <a:ea typeface="Arial"/>
                <a:cs typeface="Arial"/>
              </a:defRPr>
            </a:lvl6pPr>
            <a:lvl7pPr algn="ctr">
              <a:defRPr sz="3225" b="1">
                <a:solidFill>
                  <a:srgbClr val="213044"/>
                </a:solidFill>
                <a:latin typeface="Arial"/>
                <a:ea typeface="Arial"/>
                <a:cs typeface="Arial"/>
              </a:defRPr>
            </a:lvl7pPr>
            <a:lvl8pPr algn="ctr">
              <a:defRPr sz="3225" b="1">
                <a:solidFill>
                  <a:srgbClr val="213044"/>
                </a:solidFill>
                <a:latin typeface="Arial"/>
                <a:ea typeface="Arial"/>
                <a:cs typeface="Arial"/>
              </a:defRPr>
            </a:lvl8pPr>
            <a:lvl9pPr algn="ctr">
              <a:defRPr sz="3225" b="1">
                <a:solidFill>
                  <a:srgbClr val="213044"/>
                </a:solidFill>
                <a:latin typeface="Arial"/>
                <a:ea typeface="Arial"/>
                <a:cs typeface="Arial"/>
              </a:defRPr>
            </a:lvl9pPr>
          </a:lstStyle>
          <a:p xmlns:a="http://schemas.openxmlformats.org/drawingml/2006/main">
            <a:pPr algn="ctr">
              <a:defRPr sz="3225" b="1">
                <a:solidFill>
                  <a:srgbClr val="213044"/>
                </a:solidFill>
                <a:latin typeface="Arial"/>
                <a:ea typeface="Arial"/>
                <a:cs typeface="Arial"/>
              </a:defRPr>
            </a:pPr>
            <a:r>
              <a:rPr sz="3225" b="1">
                <a:solidFill>
                  <a:srgbClr val="213044"/>
                </a:solidFill>
                <a:latin typeface="Arial"/>
                <a:ea typeface="Arial"/>
                <a:cs typeface="Arial"/>
              </a:rPr>
              <a:t>Today’s agenda</a:t>
            </a:r>
          </a:p>
        </p:txBody>
      </p:sp>
      <p:sp>
        <p:nvSpPr>
          <p:cNvPr id="2" name="d3-7">
            <a:extLst xmlns:a="http://schemas.openxmlformats.org/drawingml/2006/main">
              <a:ext uri="{FF2B5EF4-FFF2-40B4-BE49-F238E27FC236}">
                <a16:creationId xmlns:a16="http://schemas.microsoft.com/office/drawing/2014/main" id="{90411FE6-FAE6-4DD2-BB94-2A4906569DEC}"/>
              </a:ext>
            </a:extLst>
          </p:cNvPr>
          <p:cNvSpPr>
            <a:spLocks xmlns:a="http://schemas.openxmlformats.org/drawingml/2006/main" noGrp="1"/>
          </p:cNvSpPr>
          <p:nvPr/>
        </p:nvSpPr>
        <p:spPr>
          <a:xfrm xmlns:a="http://schemas.openxmlformats.org/drawingml/2006/main">
            <a:off x="523875" y="65341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050" b="0">
                <a:solidFill>
                  <a:srgbClr val="627084"/>
                </a:solidFill>
                <a:latin typeface="Arial"/>
                <a:ea typeface="Arial"/>
                <a:cs typeface="Arial"/>
              </a:defRPr>
            </a:defPPr>
            <a:lvl1pPr algn="l">
              <a:defRPr sz="1050" b="0">
                <a:solidFill>
                  <a:srgbClr val="627084"/>
                </a:solidFill>
                <a:latin typeface="Arial"/>
                <a:ea typeface="Arial"/>
                <a:cs typeface="Arial"/>
              </a:defRPr>
            </a:lvl1pPr>
            <a:lvl2pPr algn="l">
              <a:defRPr sz="1050" b="0">
                <a:solidFill>
                  <a:srgbClr val="627084"/>
                </a:solidFill>
                <a:latin typeface="Arial"/>
                <a:ea typeface="Arial"/>
                <a:cs typeface="Arial"/>
              </a:defRPr>
            </a:lvl2pPr>
            <a:lvl3pPr algn="l">
              <a:defRPr sz="1050" b="0">
                <a:solidFill>
                  <a:srgbClr val="627084"/>
                </a:solidFill>
                <a:latin typeface="Arial"/>
                <a:ea typeface="Arial"/>
                <a:cs typeface="Arial"/>
              </a:defRPr>
            </a:lvl3pPr>
            <a:lvl4pPr algn="l">
              <a:defRPr sz="1050" b="0">
                <a:solidFill>
                  <a:srgbClr val="627084"/>
                </a:solidFill>
                <a:latin typeface="Arial"/>
                <a:ea typeface="Arial"/>
                <a:cs typeface="Arial"/>
              </a:defRPr>
            </a:lvl4pPr>
            <a:lvl5pPr algn="l">
              <a:defRPr sz="1050" b="0">
                <a:solidFill>
                  <a:srgbClr val="627084"/>
                </a:solidFill>
                <a:latin typeface="Arial"/>
                <a:ea typeface="Arial"/>
                <a:cs typeface="Arial"/>
              </a:defRPr>
            </a:lvl5pPr>
            <a:lvl6pPr algn="l">
              <a:defRPr sz="1050" b="0">
                <a:solidFill>
                  <a:srgbClr val="627084"/>
                </a:solidFill>
                <a:latin typeface="Arial"/>
                <a:ea typeface="Arial"/>
                <a:cs typeface="Arial"/>
              </a:defRPr>
            </a:lvl6pPr>
            <a:lvl7pPr algn="l">
              <a:defRPr sz="1050" b="0">
                <a:solidFill>
                  <a:srgbClr val="627084"/>
                </a:solidFill>
                <a:latin typeface="Arial"/>
                <a:ea typeface="Arial"/>
                <a:cs typeface="Arial"/>
              </a:defRPr>
            </a:lvl7pPr>
            <a:lvl8pPr algn="l">
              <a:defRPr sz="1050" b="0">
                <a:solidFill>
                  <a:srgbClr val="627084"/>
                </a:solidFill>
                <a:latin typeface="Arial"/>
                <a:ea typeface="Arial"/>
                <a:cs typeface="Arial"/>
              </a:defRPr>
            </a:lvl8pPr>
            <a:lvl9pPr algn="l">
              <a:defRPr sz="1050" b="0">
                <a:solidFill>
                  <a:srgbClr val="627084"/>
                </a:solidFill>
                <a:latin typeface="Arial"/>
                <a:ea typeface="Arial"/>
                <a:cs typeface="Arial"/>
              </a:defRPr>
            </a:lvl9pPr>
          </a:lstStyle>
          <a:p xmlns:a="http://schemas.openxmlformats.org/drawingml/2006/main">
            <a:pPr algn="l">
              <a:defRPr sz="1050" b="0">
                <a:solidFill>
                  <a:srgbClr val="627084"/>
                </a:solidFill>
                <a:latin typeface="Arial"/>
                <a:ea typeface="Arial"/>
                <a:cs typeface="Arial"/>
              </a:defRPr>
            </a:pPr>
            <a:r>
              <a:rPr sz="1050" b="0">
                <a:solidFill>
                  <a:srgbClr val="627084"/>
                </a:solidFill>
                <a:latin typeface="Arial"/>
                <a:ea typeface="Arial"/>
                <a:cs typeface="Arial"/>
              </a:rPr>
              <a:t>CODEX &amp; COFFEE</a:t>
            </a:r>
          </a:p>
        </p:txBody>
      </p:sp>
      <p:sp>
        <p:nvSpPr>
          <p:cNvPr id="3" name="d3-8">
            <a:extLst xmlns:a="http://schemas.openxmlformats.org/drawingml/2006/main">
              <a:ext uri="{FF2B5EF4-FFF2-40B4-BE49-F238E27FC236}">
                <a16:creationId xmlns:a16="http://schemas.microsoft.com/office/drawing/2014/main" id="{55DC9D5D-01ED-4D4A-8E0D-EE9570870035}"/>
              </a:ext>
            </a:extLst>
          </p:cNvPr>
          <p:cNvSpPr>
            <a:spLocks xmlns:a="http://schemas.openxmlformats.org/drawingml/2006/main" noGrp="1"/>
          </p:cNvSpPr>
          <p:nvPr/>
        </p:nvSpPr>
        <p:spPr>
          <a:xfrm xmlns:a="http://schemas.openxmlformats.org/drawingml/2006/main">
            <a:off x="10001250" y="6534150"/>
            <a:ext cx="1666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050" b="0">
                <a:solidFill>
                  <a:srgbClr val="627084"/>
                </a:solidFill>
                <a:latin typeface="Arial"/>
                <a:ea typeface="Arial"/>
                <a:cs typeface="Arial"/>
              </a:defRPr>
            </a:defPPr>
            <a:lvl1pPr algn="r">
              <a:defRPr sz="1050" b="0">
                <a:solidFill>
                  <a:srgbClr val="627084"/>
                </a:solidFill>
                <a:latin typeface="Arial"/>
                <a:ea typeface="Arial"/>
                <a:cs typeface="Arial"/>
              </a:defRPr>
            </a:lvl1pPr>
            <a:lvl2pPr algn="r">
              <a:defRPr sz="1050" b="0">
                <a:solidFill>
                  <a:srgbClr val="627084"/>
                </a:solidFill>
                <a:latin typeface="Arial"/>
                <a:ea typeface="Arial"/>
                <a:cs typeface="Arial"/>
              </a:defRPr>
            </a:lvl2pPr>
            <a:lvl3pPr algn="r">
              <a:defRPr sz="1050" b="0">
                <a:solidFill>
                  <a:srgbClr val="627084"/>
                </a:solidFill>
                <a:latin typeface="Arial"/>
                <a:ea typeface="Arial"/>
                <a:cs typeface="Arial"/>
              </a:defRPr>
            </a:lvl3pPr>
            <a:lvl4pPr algn="r">
              <a:defRPr sz="1050" b="0">
                <a:solidFill>
                  <a:srgbClr val="627084"/>
                </a:solidFill>
                <a:latin typeface="Arial"/>
                <a:ea typeface="Arial"/>
                <a:cs typeface="Arial"/>
              </a:defRPr>
            </a:lvl4pPr>
            <a:lvl5pPr algn="r">
              <a:defRPr sz="1050" b="0">
                <a:solidFill>
                  <a:srgbClr val="627084"/>
                </a:solidFill>
                <a:latin typeface="Arial"/>
                <a:ea typeface="Arial"/>
                <a:cs typeface="Arial"/>
              </a:defRPr>
            </a:lvl5pPr>
            <a:lvl6pPr algn="r">
              <a:defRPr sz="1050" b="0">
                <a:solidFill>
                  <a:srgbClr val="627084"/>
                </a:solidFill>
                <a:latin typeface="Arial"/>
                <a:ea typeface="Arial"/>
                <a:cs typeface="Arial"/>
              </a:defRPr>
            </a:lvl6pPr>
            <a:lvl7pPr algn="r">
              <a:defRPr sz="1050" b="0">
                <a:solidFill>
                  <a:srgbClr val="627084"/>
                </a:solidFill>
                <a:latin typeface="Arial"/>
                <a:ea typeface="Arial"/>
                <a:cs typeface="Arial"/>
              </a:defRPr>
            </a:lvl7pPr>
            <a:lvl8pPr algn="r">
              <a:defRPr sz="1050" b="0">
                <a:solidFill>
                  <a:srgbClr val="627084"/>
                </a:solidFill>
                <a:latin typeface="Arial"/>
                <a:ea typeface="Arial"/>
                <a:cs typeface="Arial"/>
              </a:defRPr>
            </a:lvl8pPr>
            <a:lvl9pPr algn="r">
              <a:defRPr sz="1050" b="0">
                <a:solidFill>
                  <a:srgbClr val="627084"/>
                </a:solidFill>
                <a:latin typeface="Arial"/>
                <a:ea typeface="Arial"/>
                <a:cs typeface="Arial"/>
              </a:defRPr>
            </a:lvl9pPr>
          </a:lstStyle>
          <a:p xmlns:a="http://schemas.openxmlformats.org/drawingml/2006/main">
            <a:pPr algn="r">
              <a:defRPr sz="1050" b="0">
                <a:solidFill>
                  <a:srgbClr val="627084"/>
                </a:solidFill>
                <a:latin typeface="Arial"/>
                <a:ea typeface="Arial"/>
                <a:cs typeface="Arial"/>
              </a:defRPr>
            </a:pPr>
            <a:r>
              <a:rPr sz="1050" b="0">
                <a:solidFill>
                  <a:srgbClr val="627084"/>
                </a:solidFill>
                <a:latin typeface="Arial"/>
                <a:ea typeface="Arial"/>
                <a:cs typeface="Arial"/>
              </a:rPr>
              <a:t>DAY 3  ·  2</a:t>
            </a:r>
          </a:p>
        </p:txBody>
      </p:sp>
      <p:sp>
        <p:nvSpPr>
          <p:cNvPr id="4" name="d3-9">
            <a:extLst xmlns:a="http://schemas.openxmlformats.org/drawingml/2006/main">
              <a:ext uri="{FF2B5EF4-FFF2-40B4-BE49-F238E27FC236}">
                <a16:creationId xmlns:a16="http://schemas.microsoft.com/office/drawing/2014/main" id="{CDD4E684-0BF8-4012-8604-2426C3B21E10}"/>
              </a:ext>
            </a:extLst>
          </p:cNvPr>
          <p:cNvSpPr>
            <a:spLocks xmlns:a="http://schemas.openxmlformats.org/drawingml/2006/main" noGrp="1"/>
          </p:cNvSpPr>
          <p:nvPr/>
        </p:nvSpPr>
        <p:spPr>
          <a:xfrm xmlns:a="http://schemas.openxmlformats.org/drawingml/2006/main">
            <a:off x="809625" y="1400175"/>
            <a:ext cx="762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75" b="1">
                <a:solidFill>
                  <a:srgbClr val="3D709F"/>
                </a:solidFill>
                <a:latin typeface="Arial"/>
                <a:ea typeface="Arial"/>
                <a:cs typeface="Arial"/>
              </a:defRPr>
            </a:defPPr>
            <a:lvl1pPr algn="l">
              <a:defRPr sz="2175" b="1">
                <a:solidFill>
                  <a:srgbClr val="3D709F"/>
                </a:solidFill>
                <a:latin typeface="Arial"/>
                <a:ea typeface="Arial"/>
                <a:cs typeface="Arial"/>
              </a:defRPr>
            </a:lvl1pPr>
            <a:lvl2pPr algn="l">
              <a:defRPr sz="2175" b="1">
                <a:solidFill>
                  <a:srgbClr val="3D709F"/>
                </a:solidFill>
                <a:latin typeface="Arial"/>
                <a:ea typeface="Arial"/>
                <a:cs typeface="Arial"/>
              </a:defRPr>
            </a:lvl2pPr>
            <a:lvl3pPr algn="l">
              <a:defRPr sz="2175" b="1">
                <a:solidFill>
                  <a:srgbClr val="3D709F"/>
                </a:solidFill>
                <a:latin typeface="Arial"/>
                <a:ea typeface="Arial"/>
                <a:cs typeface="Arial"/>
              </a:defRPr>
            </a:lvl3pPr>
            <a:lvl4pPr algn="l">
              <a:defRPr sz="2175" b="1">
                <a:solidFill>
                  <a:srgbClr val="3D709F"/>
                </a:solidFill>
                <a:latin typeface="Arial"/>
                <a:ea typeface="Arial"/>
                <a:cs typeface="Arial"/>
              </a:defRPr>
            </a:lvl4pPr>
            <a:lvl5pPr algn="l">
              <a:defRPr sz="2175" b="1">
                <a:solidFill>
                  <a:srgbClr val="3D709F"/>
                </a:solidFill>
                <a:latin typeface="Arial"/>
                <a:ea typeface="Arial"/>
                <a:cs typeface="Arial"/>
              </a:defRPr>
            </a:lvl5pPr>
            <a:lvl6pPr algn="l">
              <a:defRPr sz="2175" b="1">
                <a:solidFill>
                  <a:srgbClr val="3D709F"/>
                </a:solidFill>
                <a:latin typeface="Arial"/>
                <a:ea typeface="Arial"/>
                <a:cs typeface="Arial"/>
              </a:defRPr>
            </a:lvl6pPr>
            <a:lvl7pPr algn="l">
              <a:defRPr sz="2175" b="1">
                <a:solidFill>
                  <a:srgbClr val="3D709F"/>
                </a:solidFill>
                <a:latin typeface="Arial"/>
                <a:ea typeface="Arial"/>
                <a:cs typeface="Arial"/>
              </a:defRPr>
            </a:lvl7pPr>
            <a:lvl8pPr algn="l">
              <a:defRPr sz="2175" b="1">
                <a:solidFill>
                  <a:srgbClr val="3D709F"/>
                </a:solidFill>
                <a:latin typeface="Arial"/>
                <a:ea typeface="Arial"/>
                <a:cs typeface="Arial"/>
              </a:defRPr>
            </a:lvl8pPr>
            <a:lvl9pPr algn="l">
              <a:defRPr sz="2175" b="1">
                <a:solidFill>
                  <a:srgbClr val="3D709F"/>
                </a:solidFill>
                <a:latin typeface="Arial"/>
                <a:ea typeface="Arial"/>
                <a:cs typeface="Arial"/>
              </a:defRPr>
            </a:lvl9pPr>
          </a:lstStyle>
          <a:p xmlns:a="http://schemas.openxmlformats.org/drawingml/2006/main">
            <a:pPr algn="l">
              <a:defRPr sz="2175" b="1">
                <a:solidFill>
                  <a:srgbClr val="3D709F"/>
                </a:solidFill>
                <a:latin typeface="Arial"/>
                <a:ea typeface="Arial"/>
                <a:cs typeface="Arial"/>
              </a:defRPr>
            </a:pPr>
            <a:r>
              <a:rPr sz="2175" b="1">
                <a:solidFill>
                  <a:srgbClr val="3D709F"/>
                </a:solidFill>
                <a:latin typeface="Arial"/>
                <a:ea typeface="Arial"/>
                <a:cs typeface="Arial"/>
              </a:rPr>
              <a:t>01</a:t>
            </a:r>
          </a:p>
        </p:txBody>
      </p:sp>
      <p:sp>
        <p:nvSpPr>
          <p:cNvPr id="5" name="d3-10">
            <a:extLst xmlns:a="http://schemas.openxmlformats.org/drawingml/2006/main">
              <a:ext uri="{FF2B5EF4-FFF2-40B4-BE49-F238E27FC236}">
                <a16:creationId xmlns:a16="http://schemas.microsoft.com/office/drawing/2014/main" id="{A0756ADC-2A6B-4B54-B4F9-C6B890F181C6}"/>
              </a:ext>
            </a:extLst>
          </p:cNvPr>
          <p:cNvSpPr>
            <a:spLocks xmlns:a="http://schemas.openxmlformats.org/drawingml/2006/main" noGrp="1"/>
          </p:cNvSpPr>
          <p:nvPr/>
        </p:nvSpPr>
        <p:spPr>
          <a:xfrm xmlns:a="http://schemas.openxmlformats.org/drawingml/2006/main">
            <a:off x="1685925" y="1400175"/>
            <a:ext cx="94773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325" b="0">
                <a:solidFill>
                  <a:srgbClr val="213044"/>
                </a:solidFill>
                <a:latin typeface="Arial"/>
                <a:ea typeface="Arial"/>
                <a:cs typeface="Arial"/>
              </a:defRPr>
            </a:defPPr>
            <a:lvl1pPr algn="l">
              <a:defRPr sz="2325" b="0">
                <a:solidFill>
                  <a:srgbClr val="213044"/>
                </a:solidFill>
                <a:latin typeface="Arial"/>
                <a:ea typeface="Arial"/>
                <a:cs typeface="Arial"/>
              </a:defRPr>
            </a:lvl1pPr>
            <a:lvl2pPr algn="l">
              <a:defRPr sz="2325" b="0">
                <a:solidFill>
                  <a:srgbClr val="213044"/>
                </a:solidFill>
                <a:latin typeface="Arial"/>
                <a:ea typeface="Arial"/>
                <a:cs typeface="Arial"/>
              </a:defRPr>
            </a:lvl2pPr>
            <a:lvl3pPr algn="l">
              <a:defRPr sz="2325" b="0">
                <a:solidFill>
                  <a:srgbClr val="213044"/>
                </a:solidFill>
                <a:latin typeface="Arial"/>
                <a:ea typeface="Arial"/>
                <a:cs typeface="Arial"/>
              </a:defRPr>
            </a:lvl3pPr>
            <a:lvl4pPr algn="l">
              <a:defRPr sz="2325" b="0">
                <a:solidFill>
                  <a:srgbClr val="213044"/>
                </a:solidFill>
                <a:latin typeface="Arial"/>
                <a:ea typeface="Arial"/>
                <a:cs typeface="Arial"/>
              </a:defRPr>
            </a:lvl4pPr>
            <a:lvl5pPr algn="l">
              <a:defRPr sz="2325" b="0">
                <a:solidFill>
                  <a:srgbClr val="213044"/>
                </a:solidFill>
                <a:latin typeface="Arial"/>
                <a:ea typeface="Arial"/>
                <a:cs typeface="Arial"/>
              </a:defRPr>
            </a:lvl5pPr>
            <a:lvl6pPr algn="l">
              <a:defRPr sz="2325" b="0">
                <a:solidFill>
                  <a:srgbClr val="213044"/>
                </a:solidFill>
                <a:latin typeface="Arial"/>
                <a:ea typeface="Arial"/>
                <a:cs typeface="Arial"/>
              </a:defRPr>
            </a:lvl6pPr>
            <a:lvl7pPr algn="l">
              <a:defRPr sz="2325" b="0">
                <a:solidFill>
                  <a:srgbClr val="213044"/>
                </a:solidFill>
                <a:latin typeface="Arial"/>
                <a:ea typeface="Arial"/>
                <a:cs typeface="Arial"/>
              </a:defRPr>
            </a:lvl7pPr>
            <a:lvl8pPr algn="l">
              <a:defRPr sz="2325" b="0">
                <a:solidFill>
                  <a:srgbClr val="213044"/>
                </a:solidFill>
                <a:latin typeface="Arial"/>
                <a:ea typeface="Arial"/>
                <a:cs typeface="Arial"/>
              </a:defRPr>
            </a:lvl8pPr>
            <a:lvl9pPr algn="l">
              <a:defRPr sz="2325" b="0">
                <a:solidFill>
                  <a:srgbClr val="213044"/>
                </a:solidFill>
                <a:latin typeface="Arial"/>
                <a:ea typeface="Arial"/>
                <a:cs typeface="Arial"/>
              </a:defRPr>
            </a:lvl9pPr>
          </a:lstStyle>
          <a:p xmlns:a="http://schemas.openxmlformats.org/drawingml/2006/main">
            <a:pPr algn="l">
              <a:defRPr sz="2325" b="0">
                <a:solidFill>
                  <a:srgbClr val="213044"/>
                </a:solidFill>
                <a:latin typeface="Arial"/>
                <a:ea typeface="Arial"/>
                <a:cs typeface="Arial"/>
              </a:defRPr>
            </a:pPr>
            <a:r>
              <a:rPr sz="2325" b="0">
                <a:solidFill>
                  <a:srgbClr val="213044"/>
                </a:solidFill>
                <a:latin typeface="Arial"/>
                <a:ea typeface="Arial"/>
                <a:cs typeface="Arial"/>
              </a:rPr>
              <a:t>See the quote app and the problem</a:t>
            </a:r>
          </a:p>
        </p:txBody>
      </p:sp>
      <p:sp>
        <p:nvSpPr>
          <p:cNvPr id="6" name="d3-11">
            <a:extLst xmlns:a="http://schemas.openxmlformats.org/drawingml/2006/main">
              <a:ext uri="{FF2B5EF4-FFF2-40B4-BE49-F238E27FC236}">
                <a16:creationId xmlns:a16="http://schemas.microsoft.com/office/drawing/2014/main" id="{18794D3F-5F83-4A58-A6BB-90C623EBEC79}"/>
              </a:ext>
            </a:extLst>
          </p:cNvPr>
          <p:cNvSpPr>
            <a:spLocks xmlns:a="http://schemas.openxmlformats.org/drawingml/2006/main" noGrp="1"/>
          </p:cNvSpPr>
          <p:nvPr/>
        </p:nvSpPr>
        <p:spPr>
          <a:xfrm xmlns:a="http://schemas.openxmlformats.org/drawingml/2006/main">
            <a:off x="809625" y="2266950"/>
            <a:ext cx="762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75" b="1">
                <a:solidFill>
                  <a:srgbClr val="7360A1"/>
                </a:solidFill>
                <a:latin typeface="Arial"/>
                <a:ea typeface="Arial"/>
                <a:cs typeface="Arial"/>
              </a:defRPr>
            </a:defPPr>
            <a:lvl1pPr algn="l">
              <a:defRPr sz="2175" b="1">
                <a:solidFill>
                  <a:srgbClr val="7360A1"/>
                </a:solidFill>
                <a:latin typeface="Arial"/>
                <a:ea typeface="Arial"/>
                <a:cs typeface="Arial"/>
              </a:defRPr>
            </a:lvl1pPr>
            <a:lvl2pPr algn="l">
              <a:defRPr sz="2175" b="1">
                <a:solidFill>
                  <a:srgbClr val="7360A1"/>
                </a:solidFill>
                <a:latin typeface="Arial"/>
                <a:ea typeface="Arial"/>
                <a:cs typeface="Arial"/>
              </a:defRPr>
            </a:lvl2pPr>
            <a:lvl3pPr algn="l">
              <a:defRPr sz="2175" b="1">
                <a:solidFill>
                  <a:srgbClr val="7360A1"/>
                </a:solidFill>
                <a:latin typeface="Arial"/>
                <a:ea typeface="Arial"/>
                <a:cs typeface="Arial"/>
              </a:defRPr>
            </a:lvl3pPr>
            <a:lvl4pPr algn="l">
              <a:defRPr sz="2175" b="1">
                <a:solidFill>
                  <a:srgbClr val="7360A1"/>
                </a:solidFill>
                <a:latin typeface="Arial"/>
                <a:ea typeface="Arial"/>
                <a:cs typeface="Arial"/>
              </a:defRPr>
            </a:lvl4pPr>
            <a:lvl5pPr algn="l">
              <a:defRPr sz="2175" b="1">
                <a:solidFill>
                  <a:srgbClr val="7360A1"/>
                </a:solidFill>
                <a:latin typeface="Arial"/>
                <a:ea typeface="Arial"/>
                <a:cs typeface="Arial"/>
              </a:defRPr>
            </a:lvl5pPr>
            <a:lvl6pPr algn="l">
              <a:defRPr sz="2175" b="1">
                <a:solidFill>
                  <a:srgbClr val="7360A1"/>
                </a:solidFill>
                <a:latin typeface="Arial"/>
                <a:ea typeface="Arial"/>
                <a:cs typeface="Arial"/>
              </a:defRPr>
            </a:lvl6pPr>
            <a:lvl7pPr algn="l">
              <a:defRPr sz="2175" b="1">
                <a:solidFill>
                  <a:srgbClr val="7360A1"/>
                </a:solidFill>
                <a:latin typeface="Arial"/>
                <a:ea typeface="Arial"/>
                <a:cs typeface="Arial"/>
              </a:defRPr>
            </a:lvl7pPr>
            <a:lvl8pPr algn="l">
              <a:defRPr sz="2175" b="1">
                <a:solidFill>
                  <a:srgbClr val="7360A1"/>
                </a:solidFill>
                <a:latin typeface="Arial"/>
                <a:ea typeface="Arial"/>
                <a:cs typeface="Arial"/>
              </a:defRPr>
            </a:lvl8pPr>
            <a:lvl9pPr algn="l">
              <a:defRPr sz="2175" b="1">
                <a:solidFill>
                  <a:srgbClr val="7360A1"/>
                </a:solidFill>
                <a:latin typeface="Arial"/>
                <a:ea typeface="Arial"/>
                <a:cs typeface="Arial"/>
              </a:defRPr>
            </a:lvl9pPr>
          </a:lstStyle>
          <a:p xmlns:a="http://schemas.openxmlformats.org/drawingml/2006/main">
            <a:pPr algn="l">
              <a:defRPr sz="2175" b="1">
                <a:solidFill>
                  <a:srgbClr val="7360A1"/>
                </a:solidFill>
                <a:latin typeface="Arial"/>
                <a:ea typeface="Arial"/>
                <a:cs typeface="Arial"/>
              </a:defRPr>
            </a:pPr>
            <a:r>
              <a:rPr sz="2175" b="1">
                <a:solidFill>
                  <a:srgbClr val="7360A1"/>
                </a:solidFill>
                <a:latin typeface="Arial"/>
                <a:ea typeface="Arial"/>
                <a:cs typeface="Arial"/>
              </a:rPr>
              <a:t>02</a:t>
            </a:r>
          </a:p>
        </p:txBody>
      </p:sp>
      <p:sp>
        <p:nvSpPr>
          <p:cNvPr id="7" name="d3-12">
            <a:extLst xmlns:a="http://schemas.openxmlformats.org/drawingml/2006/main">
              <a:ext uri="{FF2B5EF4-FFF2-40B4-BE49-F238E27FC236}">
                <a16:creationId xmlns:a16="http://schemas.microsoft.com/office/drawing/2014/main" id="{8FE91F33-ED05-472E-9305-FD7C9EF576BC}"/>
              </a:ext>
            </a:extLst>
          </p:cNvPr>
          <p:cNvSpPr>
            <a:spLocks xmlns:a="http://schemas.openxmlformats.org/drawingml/2006/main" noGrp="1"/>
          </p:cNvSpPr>
          <p:nvPr/>
        </p:nvSpPr>
        <p:spPr>
          <a:xfrm xmlns:a="http://schemas.openxmlformats.org/drawingml/2006/main">
            <a:off x="1685925" y="2266950"/>
            <a:ext cx="94773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325" b="0">
                <a:solidFill>
                  <a:srgbClr val="213044"/>
                </a:solidFill>
                <a:latin typeface="Arial"/>
                <a:ea typeface="Arial"/>
                <a:cs typeface="Arial"/>
              </a:defRPr>
            </a:defPPr>
            <a:lvl1pPr algn="l">
              <a:defRPr sz="2325" b="0">
                <a:solidFill>
                  <a:srgbClr val="213044"/>
                </a:solidFill>
                <a:latin typeface="Arial"/>
                <a:ea typeface="Arial"/>
                <a:cs typeface="Arial"/>
              </a:defRPr>
            </a:lvl1pPr>
            <a:lvl2pPr algn="l">
              <a:defRPr sz="2325" b="0">
                <a:solidFill>
                  <a:srgbClr val="213044"/>
                </a:solidFill>
                <a:latin typeface="Arial"/>
                <a:ea typeface="Arial"/>
                <a:cs typeface="Arial"/>
              </a:defRPr>
            </a:lvl2pPr>
            <a:lvl3pPr algn="l">
              <a:defRPr sz="2325" b="0">
                <a:solidFill>
                  <a:srgbClr val="213044"/>
                </a:solidFill>
                <a:latin typeface="Arial"/>
                <a:ea typeface="Arial"/>
                <a:cs typeface="Arial"/>
              </a:defRPr>
            </a:lvl3pPr>
            <a:lvl4pPr algn="l">
              <a:defRPr sz="2325" b="0">
                <a:solidFill>
                  <a:srgbClr val="213044"/>
                </a:solidFill>
                <a:latin typeface="Arial"/>
                <a:ea typeface="Arial"/>
                <a:cs typeface="Arial"/>
              </a:defRPr>
            </a:lvl4pPr>
            <a:lvl5pPr algn="l">
              <a:defRPr sz="2325" b="0">
                <a:solidFill>
                  <a:srgbClr val="213044"/>
                </a:solidFill>
                <a:latin typeface="Arial"/>
                <a:ea typeface="Arial"/>
                <a:cs typeface="Arial"/>
              </a:defRPr>
            </a:lvl5pPr>
            <a:lvl6pPr algn="l">
              <a:defRPr sz="2325" b="0">
                <a:solidFill>
                  <a:srgbClr val="213044"/>
                </a:solidFill>
                <a:latin typeface="Arial"/>
                <a:ea typeface="Arial"/>
                <a:cs typeface="Arial"/>
              </a:defRPr>
            </a:lvl6pPr>
            <a:lvl7pPr algn="l">
              <a:defRPr sz="2325" b="0">
                <a:solidFill>
                  <a:srgbClr val="213044"/>
                </a:solidFill>
                <a:latin typeface="Arial"/>
                <a:ea typeface="Arial"/>
                <a:cs typeface="Arial"/>
              </a:defRPr>
            </a:lvl7pPr>
            <a:lvl8pPr algn="l">
              <a:defRPr sz="2325" b="0">
                <a:solidFill>
                  <a:srgbClr val="213044"/>
                </a:solidFill>
                <a:latin typeface="Arial"/>
                <a:ea typeface="Arial"/>
                <a:cs typeface="Arial"/>
              </a:defRPr>
            </a:lvl8pPr>
            <a:lvl9pPr algn="l">
              <a:defRPr sz="2325" b="0">
                <a:solidFill>
                  <a:srgbClr val="213044"/>
                </a:solidFill>
                <a:latin typeface="Arial"/>
                <a:ea typeface="Arial"/>
                <a:cs typeface="Arial"/>
              </a:defRPr>
            </a:lvl9pPr>
          </a:lstStyle>
          <a:p xmlns:a="http://schemas.openxmlformats.org/drawingml/2006/main">
            <a:pPr algn="l">
              <a:defRPr sz="2325" b="0">
                <a:solidFill>
                  <a:srgbClr val="213044"/>
                </a:solidFill>
                <a:latin typeface="Arial"/>
                <a:ea typeface="Arial"/>
                <a:cs typeface="Arial"/>
              </a:defRPr>
            </a:pPr>
            <a:r>
              <a:rPr sz="2325" b="0">
                <a:solidFill>
                  <a:srgbClr val="213044"/>
                </a:solidFill>
                <a:latin typeface="Arial"/>
                <a:ea typeface="Arial"/>
                <a:cs typeface="Arial"/>
              </a:rPr>
              <a:t>Audit → tests → architecture → extraction → verification</a:t>
            </a:r>
          </a:p>
        </p:txBody>
      </p:sp>
      <p:sp>
        <p:nvSpPr>
          <p:cNvPr id="8" name="d3-13">
            <a:extLst xmlns:a="http://schemas.openxmlformats.org/drawingml/2006/main">
              <a:ext uri="{FF2B5EF4-FFF2-40B4-BE49-F238E27FC236}">
                <a16:creationId xmlns:a16="http://schemas.microsoft.com/office/drawing/2014/main" id="{2B5BBC1D-5D7E-4948-BDFE-968C907F7631}"/>
              </a:ext>
            </a:extLst>
          </p:cNvPr>
          <p:cNvSpPr>
            <a:spLocks xmlns:a="http://schemas.openxmlformats.org/drawingml/2006/main" noGrp="1"/>
          </p:cNvSpPr>
          <p:nvPr/>
        </p:nvSpPr>
        <p:spPr>
          <a:xfrm xmlns:a="http://schemas.openxmlformats.org/drawingml/2006/main">
            <a:off x="809625" y="3133725"/>
            <a:ext cx="762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75" b="1">
                <a:solidFill>
                  <a:srgbClr val="9D752B"/>
                </a:solidFill>
                <a:latin typeface="Arial"/>
                <a:ea typeface="Arial"/>
                <a:cs typeface="Arial"/>
              </a:defRPr>
            </a:defPPr>
            <a:lvl1pPr algn="l">
              <a:defRPr sz="2175" b="1">
                <a:solidFill>
                  <a:srgbClr val="9D752B"/>
                </a:solidFill>
                <a:latin typeface="Arial"/>
                <a:ea typeface="Arial"/>
                <a:cs typeface="Arial"/>
              </a:defRPr>
            </a:lvl1pPr>
            <a:lvl2pPr algn="l">
              <a:defRPr sz="2175" b="1">
                <a:solidFill>
                  <a:srgbClr val="9D752B"/>
                </a:solidFill>
                <a:latin typeface="Arial"/>
                <a:ea typeface="Arial"/>
                <a:cs typeface="Arial"/>
              </a:defRPr>
            </a:lvl2pPr>
            <a:lvl3pPr algn="l">
              <a:defRPr sz="2175" b="1">
                <a:solidFill>
                  <a:srgbClr val="9D752B"/>
                </a:solidFill>
                <a:latin typeface="Arial"/>
                <a:ea typeface="Arial"/>
                <a:cs typeface="Arial"/>
              </a:defRPr>
            </a:lvl3pPr>
            <a:lvl4pPr algn="l">
              <a:defRPr sz="2175" b="1">
                <a:solidFill>
                  <a:srgbClr val="9D752B"/>
                </a:solidFill>
                <a:latin typeface="Arial"/>
                <a:ea typeface="Arial"/>
                <a:cs typeface="Arial"/>
              </a:defRPr>
            </a:lvl4pPr>
            <a:lvl5pPr algn="l">
              <a:defRPr sz="2175" b="1">
                <a:solidFill>
                  <a:srgbClr val="9D752B"/>
                </a:solidFill>
                <a:latin typeface="Arial"/>
                <a:ea typeface="Arial"/>
                <a:cs typeface="Arial"/>
              </a:defRPr>
            </a:lvl5pPr>
            <a:lvl6pPr algn="l">
              <a:defRPr sz="2175" b="1">
                <a:solidFill>
                  <a:srgbClr val="9D752B"/>
                </a:solidFill>
                <a:latin typeface="Arial"/>
                <a:ea typeface="Arial"/>
                <a:cs typeface="Arial"/>
              </a:defRPr>
            </a:lvl6pPr>
            <a:lvl7pPr algn="l">
              <a:defRPr sz="2175" b="1">
                <a:solidFill>
                  <a:srgbClr val="9D752B"/>
                </a:solidFill>
                <a:latin typeface="Arial"/>
                <a:ea typeface="Arial"/>
                <a:cs typeface="Arial"/>
              </a:defRPr>
            </a:lvl7pPr>
            <a:lvl8pPr algn="l">
              <a:defRPr sz="2175" b="1">
                <a:solidFill>
                  <a:srgbClr val="9D752B"/>
                </a:solidFill>
                <a:latin typeface="Arial"/>
                <a:ea typeface="Arial"/>
                <a:cs typeface="Arial"/>
              </a:defRPr>
            </a:lvl8pPr>
            <a:lvl9pPr algn="l">
              <a:defRPr sz="2175" b="1">
                <a:solidFill>
                  <a:srgbClr val="9D752B"/>
                </a:solidFill>
                <a:latin typeface="Arial"/>
                <a:ea typeface="Arial"/>
                <a:cs typeface="Arial"/>
              </a:defRPr>
            </a:lvl9pPr>
          </a:lstStyle>
          <a:p xmlns:a="http://schemas.openxmlformats.org/drawingml/2006/main">
            <a:pPr algn="l">
              <a:defRPr sz="2175" b="1">
                <a:solidFill>
                  <a:srgbClr val="9D752B"/>
                </a:solidFill>
                <a:latin typeface="Arial"/>
                <a:ea typeface="Arial"/>
                <a:cs typeface="Arial"/>
              </a:defRPr>
            </a:pPr>
            <a:r>
              <a:rPr sz="2175" b="1">
                <a:solidFill>
                  <a:srgbClr val="9D752B"/>
                </a:solidFill>
                <a:latin typeface="Arial"/>
                <a:ea typeface="Arial"/>
                <a:cs typeface="Arial"/>
              </a:rPr>
              <a:t>03</a:t>
            </a:r>
          </a:p>
        </p:txBody>
      </p:sp>
      <p:sp>
        <p:nvSpPr>
          <p:cNvPr id="9" name="d3-14">
            <a:extLst xmlns:a="http://schemas.openxmlformats.org/drawingml/2006/main">
              <a:ext uri="{FF2B5EF4-FFF2-40B4-BE49-F238E27FC236}">
                <a16:creationId xmlns:a16="http://schemas.microsoft.com/office/drawing/2014/main" id="{3AC97886-8BA7-4513-9839-02FD36AEE923}"/>
              </a:ext>
            </a:extLst>
          </p:cNvPr>
          <p:cNvSpPr>
            <a:spLocks xmlns:a="http://schemas.openxmlformats.org/drawingml/2006/main" noGrp="1"/>
          </p:cNvSpPr>
          <p:nvPr/>
        </p:nvSpPr>
        <p:spPr>
          <a:xfrm xmlns:a="http://schemas.openxmlformats.org/drawingml/2006/main">
            <a:off x="1685925" y="3133725"/>
            <a:ext cx="94773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325" b="0">
                <a:solidFill>
                  <a:srgbClr val="213044"/>
                </a:solidFill>
                <a:latin typeface="Arial"/>
                <a:ea typeface="Arial"/>
                <a:cs typeface="Arial"/>
              </a:defRPr>
            </a:defPPr>
            <a:lvl1pPr algn="l">
              <a:defRPr sz="2325" b="0">
                <a:solidFill>
                  <a:srgbClr val="213044"/>
                </a:solidFill>
                <a:latin typeface="Arial"/>
                <a:ea typeface="Arial"/>
                <a:cs typeface="Arial"/>
              </a:defRPr>
            </a:lvl1pPr>
            <a:lvl2pPr algn="l">
              <a:defRPr sz="2325" b="0">
                <a:solidFill>
                  <a:srgbClr val="213044"/>
                </a:solidFill>
                <a:latin typeface="Arial"/>
                <a:ea typeface="Arial"/>
                <a:cs typeface="Arial"/>
              </a:defRPr>
            </a:lvl2pPr>
            <a:lvl3pPr algn="l">
              <a:defRPr sz="2325" b="0">
                <a:solidFill>
                  <a:srgbClr val="213044"/>
                </a:solidFill>
                <a:latin typeface="Arial"/>
                <a:ea typeface="Arial"/>
                <a:cs typeface="Arial"/>
              </a:defRPr>
            </a:lvl3pPr>
            <a:lvl4pPr algn="l">
              <a:defRPr sz="2325" b="0">
                <a:solidFill>
                  <a:srgbClr val="213044"/>
                </a:solidFill>
                <a:latin typeface="Arial"/>
                <a:ea typeface="Arial"/>
                <a:cs typeface="Arial"/>
              </a:defRPr>
            </a:lvl4pPr>
            <a:lvl5pPr algn="l">
              <a:defRPr sz="2325" b="0">
                <a:solidFill>
                  <a:srgbClr val="213044"/>
                </a:solidFill>
                <a:latin typeface="Arial"/>
                <a:ea typeface="Arial"/>
                <a:cs typeface="Arial"/>
              </a:defRPr>
            </a:lvl5pPr>
            <a:lvl6pPr algn="l">
              <a:defRPr sz="2325" b="0">
                <a:solidFill>
                  <a:srgbClr val="213044"/>
                </a:solidFill>
                <a:latin typeface="Arial"/>
                <a:ea typeface="Arial"/>
                <a:cs typeface="Arial"/>
              </a:defRPr>
            </a:lvl6pPr>
            <a:lvl7pPr algn="l">
              <a:defRPr sz="2325" b="0">
                <a:solidFill>
                  <a:srgbClr val="213044"/>
                </a:solidFill>
                <a:latin typeface="Arial"/>
                <a:ea typeface="Arial"/>
                <a:cs typeface="Arial"/>
              </a:defRPr>
            </a:lvl7pPr>
            <a:lvl8pPr algn="l">
              <a:defRPr sz="2325" b="0">
                <a:solidFill>
                  <a:srgbClr val="213044"/>
                </a:solidFill>
                <a:latin typeface="Arial"/>
                <a:ea typeface="Arial"/>
                <a:cs typeface="Arial"/>
              </a:defRPr>
            </a:lvl8pPr>
            <a:lvl9pPr algn="l">
              <a:defRPr sz="2325" b="0">
                <a:solidFill>
                  <a:srgbClr val="213044"/>
                </a:solidFill>
                <a:latin typeface="Arial"/>
                <a:ea typeface="Arial"/>
                <a:cs typeface="Arial"/>
              </a:defRPr>
            </a:lvl9pPr>
          </a:lstStyle>
          <a:p xmlns:a="http://schemas.openxmlformats.org/drawingml/2006/main">
            <a:pPr algn="l">
              <a:defRPr sz="2325" b="0">
                <a:solidFill>
                  <a:srgbClr val="213044"/>
                </a:solidFill>
                <a:latin typeface="Arial"/>
                <a:ea typeface="Arial"/>
                <a:cs typeface="Arial"/>
              </a:defRPr>
            </a:pPr>
            <a:r>
              <a:rPr sz="2325" b="0">
                <a:solidFill>
                  <a:srgbClr val="213044"/>
                </a:solidFill>
                <a:latin typeface="Arial"/>
                <a:ea typeface="Arial"/>
                <a:cs typeface="Arial"/>
              </a:rPr>
              <a:t>Use focused context and project guidance</a:t>
            </a:r>
          </a:p>
        </p:txBody>
      </p:sp>
      <p:sp>
        <p:nvSpPr>
          <p:cNvPr id="10" name="d3-15">
            <a:extLst xmlns:a="http://schemas.openxmlformats.org/drawingml/2006/main">
              <a:ext uri="{FF2B5EF4-FFF2-40B4-BE49-F238E27FC236}">
                <a16:creationId xmlns:a16="http://schemas.microsoft.com/office/drawing/2014/main" id="{4741384E-57EE-48C7-9D1D-0B44AF4D3530}"/>
              </a:ext>
            </a:extLst>
          </p:cNvPr>
          <p:cNvSpPr>
            <a:spLocks xmlns:a="http://schemas.openxmlformats.org/drawingml/2006/main" noGrp="1"/>
          </p:cNvSpPr>
          <p:nvPr/>
        </p:nvSpPr>
        <p:spPr>
          <a:xfrm xmlns:a="http://schemas.openxmlformats.org/drawingml/2006/main">
            <a:off x="809625" y="4000500"/>
            <a:ext cx="762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75" b="1">
                <a:solidFill>
                  <a:srgbClr val="327D6B"/>
                </a:solidFill>
                <a:latin typeface="Arial"/>
                <a:ea typeface="Arial"/>
                <a:cs typeface="Arial"/>
              </a:defRPr>
            </a:defPPr>
            <a:lvl1pPr algn="l">
              <a:defRPr sz="2175" b="1">
                <a:solidFill>
                  <a:srgbClr val="327D6B"/>
                </a:solidFill>
                <a:latin typeface="Arial"/>
                <a:ea typeface="Arial"/>
                <a:cs typeface="Arial"/>
              </a:defRPr>
            </a:lvl1pPr>
            <a:lvl2pPr algn="l">
              <a:defRPr sz="2175" b="1">
                <a:solidFill>
                  <a:srgbClr val="327D6B"/>
                </a:solidFill>
                <a:latin typeface="Arial"/>
                <a:ea typeface="Arial"/>
                <a:cs typeface="Arial"/>
              </a:defRPr>
            </a:lvl2pPr>
            <a:lvl3pPr algn="l">
              <a:defRPr sz="2175" b="1">
                <a:solidFill>
                  <a:srgbClr val="327D6B"/>
                </a:solidFill>
                <a:latin typeface="Arial"/>
                <a:ea typeface="Arial"/>
                <a:cs typeface="Arial"/>
              </a:defRPr>
            </a:lvl3pPr>
            <a:lvl4pPr algn="l">
              <a:defRPr sz="2175" b="1">
                <a:solidFill>
                  <a:srgbClr val="327D6B"/>
                </a:solidFill>
                <a:latin typeface="Arial"/>
                <a:ea typeface="Arial"/>
                <a:cs typeface="Arial"/>
              </a:defRPr>
            </a:lvl4pPr>
            <a:lvl5pPr algn="l">
              <a:defRPr sz="2175" b="1">
                <a:solidFill>
                  <a:srgbClr val="327D6B"/>
                </a:solidFill>
                <a:latin typeface="Arial"/>
                <a:ea typeface="Arial"/>
                <a:cs typeface="Arial"/>
              </a:defRPr>
            </a:lvl5pPr>
            <a:lvl6pPr algn="l">
              <a:defRPr sz="2175" b="1">
                <a:solidFill>
                  <a:srgbClr val="327D6B"/>
                </a:solidFill>
                <a:latin typeface="Arial"/>
                <a:ea typeface="Arial"/>
                <a:cs typeface="Arial"/>
              </a:defRPr>
            </a:lvl6pPr>
            <a:lvl7pPr algn="l">
              <a:defRPr sz="2175" b="1">
                <a:solidFill>
                  <a:srgbClr val="327D6B"/>
                </a:solidFill>
                <a:latin typeface="Arial"/>
                <a:ea typeface="Arial"/>
                <a:cs typeface="Arial"/>
              </a:defRPr>
            </a:lvl7pPr>
            <a:lvl8pPr algn="l">
              <a:defRPr sz="2175" b="1">
                <a:solidFill>
                  <a:srgbClr val="327D6B"/>
                </a:solidFill>
                <a:latin typeface="Arial"/>
                <a:ea typeface="Arial"/>
                <a:cs typeface="Arial"/>
              </a:defRPr>
            </a:lvl8pPr>
            <a:lvl9pPr algn="l">
              <a:defRPr sz="2175" b="1">
                <a:solidFill>
                  <a:srgbClr val="327D6B"/>
                </a:solidFill>
                <a:latin typeface="Arial"/>
                <a:ea typeface="Arial"/>
                <a:cs typeface="Arial"/>
              </a:defRPr>
            </a:lvl9pPr>
          </a:lstStyle>
          <a:p xmlns:a="http://schemas.openxmlformats.org/drawingml/2006/main">
            <a:pPr algn="l">
              <a:defRPr sz="2175" b="1">
                <a:solidFill>
                  <a:srgbClr val="327D6B"/>
                </a:solidFill>
                <a:latin typeface="Arial"/>
                <a:ea typeface="Arial"/>
                <a:cs typeface="Arial"/>
              </a:defRPr>
            </a:pPr>
            <a:r>
              <a:rPr sz="2175" b="1">
                <a:solidFill>
                  <a:srgbClr val="327D6B"/>
                </a:solidFill>
                <a:latin typeface="Arial"/>
                <a:ea typeface="Arial"/>
                <a:cs typeface="Arial"/>
              </a:rPr>
              <a:t>04</a:t>
            </a:r>
          </a:p>
        </p:txBody>
      </p:sp>
      <p:sp>
        <p:nvSpPr>
          <p:cNvPr id="11" name="d3-16">
            <a:extLst xmlns:a="http://schemas.openxmlformats.org/drawingml/2006/main">
              <a:ext uri="{FF2B5EF4-FFF2-40B4-BE49-F238E27FC236}">
                <a16:creationId xmlns:a16="http://schemas.microsoft.com/office/drawing/2014/main" id="{DD275293-B736-4755-84E4-1A97907A059A}"/>
              </a:ext>
            </a:extLst>
          </p:cNvPr>
          <p:cNvSpPr>
            <a:spLocks xmlns:a="http://schemas.openxmlformats.org/drawingml/2006/main" noGrp="1"/>
          </p:cNvSpPr>
          <p:nvPr/>
        </p:nvSpPr>
        <p:spPr>
          <a:xfrm xmlns:a="http://schemas.openxmlformats.org/drawingml/2006/main">
            <a:off x="1685925" y="4000500"/>
            <a:ext cx="94773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325" b="0">
                <a:solidFill>
                  <a:srgbClr val="213044"/>
                </a:solidFill>
                <a:latin typeface="Arial"/>
                <a:ea typeface="Arial"/>
                <a:cs typeface="Arial"/>
              </a:defRPr>
            </a:defPPr>
            <a:lvl1pPr algn="l">
              <a:defRPr sz="2325" b="0">
                <a:solidFill>
                  <a:srgbClr val="213044"/>
                </a:solidFill>
                <a:latin typeface="Arial"/>
                <a:ea typeface="Arial"/>
                <a:cs typeface="Arial"/>
              </a:defRPr>
            </a:lvl1pPr>
            <a:lvl2pPr algn="l">
              <a:defRPr sz="2325" b="0">
                <a:solidFill>
                  <a:srgbClr val="213044"/>
                </a:solidFill>
                <a:latin typeface="Arial"/>
                <a:ea typeface="Arial"/>
                <a:cs typeface="Arial"/>
              </a:defRPr>
            </a:lvl2pPr>
            <a:lvl3pPr algn="l">
              <a:defRPr sz="2325" b="0">
                <a:solidFill>
                  <a:srgbClr val="213044"/>
                </a:solidFill>
                <a:latin typeface="Arial"/>
                <a:ea typeface="Arial"/>
                <a:cs typeface="Arial"/>
              </a:defRPr>
            </a:lvl3pPr>
            <a:lvl4pPr algn="l">
              <a:defRPr sz="2325" b="0">
                <a:solidFill>
                  <a:srgbClr val="213044"/>
                </a:solidFill>
                <a:latin typeface="Arial"/>
                <a:ea typeface="Arial"/>
                <a:cs typeface="Arial"/>
              </a:defRPr>
            </a:lvl4pPr>
            <a:lvl5pPr algn="l">
              <a:defRPr sz="2325" b="0">
                <a:solidFill>
                  <a:srgbClr val="213044"/>
                </a:solidFill>
                <a:latin typeface="Arial"/>
                <a:ea typeface="Arial"/>
                <a:cs typeface="Arial"/>
              </a:defRPr>
            </a:lvl5pPr>
            <a:lvl6pPr algn="l">
              <a:defRPr sz="2325" b="0">
                <a:solidFill>
                  <a:srgbClr val="213044"/>
                </a:solidFill>
                <a:latin typeface="Arial"/>
                <a:ea typeface="Arial"/>
                <a:cs typeface="Arial"/>
              </a:defRPr>
            </a:lvl6pPr>
            <a:lvl7pPr algn="l">
              <a:defRPr sz="2325" b="0">
                <a:solidFill>
                  <a:srgbClr val="213044"/>
                </a:solidFill>
                <a:latin typeface="Arial"/>
                <a:ea typeface="Arial"/>
                <a:cs typeface="Arial"/>
              </a:defRPr>
            </a:lvl7pPr>
            <a:lvl8pPr algn="l">
              <a:defRPr sz="2325" b="0">
                <a:solidFill>
                  <a:srgbClr val="213044"/>
                </a:solidFill>
                <a:latin typeface="Arial"/>
                <a:ea typeface="Arial"/>
                <a:cs typeface="Arial"/>
              </a:defRPr>
            </a:lvl8pPr>
            <a:lvl9pPr algn="l">
              <a:defRPr sz="2325" b="0">
                <a:solidFill>
                  <a:srgbClr val="213044"/>
                </a:solidFill>
                <a:latin typeface="Arial"/>
                <a:ea typeface="Arial"/>
                <a:cs typeface="Arial"/>
              </a:defRPr>
            </a:lvl9pPr>
          </a:lstStyle>
          <a:p xmlns:a="http://schemas.openxmlformats.org/drawingml/2006/main">
            <a:pPr algn="l">
              <a:defRPr sz="2325" b="0">
                <a:solidFill>
                  <a:srgbClr val="213044"/>
                </a:solidFill>
                <a:latin typeface="Arial"/>
                <a:ea typeface="Arial"/>
                <a:cs typeface="Arial"/>
              </a:defRPr>
            </a:pPr>
            <a:r>
              <a:rPr sz="2325" b="0">
                <a:solidFill>
                  <a:srgbClr val="213044"/>
                </a:solidFill>
                <a:latin typeface="Arial"/>
                <a:ea typeface="Arial"/>
                <a:cs typeface="Arial"/>
              </a:rPr>
              <a:t>Replay the workflow on your own copy</a:t>
            </a:r>
          </a:p>
        </p:txBody>
      </p:sp>
      <p:sp>
        <p:nvSpPr>
          <p:cNvPr id="12" name="d3-17">
            <a:extLst xmlns:a="http://schemas.openxmlformats.org/drawingml/2006/main">
              <a:ext uri="{FF2B5EF4-FFF2-40B4-BE49-F238E27FC236}">
                <a16:creationId xmlns:a16="http://schemas.microsoft.com/office/drawing/2014/main" id="{2A637C63-30D6-49EE-889B-4E4131DD3ED0}"/>
              </a:ext>
            </a:extLst>
          </p:cNvPr>
          <p:cNvSpPr>
            <a:spLocks xmlns:a="http://schemas.openxmlformats.org/drawingml/2006/main" noGrp="1"/>
          </p:cNvSpPr>
          <p:nvPr/>
        </p:nvSpPr>
        <p:spPr>
          <a:xfrm xmlns:a="http://schemas.openxmlformats.org/drawingml/2006/main">
            <a:off x="809625" y="4867275"/>
            <a:ext cx="762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75" b="1">
                <a:solidFill>
                  <a:srgbClr val="AC6154"/>
                </a:solidFill>
                <a:latin typeface="Arial"/>
                <a:ea typeface="Arial"/>
                <a:cs typeface="Arial"/>
              </a:defRPr>
            </a:defPPr>
            <a:lvl1pPr algn="l">
              <a:defRPr sz="2175" b="1">
                <a:solidFill>
                  <a:srgbClr val="AC6154"/>
                </a:solidFill>
                <a:latin typeface="Arial"/>
                <a:ea typeface="Arial"/>
                <a:cs typeface="Arial"/>
              </a:defRPr>
            </a:lvl1pPr>
            <a:lvl2pPr algn="l">
              <a:defRPr sz="2175" b="1">
                <a:solidFill>
                  <a:srgbClr val="AC6154"/>
                </a:solidFill>
                <a:latin typeface="Arial"/>
                <a:ea typeface="Arial"/>
                <a:cs typeface="Arial"/>
              </a:defRPr>
            </a:lvl2pPr>
            <a:lvl3pPr algn="l">
              <a:defRPr sz="2175" b="1">
                <a:solidFill>
                  <a:srgbClr val="AC6154"/>
                </a:solidFill>
                <a:latin typeface="Arial"/>
                <a:ea typeface="Arial"/>
                <a:cs typeface="Arial"/>
              </a:defRPr>
            </a:lvl3pPr>
            <a:lvl4pPr algn="l">
              <a:defRPr sz="2175" b="1">
                <a:solidFill>
                  <a:srgbClr val="AC6154"/>
                </a:solidFill>
                <a:latin typeface="Arial"/>
                <a:ea typeface="Arial"/>
                <a:cs typeface="Arial"/>
              </a:defRPr>
            </a:lvl4pPr>
            <a:lvl5pPr algn="l">
              <a:defRPr sz="2175" b="1">
                <a:solidFill>
                  <a:srgbClr val="AC6154"/>
                </a:solidFill>
                <a:latin typeface="Arial"/>
                <a:ea typeface="Arial"/>
                <a:cs typeface="Arial"/>
              </a:defRPr>
            </a:lvl5pPr>
            <a:lvl6pPr algn="l">
              <a:defRPr sz="2175" b="1">
                <a:solidFill>
                  <a:srgbClr val="AC6154"/>
                </a:solidFill>
                <a:latin typeface="Arial"/>
                <a:ea typeface="Arial"/>
                <a:cs typeface="Arial"/>
              </a:defRPr>
            </a:lvl6pPr>
            <a:lvl7pPr algn="l">
              <a:defRPr sz="2175" b="1">
                <a:solidFill>
                  <a:srgbClr val="AC6154"/>
                </a:solidFill>
                <a:latin typeface="Arial"/>
                <a:ea typeface="Arial"/>
                <a:cs typeface="Arial"/>
              </a:defRPr>
            </a:lvl7pPr>
            <a:lvl8pPr algn="l">
              <a:defRPr sz="2175" b="1">
                <a:solidFill>
                  <a:srgbClr val="AC6154"/>
                </a:solidFill>
                <a:latin typeface="Arial"/>
                <a:ea typeface="Arial"/>
                <a:cs typeface="Arial"/>
              </a:defRPr>
            </a:lvl8pPr>
            <a:lvl9pPr algn="l">
              <a:defRPr sz="2175" b="1">
                <a:solidFill>
                  <a:srgbClr val="AC6154"/>
                </a:solidFill>
                <a:latin typeface="Arial"/>
                <a:ea typeface="Arial"/>
                <a:cs typeface="Arial"/>
              </a:defRPr>
            </a:lvl9pPr>
          </a:lstStyle>
          <a:p xmlns:a="http://schemas.openxmlformats.org/drawingml/2006/main">
            <a:pPr algn="l">
              <a:defRPr sz="2175" b="1">
                <a:solidFill>
                  <a:srgbClr val="AC6154"/>
                </a:solidFill>
                <a:latin typeface="Arial"/>
                <a:ea typeface="Arial"/>
                <a:cs typeface="Arial"/>
              </a:defRPr>
            </a:pPr>
            <a:r>
              <a:rPr sz="2175" b="1">
                <a:solidFill>
                  <a:srgbClr val="AC6154"/>
                </a:solidFill>
                <a:latin typeface="Arial"/>
                <a:ea typeface="Arial"/>
                <a:cs typeface="Arial"/>
              </a:rPr>
              <a:t>05</a:t>
            </a:r>
          </a:p>
        </p:txBody>
      </p:sp>
      <p:sp>
        <p:nvSpPr>
          <p:cNvPr id="13" name="d3-18">
            <a:extLst xmlns:a="http://schemas.openxmlformats.org/drawingml/2006/main">
              <a:ext uri="{FF2B5EF4-FFF2-40B4-BE49-F238E27FC236}">
                <a16:creationId xmlns:a16="http://schemas.microsoft.com/office/drawing/2014/main" id="{AE53EA3A-E447-47DC-99B7-C470AA023BCD}"/>
              </a:ext>
            </a:extLst>
          </p:cNvPr>
          <p:cNvSpPr>
            <a:spLocks xmlns:a="http://schemas.openxmlformats.org/drawingml/2006/main" noGrp="1"/>
          </p:cNvSpPr>
          <p:nvPr/>
        </p:nvSpPr>
        <p:spPr>
          <a:xfrm xmlns:a="http://schemas.openxmlformats.org/drawingml/2006/main">
            <a:off x="1685925" y="4867275"/>
            <a:ext cx="94773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325" b="0">
                <a:solidFill>
                  <a:srgbClr val="213044"/>
                </a:solidFill>
                <a:latin typeface="Arial"/>
                <a:ea typeface="Arial"/>
                <a:cs typeface="Arial"/>
              </a:defRPr>
            </a:defPPr>
            <a:lvl1pPr algn="l">
              <a:defRPr sz="2325" b="0">
                <a:solidFill>
                  <a:srgbClr val="213044"/>
                </a:solidFill>
                <a:latin typeface="Arial"/>
                <a:ea typeface="Arial"/>
                <a:cs typeface="Arial"/>
              </a:defRPr>
            </a:lvl1pPr>
            <a:lvl2pPr algn="l">
              <a:defRPr sz="2325" b="0">
                <a:solidFill>
                  <a:srgbClr val="213044"/>
                </a:solidFill>
                <a:latin typeface="Arial"/>
                <a:ea typeface="Arial"/>
                <a:cs typeface="Arial"/>
              </a:defRPr>
            </a:lvl2pPr>
            <a:lvl3pPr algn="l">
              <a:defRPr sz="2325" b="0">
                <a:solidFill>
                  <a:srgbClr val="213044"/>
                </a:solidFill>
                <a:latin typeface="Arial"/>
                <a:ea typeface="Arial"/>
                <a:cs typeface="Arial"/>
              </a:defRPr>
            </a:lvl3pPr>
            <a:lvl4pPr algn="l">
              <a:defRPr sz="2325" b="0">
                <a:solidFill>
                  <a:srgbClr val="213044"/>
                </a:solidFill>
                <a:latin typeface="Arial"/>
                <a:ea typeface="Arial"/>
                <a:cs typeface="Arial"/>
              </a:defRPr>
            </a:lvl4pPr>
            <a:lvl5pPr algn="l">
              <a:defRPr sz="2325" b="0">
                <a:solidFill>
                  <a:srgbClr val="213044"/>
                </a:solidFill>
                <a:latin typeface="Arial"/>
                <a:ea typeface="Arial"/>
                <a:cs typeface="Arial"/>
              </a:defRPr>
            </a:lvl5pPr>
            <a:lvl6pPr algn="l">
              <a:defRPr sz="2325" b="0">
                <a:solidFill>
                  <a:srgbClr val="213044"/>
                </a:solidFill>
                <a:latin typeface="Arial"/>
                <a:ea typeface="Arial"/>
                <a:cs typeface="Arial"/>
              </a:defRPr>
            </a:lvl6pPr>
            <a:lvl7pPr algn="l">
              <a:defRPr sz="2325" b="0">
                <a:solidFill>
                  <a:srgbClr val="213044"/>
                </a:solidFill>
                <a:latin typeface="Arial"/>
                <a:ea typeface="Arial"/>
                <a:cs typeface="Arial"/>
              </a:defRPr>
            </a:lvl7pPr>
            <a:lvl8pPr algn="l">
              <a:defRPr sz="2325" b="0">
                <a:solidFill>
                  <a:srgbClr val="213044"/>
                </a:solidFill>
                <a:latin typeface="Arial"/>
                <a:ea typeface="Arial"/>
                <a:cs typeface="Arial"/>
              </a:defRPr>
            </a:lvl8pPr>
            <a:lvl9pPr algn="l">
              <a:defRPr sz="2325" b="0">
                <a:solidFill>
                  <a:srgbClr val="213044"/>
                </a:solidFill>
                <a:latin typeface="Arial"/>
                <a:ea typeface="Arial"/>
                <a:cs typeface="Arial"/>
              </a:defRPr>
            </a:lvl9pPr>
          </a:lstStyle>
          <a:p xmlns:a="http://schemas.openxmlformats.org/drawingml/2006/main">
            <a:pPr algn="l">
              <a:defRPr sz="2325" b="0">
                <a:solidFill>
                  <a:srgbClr val="213044"/>
                </a:solidFill>
                <a:latin typeface="Arial"/>
                <a:ea typeface="Arial"/>
                <a:cs typeface="Arial"/>
              </a:defRPr>
            </a:pPr>
            <a:r>
              <a:rPr sz="2325" b="0">
                <a:solidFill>
                  <a:srgbClr val="213044"/>
                </a:solidFill>
                <a:latin typeface="Arial"/>
                <a:ea typeface="Arial"/>
                <a:cs typeface="Arial"/>
              </a:rPr>
              <a:t>Questions and prepared cases</a:t>
            </a:r>
          </a:p>
        </p:txBody>
      </p:sp>
    </p:spTree>
    <p:extLst>
      <p:ext uri="{BB962C8B-B14F-4D97-AF65-F5344CB8AC3E}">
        <p14:creationId xmlns:p14="http://schemas.microsoft.com/office/powerpoint/2010/main" val="204271929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d3-19">
            <a:extLst xmlns:a="http://schemas.openxmlformats.org/drawingml/2006/main">
              <a:ext uri="{FF2B5EF4-FFF2-40B4-BE49-F238E27FC236}">
                <a16:creationId xmlns:a16="http://schemas.microsoft.com/office/drawing/2014/main" id="{B6FDF581-0BB8-4B84-B602-E8F564278E17}"/>
              </a:ext>
            </a:extLst>
          </p:cNvPr>
          <p:cNvSpPr>
            <a:spLocks xmlns:a="http://schemas.openxmlformats.org/drawingml/2006/main" noGrp="1"/>
          </p:cNvSpPr>
          <p:nvPr/>
        </p:nvSpPr>
        <p:spPr>
          <a:xfrm xmlns:a="http://schemas.openxmlformats.org/drawingml/2006/main">
            <a:off x="523875" y="295275"/>
            <a:ext cx="11144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225" b="1">
                <a:solidFill>
                  <a:srgbClr val="213044"/>
                </a:solidFill>
                <a:latin typeface="Arial"/>
                <a:ea typeface="Arial"/>
                <a:cs typeface="Arial"/>
              </a:defRPr>
            </a:defPPr>
            <a:lvl1pPr algn="ctr">
              <a:defRPr sz="3225" b="1">
                <a:solidFill>
                  <a:srgbClr val="213044"/>
                </a:solidFill>
                <a:latin typeface="Arial"/>
                <a:ea typeface="Arial"/>
                <a:cs typeface="Arial"/>
              </a:defRPr>
            </a:lvl1pPr>
            <a:lvl2pPr algn="ctr">
              <a:defRPr sz="3225" b="1">
                <a:solidFill>
                  <a:srgbClr val="213044"/>
                </a:solidFill>
                <a:latin typeface="Arial"/>
                <a:ea typeface="Arial"/>
                <a:cs typeface="Arial"/>
              </a:defRPr>
            </a:lvl2pPr>
            <a:lvl3pPr algn="ctr">
              <a:defRPr sz="3225" b="1">
                <a:solidFill>
                  <a:srgbClr val="213044"/>
                </a:solidFill>
                <a:latin typeface="Arial"/>
                <a:ea typeface="Arial"/>
                <a:cs typeface="Arial"/>
              </a:defRPr>
            </a:lvl3pPr>
            <a:lvl4pPr algn="ctr">
              <a:defRPr sz="3225" b="1">
                <a:solidFill>
                  <a:srgbClr val="213044"/>
                </a:solidFill>
                <a:latin typeface="Arial"/>
                <a:ea typeface="Arial"/>
                <a:cs typeface="Arial"/>
              </a:defRPr>
            </a:lvl4pPr>
            <a:lvl5pPr algn="ctr">
              <a:defRPr sz="3225" b="1">
                <a:solidFill>
                  <a:srgbClr val="213044"/>
                </a:solidFill>
                <a:latin typeface="Arial"/>
                <a:ea typeface="Arial"/>
                <a:cs typeface="Arial"/>
              </a:defRPr>
            </a:lvl5pPr>
            <a:lvl6pPr algn="ctr">
              <a:defRPr sz="3225" b="1">
                <a:solidFill>
                  <a:srgbClr val="213044"/>
                </a:solidFill>
                <a:latin typeface="Arial"/>
                <a:ea typeface="Arial"/>
                <a:cs typeface="Arial"/>
              </a:defRPr>
            </a:lvl6pPr>
            <a:lvl7pPr algn="ctr">
              <a:defRPr sz="3225" b="1">
                <a:solidFill>
                  <a:srgbClr val="213044"/>
                </a:solidFill>
                <a:latin typeface="Arial"/>
                <a:ea typeface="Arial"/>
                <a:cs typeface="Arial"/>
              </a:defRPr>
            </a:lvl7pPr>
            <a:lvl8pPr algn="ctr">
              <a:defRPr sz="3225" b="1">
                <a:solidFill>
                  <a:srgbClr val="213044"/>
                </a:solidFill>
                <a:latin typeface="Arial"/>
                <a:ea typeface="Arial"/>
                <a:cs typeface="Arial"/>
              </a:defRPr>
            </a:lvl8pPr>
            <a:lvl9pPr algn="ctr">
              <a:defRPr sz="3225" b="1">
                <a:solidFill>
                  <a:srgbClr val="213044"/>
                </a:solidFill>
                <a:latin typeface="Arial"/>
                <a:ea typeface="Arial"/>
                <a:cs typeface="Arial"/>
              </a:defRPr>
            </a:lvl9pPr>
          </a:lstStyle>
          <a:p xmlns:a="http://schemas.openxmlformats.org/drawingml/2006/main">
            <a:pPr algn="ctr">
              <a:defRPr sz="3225" b="1">
                <a:solidFill>
                  <a:srgbClr val="213044"/>
                </a:solidFill>
                <a:latin typeface="Arial"/>
                <a:ea typeface="Arial"/>
                <a:cs typeface="Arial"/>
              </a:defRPr>
            </a:pPr>
            <a:r>
              <a:rPr sz="3225" b="1">
                <a:solidFill>
                  <a:srgbClr val="213044"/>
                </a:solidFill>
                <a:latin typeface="Arial"/>
                <a:ea typeface="Arial"/>
                <a:cs typeface="Arial"/>
              </a:rPr>
              <a:t>A working quote and proposal app</a:t>
            </a:r>
          </a:p>
        </p:txBody>
      </p:sp>
      <p:sp>
        <p:nvSpPr>
          <p:cNvPr id="2" name="d3-20">
            <a:extLst xmlns:a="http://schemas.openxmlformats.org/drawingml/2006/main">
              <a:ext uri="{FF2B5EF4-FFF2-40B4-BE49-F238E27FC236}">
                <a16:creationId xmlns:a16="http://schemas.microsoft.com/office/drawing/2014/main" id="{74DFD445-061C-4A4E-8540-4E3A3EC42315}"/>
              </a:ext>
            </a:extLst>
          </p:cNvPr>
          <p:cNvSpPr>
            <a:spLocks xmlns:a="http://schemas.openxmlformats.org/drawingml/2006/main" noGrp="1"/>
          </p:cNvSpPr>
          <p:nvPr/>
        </p:nvSpPr>
        <p:spPr>
          <a:xfrm xmlns:a="http://schemas.openxmlformats.org/drawingml/2006/main">
            <a:off x="523875" y="65341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050" b="0">
                <a:solidFill>
                  <a:srgbClr val="627084"/>
                </a:solidFill>
                <a:latin typeface="Arial"/>
                <a:ea typeface="Arial"/>
                <a:cs typeface="Arial"/>
              </a:defRPr>
            </a:defPPr>
            <a:lvl1pPr algn="l">
              <a:defRPr sz="1050" b="0">
                <a:solidFill>
                  <a:srgbClr val="627084"/>
                </a:solidFill>
                <a:latin typeface="Arial"/>
                <a:ea typeface="Arial"/>
                <a:cs typeface="Arial"/>
              </a:defRPr>
            </a:lvl1pPr>
            <a:lvl2pPr algn="l">
              <a:defRPr sz="1050" b="0">
                <a:solidFill>
                  <a:srgbClr val="627084"/>
                </a:solidFill>
                <a:latin typeface="Arial"/>
                <a:ea typeface="Arial"/>
                <a:cs typeface="Arial"/>
              </a:defRPr>
            </a:lvl2pPr>
            <a:lvl3pPr algn="l">
              <a:defRPr sz="1050" b="0">
                <a:solidFill>
                  <a:srgbClr val="627084"/>
                </a:solidFill>
                <a:latin typeface="Arial"/>
                <a:ea typeface="Arial"/>
                <a:cs typeface="Arial"/>
              </a:defRPr>
            </a:lvl3pPr>
            <a:lvl4pPr algn="l">
              <a:defRPr sz="1050" b="0">
                <a:solidFill>
                  <a:srgbClr val="627084"/>
                </a:solidFill>
                <a:latin typeface="Arial"/>
                <a:ea typeface="Arial"/>
                <a:cs typeface="Arial"/>
              </a:defRPr>
            </a:lvl4pPr>
            <a:lvl5pPr algn="l">
              <a:defRPr sz="1050" b="0">
                <a:solidFill>
                  <a:srgbClr val="627084"/>
                </a:solidFill>
                <a:latin typeface="Arial"/>
                <a:ea typeface="Arial"/>
                <a:cs typeface="Arial"/>
              </a:defRPr>
            </a:lvl5pPr>
            <a:lvl6pPr algn="l">
              <a:defRPr sz="1050" b="0">
                <a:solidFill>
                  <a:srgbClr val="627084"/>
                </a:solidFill>
                <a:latin typeface="Arial"/>
                <a:ea typeface="Arial"/>
                <a:cs typeface="Arial"/>
              </a:defRPr>
            </a:lvl6pPr>
            <a:lvl7pPr algn="l">
              <a:defRPr sz="1050" b="0">
                <a:solidFill>
                  <a:srgbClr val="627084"/>
                </a:solidFill>
                <a:latin typeface="Arial"/>
                <a:ea typeface="Arial"/>
                <a:cs typeface="Arial"/>
              </a:defRPr>
            </a:lvl7pPr>
            <a:lvl8pPr algn="l">
              <a:defRPr sz="1050" b="0">
                <a:solidFill>
                  <a:srgbClr val="627084"/>
                </a:solidFill>
                <a:latin typeface="Arial"/>
                <a:ea typeface="Arial"/>
                <a:cs typeface="Arial"/>
              </a:defRPr>
            </a:lvl8pPr>
            <a:lvl9pPr algn="l">
              <a:defRPr sz="1050" b="0">
                <a:solidFill>
                  <a:srgbClr val="627084"/>
                </a:solidFill>
                <a:latin typeface="Arial"/>
                <a:ea typeface="Arial"/>
                <a:cs typeface="Arial"/>
              </a:defRPr>
            </a:lvl9pPr>
          </a:lstStyle>
          <a:p xmlns:a="http://schemas.openxmlformats.org/drawingml/2006/main">
            <a:pPr algn="l">
              <a:defRPr sz="1050" b="0">
                <a:solidFill>
                  <a:srgbClr val="627084"/>
                </a:solidFill>
                <a:latin typeface="Arial"/>
                <a:ea typeface="Arial"/>
                <a:cs typeface="Arial"/>
              </a:defRPr>
            </a:pPr>
            <a:r>
              <a:rPr sz="1050" b="0">
                <a:solidFill>
                  <a:srgbClr val="627084"/>
                </a:solidFill>
                <a:latin typeface="Arial"/>
                <a:ea typeface="Arial"/>
                <a:cs typeface="Arial"/>
              </a:rPr>
              <a:t>CODEX &amp; COFFEE</a:t>
            </a:r>
          </a:p>
        </p:txBody>
      </p:sp>
      <p:sp>
        <p:nvSpPr>
          <p:cNvPr id="3" name="d3-21">
            <a:extLst xmlns:a="http://schemas.openxmlformats.org/drawingml/2006/main">
              <a:ext uri="{FF2B5EF4-FFF2-40B4-BE49-F238E27FC236}">
                <a16:creationId xmlns:a16="http://schemas.microsoft.com/office/drawing/2014/main" id="{E6CE3E8D-F929-4416-A564-ECA28E92454A}"/>
              </a:ext>
            </a:extLst>
          </p:cNvPr>
          <p:cNvSpPr>
            <a:spLocks xmlns:a="http://schemas.openxmlformats.org/drawingml/2006/main" noGrp="1"/>
          </p:cNvSpPr>
          <p:nvPr/>
        </p:nvSpPr>
        <p:spPr>
          <a:xfrm xmlns:a="http://schemas.openxmlformats.org/drawingml/2006/main">
            <a:off x="10001250" y="6534150"/>
            <a:ext cx="1666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050" b="0">
                <a:solidFill>
                  <a:srgbClr val="627084"/>
                </a:solidFill>
                <a:latin typeface="Arial"/>
                <a:ea typeface="Arial"/>
                <a:cs typeface="Arial"/>
              </a:defRPr>
            </a:defPPr>
            <a:lvl1pPr algn="r">
              <a:defRPr sz="1050" b="0">
                <a:solidFill>
                  <a:srgbClr val="627084"/>
                </a:solidFill>
                <a:latin typeface="Arial"/>
                <a:ea typeface="Arial"/>
                <a:cs typeface="Arial"/>
              </a:defRPr>
            </a:lvl1pPr>
            <a:lvl2pPr algn="r">
              <a:defRPr sz="1050" b="0">
                <a:solidFill>
                  <a:srgbClr val="627084"/>
                </a:solidFill>
                <a:latin typeface="Arial"/>
                <a:ea typeface="Arial"/>
                <a:cs typeface="Arial"/>
              </a:defRPr>
            </a:lvl2pPr>
            <a:lvl3pPr algn="r">
              <a:defRPr sz="1050" b="0">
                <a:solidFill>
                  <a:srgbClr val="627084"/>
                </a:solidFill>
                <a:latin typeface="Arial"/>
                <a:ea typeface="Arial"/>
                <a:cs typeface="Arial"/>
              </a:defRPr>
            </a:lvl3pPr>
            <a:lvl4pPr algn="r">
              <a:defRPr sz="1050" b="0">
                <a:solidFill>
                  <a:srgbClr val="627084"/>
                </a:solidFill>
                <a:latin typeface="Arial"/>
                <a:ea typeface="Arial"/>
                <a:cs typeface="Arial"/>
              </a:defRPr>
            </a:lvl4pPr>
            <a:lvl5pPr algn="r">
              <a:defRPr sz="1050" b="0">
                <a:solidFill>
                  <a:srgbClr val="627084"/>
                </a:solidFill>
                <a:latin typeface="Arial"/>
                <a:ea typeface="Arial"/>
                <a:cs typeface="Arial"/>
              </a:defRPr>
            </a:lvl5pPr>
            <a:lvl6pPr algn="r">
              <a:defRPr sz="1050" b="0">
                <a:solidFill>
                  <a:srgbClr val="627084"/>
                </a:solidFill>
                <a:latin typeface="Arial"/>
                <a:ea typeface="Arial"/>
                <a:cs typeface="Arial"/>
              </a:defRPr>
            </a:lvl6pPr>
            <a:lvl7pPr algn="r">
              <a:defRPr sz="1050" b="0">
                <a:solidFill>
                  <a:srgbClr val="627084"/>
                </a:solidFill>
                <a:latin typeface="Arial"/>
                <a:ea typeface="Arial"/>
                <a:cs typeface="Arial"/>
              </a:defRPr>
            </a:lvl7pPr>
            <a:lvl8pPr algn="r">
              <a:defRPr sz="1050" b="0">
                <a:solidFill>
                  <a:srgbClr val="627084"/>
                </a:solidFill>
                <a:latin typeface="Arial"/>
                <a:ea typeface="Arial"/>
                <a:cs typeface="Arial"/>
              </a:defRPr>
            </a:lvl8pPr>
            <a:lvl9pPr algn="r">
              <a:defRPr sz="1050" b="0">
                <a:solidFill>
                  <a:srgbClr val="627084"/>
                </a:solidFill>
                <a:latin typeface="Arial"/>
                <a:ea typeface="Arial"/>
                <a:cs typeface="Arial"/>
              </a:defRPr>
            </a:lvl9pPr>
          </a:lstStyle>
          <a:p xmlns:a="http://schemas.openxmlformats.org/drawingml/2006/main">
            <a:pPr algn="r">
              <a:defRPr sz="1050" b="0">
                <a:solidFill>
                  <a:srgbClr val="627084"/>
                </a:solidFill>
                <a:latin typeface="Arial"/>
                <a:ea typeface="Arial"/>
                <a:cs typeface="Arial"/>
              </a:defRPr>
            </a:pPr>
            <a:r>
              <a:rPr sz="1050" b="0">
                <a:solidFill>
                  <a:srgbClr val="627084"/>
                </a:solidFill>
                <a:latin typeface="Arial"/>
                <a:ea typeface="Arial"/>
                <a:cs typeface="Arial"/>
              </a:rPr>
              <a:t>DAY 3  ·  3</a:t>
            </a:r>
          </a:p>
        </p:txBody>
      </p:sp>
      <p:pic>
        <p:nvPicPr>
          <p:cNvPr id="4" name="">
            <a:extLst xmlns:a="http://schemas.openxmlformats.org/drawingml/2006/main">
              <a:ext uri="{FF2B5EF4-FFF2-40B4-BE49-F238E27FC236}">
                <a16:creationId xmlns:a16="http://schemas.microsoft.com/office/drawing/2014/main" id="{4D1C2312-A389-4480-8A46-4673FAF23628}"/>
              </a:ext>
            </a:extLst>
          </p:cNvPr>
          <p:cNvPicPr>
            <a:picLocks xmlns:a="http://schemas.openxmlformats.org/drawingml/2006/main" noChangeAspect="1"/>
          </p:cNvPicPr>
          <p:nvPr/>
        </p:nvPicPr>
        <p:blipFill>
          <a:blip xmlns:r="http://schemas.openxmlformats.org/officeDocument/2006/relationships" xmlns:a="http://schemas.openxmlformats.org/drawingml/2006/main" r:embed="Rf613f3b84bff48e4"/>
          <a:stretch xmlns:a="http://schemas.openxmlformats.org/drawingml/2006/main"/>
        </p:blipFill>
        <p:spPr>
          <a:xfrm xmlns:a="http://schemas.openxmlformats.org/drawingml/2006/main">
            <a:off x="514350" y="1217917"/>
            <a:ext cx="8572500" cy="4669815"/>
          </a:xfrm>
          <a:prstGeom xmlns:a="http://schemas.openxmlformats.org/drawingml/2006/main" prst="rect">
            <a:avLst/>
          </a:prstGeom>
        </p:spPr>
      </p:pic>
      <p:sp>
        <p:nvSpPr>
          <p:cNvPr id="5" name="d3-22">
            <a:extLst xmlns:a="http://schemas.openxmlformats.org/drawingml/2006/main">
              <a:ext uri="{FF2B5EF4-FFF2-40B4-BE49-F238E27FC236}">
                <a16:creationId xmlns:a16="http://schemas.microsoft.com/office/drawing/2014/main" id="{B9B52FE9-00F2-4B72-A928-6389B5F88BF4}"/>
              </a:ext>
            </a:extLst>
          </p:cNvPr>
          <p:cNvSpPr>
            <a:spLocks xmlns:a="http://schemas.openxmlformats.org/drawingml/2006/main" noGrp="1"/>
          </p:cNvSpPr>
          <p:nvPr/>
        </p:nvSpPr>
        <p:spPr>
          <a:xfrm xmlns:a="http://schemas.openxmlformats.org/drawingml/2006/main">
            <a:off x="9372600" y="1495425"/>
            <a:ext cx="2324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75" b="1">
                <a:solidFill>
                  <a:srgbClr val="203B69"/>
                </a:solidFill>
                <a:latin typeface="Arial"/>
                <a:ea typeface="Arial"/>
                <a:cs typeface="Arial"/>
              </a:defRPr>
            </a:defPPr>
            <a:lvl1pPr algn="l">
              <a:defRPr sz="2175" b="1">
                <a:solidFill>
                  <a:srgbClr val="203B69"/>
                </a:solidFill>
                <a:latin typeface="Arial"/>
                <a:ea typeface="Arial"/>
                <a:cs typeface="Arial"/>
              </a:defRPr>
            </a:lvl1pPr>
            <a:lvl2pPr algn="l">
              <a:defRPr sz="2175" b="1">
                <a:solidFill>
                  <a:srgbClr val="203B69"/>
                </a:solidFill>
                <a:latin typeface="Arial"/>
                <a:ea typeface="Arial"/>
                <a:cs typeface="Arial"/>
              </a:defRPr>
            </a:lvl2pPr>
            <a:lvl3pPr algn="l">
              <a:defRPr sz="2175" b="1">
                <a:solidFill>
                  <a:srgbClr val="203B69"/>
                </a:solidFill>
                <a:latin typeface="Arial"/>
                <a:ea typeface="Arial"/>
                <a:cs typeface="Arial"/>
              </a:defRPr>
            </a:lvl3pPr>
            <a:lvl4pPr algn="l">
              <a:defRPr sz="2175" b="1">
                <a:solidFill>
                  <a:srgbClr val="203B69"/>
                </a:solidFill>
                <a:latin typeface="Arial"/>
                <a:ea typeface="Arial"/>
                <a:cs typeface="Arial"/>
              </a:defRPr>
            </a:lvl4pPr>
            <a:lvl5pPr algn="l">
              <a:defRPr sz="2175" b="1">
                <a:solidFill>
                  <a:srgbClr val="203B69"/>
                </a:solidFill>
                <a:latin typeface="Arial"/>
                <a:ea typeface="Arial"/>
                <a:cs typeface="Arial"/>
              </a:defRPr>
            </a:lvl5pPr>
            <a:lvl6pPr algn="l">
              <a:defRPr sz="2175" b="1">
                <a:solidFill>
                  <a:srgbClr val="203B69"/>
                </a:solidFill>
                <a:latin typeface="Arial"/>
                <a:ea typeface="Arial"/>
                <a:cs typeface="Arial"/>
              </a:defRPr>
            </a:lvl6pPr>
            <a:lvl7pPr algn="l">
              <a:defRPr sz="2175" b="1">
                <a:solidFill>
                  <a:srgbClr val="203B69"/>
                </a:solidFill>
                <a:latin typeface="Arial"/>
                <a:ea typeface="Arial"/>
                <a:cs typeface="Arial"/>
              </a:defRPr>
            </a:lvl7pPr>
            <a:lvl8pPr algn="l">
              <a:defRPr sz="2175" b="1">
                <a:solidFill>
                  <a:srgbClr val="203B69"/>
                </a:solidFill>
                <a:latin typeface="Arial"/>
                <a:ea typeface="Arial"/>
                <a:cs typeface="Arial"/>
              </a:defRPr>
            </a:lvl8pPr>
            <a:lvl9pPr algn="l">
              <a:defRPr sz="2175" b="1">
                <a:solidFill>
                  <a:srgbClr val="203B69"/>
                </a:solidFill>
                <a:latin typeface="Arial"/>
                <a:ea typeface="Arial"/>
                <a:cs typeface="Arial"/>
              </a:defRPr>
            </a:lvl9pPr>
          </a:lstStyle>
          <a:p xmlns:a="http://schemas.openxmlformats.org/drawingml/2006/main">
            <a:pPr algn="l">
              <a:defRPr sz="2175" b="1">
                <a:solidFill>
                  <a:srgbClr val="203B69"/>
                </a:solidFill>
                <a:latin typeface="Arial"/>
                <a:ea typeface="Arial"/>
                <a:cs typeface="Arial"/>
              </a:defRPr>
            </a:pPr>
            <a:r>
              <a:rPr sz="2175" b="1">
                <a:solidFill>
                  <a:srgbClr val="203B69"/>
                </a:solidFill>
                <a:latin typeface="Arial"/>
                <a:ea typeface="Arial"/>
                <a:cs typeface="Arial"/>
              </a:rPr>
              <a:t>Same scope</a:t>
            </a:r>
          </a:p>
        </p:txBody>
      </p:sp>
      <p:sp>
        <p:nvSpPr>
          <p:cNvPr id="6" name="d3-23">
            <a:extLst xmlns:a="http://schemas.openxmlformats.org/drawingml/2006/main">
              <a:ext uri="{FF2B5EF4-FFF2-40B4-BE49-F238E27FC236}">
                <a16:creationId xmlns:a16="http://schemas.microsoft.com/office/drawing/2014/main" id="{633AF1CC-3D07-4791-B68C-CDC877F53E28}"/>
              </a:ext>
            </a:extLst>
          </p:cNvPr>
          <p:cNvSpPr>
            <a:spLocks xmlns:a="http://schemas.openxmlformats.org/drawingml/2006/main" noGrp="1"/>
          </p:cNvSpPr>
          <p:nvPr/>
        </p:nvSpPr>
        <p:spPr>
          <a:xfrm xmlns:a="http://schemas.openxmlformats.org/drawingml/2006/main">
            <a:off x="9372600" y="2171700"/>
            <a:ext cx="2324100" cy="2266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950" b="0">
                <a:solidFill>
                  <a:srgbClr val="213044"/>
                </a:solidFill>
                <a:latin typeface="Arial"/>
                <a:ea typeface="Arial"/>
                <a:cs typeface="Arial"/>
              </a:defRPr>
            </a:defPPr>
            <a:lvl1pPr algn="l">
              <a:defRPr sz="1950" b="0">
                <a:solidFill>
                  <a:srgbClr val="213044"/>
                </a:solidFill>
                <a:latin typeface="Arial"/>
                <a:ea typeface="Arial"/>
                <a:cs typeface="Arial"/>
              </a:defRPr>
            </a:lvl1pPr>
            <a:lvl2pPr algn="l">
              <a:defRPr sz="1950" b="0">
                <a:solidFill>
                  <a:srgbClr val="213044"/>
                </a:solidFill>
                <a:latin typeface="Arial"/>
                <a:ea typeface="Arial"/>
                <a:cs typeface="Arial"/>
              </a:defRPr>
            </a:lvl2pPr>
            <a:lvl3pPr algn="l">
              <a:defRPr sz="1950" b="0">
                <a:solidFill>
                  <a:srgbClr val="213044"/>
                </a:solidFill>
                <a:latin typeface="Arial"/>
                <a:ea typeface="Arial"/>
                <a:cs typeface="Arial"/>
              </a:defRPr>
            </a:lvl3pPr>
            <a:lvl4pPr algn="l">
              <a:defRPr sz="1950" b="0">
                <a:solidFill>
                  <a:srgbClr val="213044"/>
                </a:solidFill>
                <a:latin typeface="Arial"/>
                <a:ea typeface="Arial"/>
                <a:cs typeface="Arial"/>
              </a:defRPr>
            </a:lvl4pPr>
            <a:lvl5pPr algn="l">
              <a:defRPr sz="1950" b="0">
                <a:solidFill>
                  <a:srgbClr val="213044"/>
                </a:solidFill>
                <a:latin typeface="Arial"/>
                <a:ea typeface="Arial"/>
                <a:cs typeface="Arial"/>
              </a:defRPr>
            </a:lvl5pPr>
            <a:lvl6pPr algn="l">
              <a:defRPr sz="1950" b="0">
                <a:solidFill>
                  <a:srgbClr val="213044"/>
                </a:solidFill>
                <a:latin typeface="Arial"/>
                <a:ea typeface="Arial"/>
                <a:cs typeface="Arial"/>
              </a:defRPr>
            </a:lvl6pPr>
            <a:lvl7pPr algn="l">
              <a:defRPr sz="1950" b="0">
                <a:solidFill>
                  <a:srgbClr val="213044"/>
                </a:solidFill>
                <a:latin typeface="Arial"/>
                <a:ea typeface="Arial"/>
                <a:cs typeface="Arial"/>
              </a:defRPr>
            </a:lvl7pPr>
            <a:lvl8pPr algn="l">
              <a:defRPr sz="1950" b="0">
                <a:solidFill>
                  <a:srgbClr val="213044"/>
                </a:solidFill>
                <a:latin typeface="Arial"/>
                <a:ea typeface="Arial"/>
                <a:cs typeface="Arial"/>
              </a:defRPr>
            </a:lvl8pPr>
            <a:lvl9pPr algn="l">
              <a:defRPr sz="1950" b="0">
                <a:solidFill>
                  <a:srgbClr val="213044"/>
                </a:solidFill>
                <a:latin typeface="Arial"/>
                <a:ea typeface="Arial"/>
                <a:cs typeface="Arial"/>
              </a:defRPr>
            </a:lvl9pPr>
          </a:lstStyle>
          <a:p xmlns:a="http://schemas.openxmlformats.org/drawingml/2006/main">
            <a:pPr algn="l">
              <a:defRPr sz="1950" b="0">
                <a:solidFill>
                  <a:srgbClr val="213044"/>
                </a:solidFill>
                <a:latin typeface="Arial"/>
                <a:ea typeface="Arial"/>
                <a:cs typeface="Arial"/>
              </a:defRPr>
            </a:pPr>
            <a:r>
              <a:rPr sz="1950" b="0">
                <a:solidFill>
                  <a:srgbClr val="213044"/>
                </a:solidFill>
                <a:latin typeface="Arial"/>
                <a:ea typeface="Arial"/>
                <a:cs typeface="Arial"/>
              </a:rPr>
              <a:t>5% discount</a:t>
            </a:r>
          </a:p>
          <a:p xmlns:a="http://schemas.openxmlformats.org/drawingml/2006/main">
            <a:pPr algn="l">
              <a:defRPr sz="1950" b="0">
                <a:solidFill>
                  <a:srgbClr val="213044"/>
                </a:solidFill>
                <a:latin typeface="Arial"/>
                <a:ea typeface="Arial"/>
                <a:cs typeface="Arial"/>
              </a:defRPr>
            </a:pPr>
            <a:r>
              <a:rPr sz="1950" b="0">
                <a:solidFill>
                  <a:srgbClr val="213044"/>
                </a:solidFill>
                <a:latin typeface="Arial"/>
                <a:ea typeface="Arial"/>
                <a:cs typeface="Arial"/>
              </a:rPr>
              <a:t>CAD 13,687.13</a:t>
            </a:r>
          </a:p>
          <a:p xmlns:a="http://schemas.openxmlformats.org/drawingml/2006/main">
            <a:r>
              <a:t/>
            </a:r>
          </a:p>
          <a:p xmlns:a="http://schemas.openxmlformats.org/drawingml/2006/main">
            <a:pPr algn="l">
              <a:defRPr sz="1950" b="0">
                <a:solidFill>
                  <a:srgbClr val="213044"/>
                </a:solidFill>
                <a:latin typeface="Arial"/>
                <a:ea typeface="Arial"/>
                <a:cs typeface="Arial"/>
              </a:defRPr>
            </a:pPr>
            <a:r>
              <a:rPr sz="1950" b="0">
                <a:solidFill>
                  <a:srgbClr val="213044"/>
                </a:solidFill>
                <a:latin typeface="Arial"/>
                <a:ea typeface="Arial"/>
                <a:cs typeface="Arial"/>
              </a:rPr>
              <a:t>10% discount</a:t>
            </a:r>
          </a:p>
          <a:p xmlns:a="http://schemas.openxmlformats.org/drawingml/2006/main">
            <a:pPr algn="l">
              <a:defRPr sz="1950" b="0">
                <a:solidFill>
                  <a:srgbClr val="213044"/>
                </a:solidFill>
                <a:latin typeface="Arial"/>
                <a:ea typeface="Arial"/>
                <a:cs typeface="Arial"/>
              </a:defRPr>
            </a:pPr>
            <a:r>
              <a:rPr sz="1950" b="0">
                <a:solidFill>
                  <a:srgbClr val="213044"/>
                </a:solidFill>
                <a:latin typeface="Arial"/>
                <a:ea typeface="Arial"/>
                <a:cs typeface="Arial"/>
              </a:rPr>
              <a:t>CAD 12,966.75</a:t>
            </a:r>
          </a:p>
        </p:txBody>
      </p:sp>
      <p:sp>
        <p:nvSpPr>
          <p:cNvPr id="7" name="d3-24">
            <a:extLst xmlns:a="http://schemas.openxmlformats.org/drawingml/2006/main">
              <a:ext uri="{FF2B5EF4-FFF2-40B4-BE49-F238E27FC236}">
                <a16:creationId xmlns:a16="http://schemas.microsoft.com/office/drawing/2014/main" id="{66D2C2A8-D579-4AC6-A595-AEBFEC71D6EC}"/>
              </a:ext>
            </a:extLst>
          </p:cNvPr>
          <p:cNvSpPr>
            <a:spLocks xmlns:a="http://schemas.openxmlformats.org/drawingml/2006/main" noGrp="1"/>
          </p:cNvSpPr>
          <p:nvPr/>
        </p:nvSpPr>
        <p:spPr>
          <a:xfrm xmlns:a="http://schemas.openxmlformats.org/drawingml/2006/main">
            <a:off x="9372600" y="4905375"/>
            <a:ext cx="23241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875" b="1">
                <a:solidFill>
                  <a:srgbClr val="AC6154"/>
                </a:solidFill>
                <a:latin typeface="Arial"/>
                <a:ea typeface="Arial"/>
                <a:cs typeface="Arial"/>
              </a:defRPr>
            </a:defPPr>
            <a:lvl1pPr algn="l">
              <a:defRPr sz="1875" b="1">
                <a:solidFill>
                  <a:srgbClr val="AC6154"/>
                </a:solidFill>
                <a:latin typeface="Arial"/>
                <a:ea typeface="Arial"/>
                <a:cs typeface="Arial"/>
              </a:defRPr>
            </a:lvl1pPr>
            <a:lvl2pPr algn="l">
              <a:defRPr sz="1875" b="1">
                <a:solidFill>
                  <a:srgbClr val="AC6154"/>
                </a:solidFill>
                <a:latin typeface="Arial"/>
                <a:ea typeface="Arial"/>
                <a:cs typeface="Arial"/>
              </a:defRPr>
            </a:lvl2pPr>
            <a:lvl3pPr algn="l">
              <a:defRPr sz="1875" b="1">
                <a:solidFill>
                  <a:srgbClr val="AC6154"/>
                </a:solidFill>
                <a:latin typeface="Arial"/>
                <a:ea typeface="Arial"/>
                <a:cs typeface="Arial"/>
              </a:defRPr>
            </a:lvl3pPr>
            <a:lvl4pPr algn="l">
              <a:defRPr sz="1875" b="1">
                <a:solidFill>
                  <a:srgbClr val="AC6154"/>
                </a:solidFill>
                <a:latin typeface="Arial"/>
                <a:ea typeface="Arial"/>
                <a:cs typeface="Arial"/>
              </a:defRPr>
            </a:lvl4pPr>
            <a:lvl5pPr algn="l">
              <a:defRPr sz="1875" b="1">
                <a:solidFill>
                  <a:srgbClr val="AC6154"/>
                </a:solidFill>
                <a:latin typeface="Arial"/>
                <a:ea typeface="Arial"/>
                <a:cs typeface="Arial"/>
              </a:defRPr>
            </a:lvl5pPr>
            <a:lvl6pPr algn="l">
              <a:defRPr sz="1875" b="1">
                <a:solidFill>
                  <a:srgbClr val="AC6154"/>
                </a:solidFill>
                <a:latin typeface="Arial"/>
                <a:ea typeface="Arial"/>
                <a:cs typeface="Arial"/>
              </a:defRPr>
            </a:lvl6pPr>
            <a:lvl7pPr algn="l">
              <a:defRPr sz="1875" b="1">
                <a:solidFill>
                  <a:srgbClr val="AC6154"/>
                </a:solidFill>
                <a:latin typeface="Arial"/>
                <a:ea typeface="Arial"/>
                <a:cs typeface="Arial"/>
              </a:defRPr>
            </a:lvl7pPr>
            <a:lvl8pPr algn="l">
              <a:defRPr sz="1875" b="1">
                <a:solidFill>
                  <a:srgbClr val="AC6154"/>
                </a:solidFill>
                <a:latin typeface="Arial"/>
                <a:ea typeface="Arial"/>
                <a:cs typeface="Arial"/>
              </a:defRPr>
            </a:lvl8pPr>
            <a:lvl9pPr algn="l">
              <a:defRPr sz="1875" b="1">
                <a:solidFill>
                  <a:srgbClr val="AC6154"/>
                </a:solidFill>
                <a:latin typeface="Arial"/>
                <a:ea typeface="Arial"/>
                <a:cs typeface="Arial"/>
              </a:defRPr>
            </a:lvl9pPr>
          </a:lstStyle>
          <a:p xmlns:a="http://schemas.openxmlformats.org/drawingml/2006/main">
            <a:pPr algn="l">
              <a:defRPr sz="1875" b="1">
                <a:solidFill>
                  <a:srgbClr val="AC6154"/>
                </a:solidFill>
                <a:latin typeface="Arial"/>
                <a:ea typeface="Arial"/>
                <a:cs typeface="Arial"/>
              </a:defRPr>
            </a:pPr>
            <a:r>
              <a:rPr sz="1875" b="1">
                <a:solidFill>
                  <a:srgbClr val="AC6154"/>
                </a:solidFill>
                <a:latin typeface="Arial"/>
                <a:ea typeface="Arial"/>
                <a:cs typeface="Arial"/>
              </a:rPr>
              <a:t>Export excludes internal costs</a:t>
            </a:r>
          </a:p>
        </p:txBody>
      </p:sp>
    </p:spTree>
    <p:extLst>
      <p:ext uri="{BB962C8B-B14F-4D97-AF65-F5344CB8AC3E}">
        <p14:creationId xmlns:p14="http://schemas.microsoft.com/office/powerpoint/2010/main" val="18166290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2" name="">
            <a:extLst xmlns:a="http://schemas.openxmlformats.org/drawingml/2006/main">
              <a:ext uri="{FF2B5EF4-FFF2-40B4-BE49-F238E27FC236}">
                <a16:creationId xmlns:a16="http://schemas.microsoft.com/office/drawing/2014/main" id="{0A977F32-EC53-4830-93F7-DD1A0A14C44F}"/>
              </a:ext>
            </a:extLst>
          </p:cNvPr>
          <p:cNvCxnSpPr>
            <a:stCxn xmlns:a="http://schemas.openxmlformats.org/drawingml/2006/main" id="4" idx="3"/>
            <a:endCxn xmlns:a="http://schemas.openxmlformats.org/drawingml/2006/main" id="9" idx="1"/>
          </p:cNvCxnSpPr>
          <p:nvPr/>
        </p:nvCxnSpPr>
        <p:spPr>
          <a:xfrm xmlns:a="http://schemas.openxmlformats.org/drawingml/2006/main" flipV="1">
            <a:off x="7524750" y="3286125"/>
            <a:ext cx="1047750" cy="71438"/>
          </a:xfrm>
          <a:prstGeom xmlns:a="http://schemas.openxmlformats.org/drawingml/2006/main" prst="straightConnector1">
            <a:avLst/>
          </a:prstGeom>
          <a:ln xmlns:a="http://schemas.openxmlformats.org/drawingml/2006/main" w="19050">
            <a:solidFill>
              <a:srgbClr val="627084"/>
            </a:solidFill>
            <a:tailEnd type="arrow" w="sm" len="sm"/>
          </a:ln>
        </p:spPr>
      </p:cxnSp>
      <p:cxnSp>
        <p:nvCxnSpPr>
          <p:cNvPr id="11" name="">
            <a:extLst xmlns:a="http://schemas.openxmlformats.org/drawingml/2006/main">
              <a:ext uri="{FF2B5EF4-FFF2-40B4-BE49-F238E27FC236}">
                <a16:creationId xmlns:a16="http://schemas.microsoft.com/office/drawing/2014/main" id="{8A49BF96-51AD-42F5-8B9F-C70AE990763B}"/>
              </a:ext>
            </a:extLst>
          </p:cNvPr>
          <p:cNvCxnSpPr>
            <a:stCxn xmlns:a="http://schemas.openxmlformats.org/drawingml/2006/main" id="7" idx="3"/>
            <a:endCxn xmlns:a="http://schemas.openxmlformats.org/drawingml/2006/main" id="4" idx="1"/>
          </p:cNvCxnSpPr>
          <p:nvPr/>
        </p:nvCxnSpPr>
        <p:spPr>
          <a:xfrm xmlns:a="http://schemas.openxmlformats.org/drawingml/2006/main">
            <a:off x="3667125" y="3286125"/>
            <a:ext cx="1000125" cy="71438"/>
          </a:xfrm>
          <a:prstGeom xmlns:a="http://schemas.openxmlformats.org/drawingml/2006/main" prst="straightConnector1">
            <a:avLst/>
          </a:prstGeom>
          <a:ln xmlns:a="http://schemas.openxmlformats.org/drawingml/2006/main" w="19050">
            <a:solidFill>
              <a:srgbClr val="627084"/>
            </a:solidFill>
            <a:tailEnd type="arrow" w="sm" len="sm"/>
          </a:ln>
        </p:spPr>
      </p:cxnSp>
      <p:sp>
        <p:nvSpPr>
          <p:cNvPr id="14" name="d3-25">
            <a:extLst xmlns:a="http://schemas.openxmlformats.org/drawingml/2006/main">
              <a:ext uri="{FF2B5EF4-FFF2-40B4-BE49-F238E27FC236}">
                <a16:creationId xmlns:a16="http://schemas.microsoft.com/office/drawing/2014/main" id="{210AB69E-B130-4800-8236-B750C75F0083}"/>
              </a:ext>
            </a:extLst>
          </p:cNvPr>
          <p:cNvSpPr>
            <a:spLocks xmlns:a="http://schemas.openxmlformats.org/drawingml/2006/main" noGrp="1"/>
          </p:cNvSpPr>
          <p:nvPr/>
        </p:nvSpPr>
        <p:spPr>
          <a:xfrm xmlns:a="http://schemas.openxmlformats.org/drawingml/2006/main">
            <a:off x="523875" y="295275"/>
            <a:ext cx="11144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225" b="1">
                <a:solidFill>
                  <a:srgbClr val="213044"/>
                </a:solidFill>
                <a:latin typeface="Arial"/>
                <a:ea typeface="Arial"/>
                <a:cs typeface="Arial"/>
              </a:defRPr>
            </a:defPPr>
            <a:lvl1pPr algn="ctr">
              <a:defRPr sz="3225" b="1">
                <a:solidFill>
                  <a:srgbClr val="213044"/>
                </a:solidFill>
                <a:latin typeface="Arial"/>
                <a:ea typeface="Arial"/>
                <a:cs typeface="Arial"/>
              </a:defRPr>
            </a:lvl1pPr>
            <a:lvl2pPr algn="ctr">
              <a:defRPr sz="3225" b="1">
                <a:solidFill>
                  <a:srgbClr val="213044"/>
                </a:solidFill>
                <a:latin typeface="Arial"/>
                <a:ea typeface="Arial"/>
                <a:cs typeface="Arial"/>
              </a:defRPr>
            </a:lvl2pPr>
            <a:lvl3pPr algn="ctr">
              <a:defRPr sz="3225" b="1">
                <a:solidFill>
                  <a:srgbClr val="213044"/>
                </a:solidFill>
                <a:latin typeface="Arial"/>
                <a:ea typeface="Arial"/>
                <a:cs typeface="Arial"/>
              </a:defRPr>
            </a:lvl3pPr>
            <a:lvl4pPr algn="ctr">
              <a:defRPr sz="3225" b="1">
                <a:solidFill>
                  <a:srgbClr val="213044"/>
                </a:solidFill>
                <a:latin typeface="Arial"/>
                <a:ea typeface="Arial"/>
                <a:cs typeface="Arial"/>
              </a:defRPr>
            </a:lvl4pPr>
            <a:lvl5pPr algn="ctr">
              <a:defRPr sz="3225" b="1">
                <a:solidFill>
                  <a:srgbClr val="213044"/>
                </a:solidFill>
                <a:latin typeface="Arial"/>
                <a:ea typeface="Arial"/>
                <a:cs typeface="Arial"/>
              </a:defRPr>
            </a:lvl5pPr>
            <a:lvl6pPr algn="ctr">
              <a:defRPr sz="3225" b="1">
                <a:solidFill>
                  <a:srgbClr val="213044"/>
                </a:solidFill>
                <a:latin typeface="Arial"/>
                <a:ea typeface="Arial"/>
                <a:cs typeface="Arial"/>
              </a:defRPr>
            </a:lvl6pPr>
            <a:lvl7pPr algn="ctr">
              <a:defRPr sz="3225" b="1">
                <a:solidFill>
                  <a:srgbClr val="213044"/>
                </a:solidFill>
                <a:latin typeface="Arial"/>
                <a:ea typeface="Arial"/>
                <a:cs typeface="Arial"/>
              </a:defRPr>
            </a:lvl7pPr>
            <a:lvl8pPr algn="ctr">
              <a:defRPr sz="3225" b="1">
                <a:solidFill>
                  <a:srgbClr val="213044"/>
                </a:solidFill>
                <a:latin typeface="Arial"/>
                <a:ea typeface="Arial"/>
                <a:cs typeface="Arial"/>
              </a:defRPr>
            </a:lvl8pPr>
            <a:lvl9pPr algn="ctr">
              <a:defRPr sz="3225" b="1">
                <a:solidFill>
                  <a:srgbClr val="213044"/>
                </a:solidFill>
                <a:latin typeface="Arial"/>
                <a:ea typeface="Arial"/>
                <a:cs typeface="Arial"/>
              </a:defRPr>
            </a:lvl9pPr>
          </a:lstStyle>
          <a:p xmlns:a="http://schemas.openxmlformats.org/drawingml/2006/main">
            <a:pPr algn="ctr">
              <a:defRPr sz="3225" b="1">
                <a:solidFill>
                  <a:srgbClr val="213044"/>
                </a:solidFill>
                <a:latin typeface="Arial"/>
                <a:ea typeface="Arial"/>
                <a:cs typeface="Arial"/>
              </a:defRPr>
            </a:pPr>
            <a:r>
              <a:rPr sz="3225" b="1">
                <a:solidFill>
                  <a:srgbClr val="213044"/>
                </a:solidFill>
                <a:latin typeface="Arial"/>
                <a:ea typeface="Arial"/>
                <a:cs typeface="Arial"/>
              </a:rPr>
              <a:t>Working software can still be tangled</a:t>
            </a:r>
          </a:p>
        </p:txBody>
      </p:sp>
      <p:sp>
        <p:nvSpPr>
          <p:cNvPr id="2" name="d3-26">
            <a:extLst xmlns:a="http://schemas.openxmlformats.org/drawingml/2006/main">
              <a:ext uri="{FF2B5EF4-FFF2-40B4-BE49-F238E27FC236}">
                <a16:creationId xmlns:a16="http://schemas.microsoft.com/office/drawing/2014/main" id="{47CBB95D-F88B-4D50-8098-E25A87A14FC5}"/>
              </a:ext>
            </a:extLst>
          </p:cNvPr>
          <p:cNvSpPr>
            <a:spLocks xmlns:a="http://schemas.openxmlformats.org/drawingml/2006/main" noGrp="1"/>
          </p:cNvSpPr>
          <p:nvPr/>
        </p:nvSpPr>
        <p:spPr>
          <a:xfrm xmlns:a="http://schemas.openxmlformats.org/drawingml/2006/main">
            <a:off x="523875" y="65341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050" b="0">
                <a:solidFill>
                  <a:srgbClr val="627084"/>
                </a:solidFill>
                <a:latin typeface="Arial"/>
                <a:ea typeface="Arial"/>
                <a:cs typeface="Arial"/>
              </a:defRPr>
            </a:defPPr>
            <a:lvl1pPr algn="l">
              <a:defRPr sz="1050" b="0">
                <a:solidFill>
                  <a:srgbClr val="627084"/>
                </a:solidFill>
                <a:latin typeface="Arial"/>
                <a:ea typeface="Arial"/>
                <a:cs typeface="Arial"/>
              </a:defRPr>
            </a:lvl1pPr>
            <a:lvl2pPr algn="l">
              <a:defRPr sz="1050" b="0">
                <a:solidFill>
                  <a:srgbClr val="627084"/>
                </a:solidFill>
                <a:latin typeface="Arial"/>
                <a:ea typeface="Arial"/>
                <a:cs typeface="Arial"/>
              </a:defRPr>
            </a:lvl2pPr>
            <a:lvl3pPr algn="l">
              <a:defRPr sz="1050" b="0">
                <a:solidFill>
                  <a:srgbClr val="627084"/>
                </a:solidFill>
                <a:latin typeface="Arial"/>
                <a:ea typeface="Arial"/>
                <a:cs typeface="Arial"/>
              </a:defRPr>
            </a:lvl3pPr>
            <a:lvl4pPr algn="l">
              <a:defRPr sz="1050" b="0">
                <a:solidFill>
                  <a:srgbClr val="627084"/>
                </a:solidFill>
                <a:latin typeface="Arial"/>
                <a:ea typeface="Arial"/>
                <a:cs typeface="Arial"/>
              </a:defRPr>
            </a:lvl4pPr>
            <a:lvl5pPr algn="l">
              <a:defRPr sz="1050" b="0">
                <a:solidFill>
                  <a:srgbClr val="627084"/>
                </a:solidFill>
                <a:latin typeface="Arial"/>
                <a:ea typeface="Arial"/>
                <a:cs typeface="Arial"/>
              </a:defRPr>
            </a:lvl5pPr>
            <a:lvl6pPr algn="l">
              <a:defRPr sz="1050" b="0">
                <a:solidFill>
                  <a:srgbClr val="627084"/>
                </a:solidFill>
                <a:latin typeface="Arial"/>
                <a:ea typeface="Arial"/>
                <a:cs typeface="Arial"/>
              </a:defRPr>
            </a:lvl6pPr>
            <a:lvl7pPr algn="l">
              <a:defRPr sz="1050" b="0">
                <a:solidFill>
                  <a:srgbClr val="627084"/>
                </a:solidFill>
                <a:latin typeface="Arial"/>
                <a:ea typeface="Arial"/>
                <a:cs typeface="Arial"/>
              </a:defRPr>
            </a:lvl7pPr>
            <a:lvl8pPr algn="l">
              <a:defRPr sz="1050" b="0">
                <a:solidFill>
                  <a:srgbClr val="627084"/>
                </a:solidFill>
                <a:latin typeface="Arial"/>
                <a:ea typeface="Arial"/>
                <a:cs typeface="Arial"/>
              </a:defRPr>
            </a:lvl8pPr>
            <a:lvl9pPr algn="l">
              <a:defRPr sz="1050" b="0">
                <a:solidFill>
                  <a:srgbClr val="627084"/>
                </a:solidFill>
                <a:latin typeface="Arial"/>
                <a:ea typeface="Arial"/>
                <a:cs typeface="Arial"/>
              </a:defRPr>
            </a:lvl9pPr>
          </a:lstStyle>
          <a:p xmlns:a="http://schemas.openxmlformats.org/drawingml/2006/main">
            <a:pPr algn="l">
              <a:defRPr sz="1050" b="0">
                <a:solidFill>
                  <a:srgbClr val="627084"/>
                </a:solidFill>
                <a:latin typeface="Arial"/>
                <a:ea typeface="Arial"/>
                <a:cs typeface="Arial"/>
              </a:defRPr>
            </a:pPr>
            <a:r>
              <a:rPr sz="1050" b="0">
                <a:solidFill>
                  <a:srgbClr val="627084"/>
                </a:solidFill>
                <a:latin typeface="Arial"/>
                <a:ea typeface="Arial"/>
                <a:cs typeface="Arial"/>
              </a:rPr>
              <a:t>CODEX &amp; COFFEE</a:t>
            </a:r>
          </a:p>
        </p:txBody>
      </p:sp>
      <p:sp>
        <p:nvSpPr>
          <p:cNvPr id="3" name="d3-27">
            <a:extLst xmlns:a="http://schemas.openxmlformats.org/drawingml/2006/main">
              <a:ext uri="{FF2B5EF4-FFF2-40B4-BE49-F238E27FC236}">
                <a16:creationId xmlns:a16="http://schemas.microsoft.com/office/drawing/2014/main" id="{B947938E-7A31-4048-B48A-8EB66053C58F}"/>
              </a:ext>
            </a:extLst>
          </p:cNvPr>
          <p:cNvSpPr>
            <a:spLocks xmlns:a="http://schemas.openxmlformats.org/drawingml/2006/main" noGrp="1"/>
          </p:cNvSpPr>
          <p:nvPr/>
        </p:nvSpPr>
        <p:spPr>
          <a:xfrm xmlns:a="http://schemas.openxmlformats.org/drawingml/2006/main">
            <a:off x="10001250" y="6534150"/>
            <a:ext cx="1666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050" b="0">
                <a:solidFill>
                  <a:srgbClr val="627084"/>
                </a:solidFill>
                <a:latin typeface="Arial"/>
                <a:ea typeface="Arial"/>
                <a:cs typeface="Arial"/>
              </a:defRPr>
            </a:defPPr>
            <a:lvl1pPr algn="r">
              <a:defRPr sz="1050" b="0">
                <a:solidFill>
                  <a:srgbClr val="627084"/>
                </a:solidFill>
                <a:latin typeface="Arial"/>
                <a:ea typeface="Arial"/>
                <a:cs typeface="Arial"/>
              </a:defRPr>
            </a:lvl1pPr>
            <a:lvl2pPr algn="r">
              <a:defRPr sz="1050" b="0">
                <a:solidFill>
                  <a:srgbClr val="627084"/>
                </a:solidFill>
                <a:latin typeface="Arial"/>
                <a:ea typeface="Arial"/>
                <a:cs typeface="Arial"/>
              </a:defRPr>
            </a:lvl2pPr>
            <a:lvl3pPr algn="r">
              <a:defRPr sz="1050" b="0">
                <a:solidFill>
                  <a:srgbClr val="627084"/>
                </a:solidFill>
                <a:latin typeface="Arial"/>
                <a:ea typeface="Arial"/>
                <a:cs typeface="Arial"/>
              </a:defRPr>
            </a:lvl3pPr>
            <a:lvl4pPr algn="r">
              <a:defRPr sz="1050" b="0">
                <a:solidFill>
                  <a:srgbClr val="627084"/>
                </a:solidFill>
                <a:latin typeface="Arial"/>
                <a:ea typeface="Arial"/>
                <a:cs typeface="Arial"/>
              </a:defRPr>
            </a:lvl4pPr>
            <a:lvl5pPr algn="r">
              <a:defRPr sz="1050" b="0">
                <a:solidFill>
                  <a:srgbClr val="627084"/>
                </a:solidFill>
                <a:latin typeface="Arial"/>
                <a:ea typeface="Arial"/>
                <a:cs typeface="Arial"/>
              </a:defRPr>
            </a:lvl5pPr>
            <a:lvl6pPr algn="r">
              <a:defRPr sz="1050" b="0">
                <a:solidFill>
                  <a:srgbClr val="627084"/>
                </a:solidFill>
                <a:latin typeface="Arial"/>
                <a:ea typeface="Arial"/>
                <a:cs typeface="Arial"/>
              </a:defRPr>
            </a:lvl6pPr>
            <a:lvl7pPr algn="r">
              <a:defRPr sz="1050" b="0">
                <a:solidFill>
                  <a:srgbClr val="627084"/>
                </a:solidFill>
                <a:latin typeface="Arial"/>
                <a:ea typeface="Arial"/>
                <a:cs typeface="Arial"/>
              </a:defRPr>
            </a:lvl7pPr>
            <a:lvl8pPr algn="r">
              <a:defRPr sz="1050" b="0">
                <a:solidFill>
                  <a:srgbClr val="627084"/>
                </a:solidFill>
                <a:latin typeface="Arial"/>
                <a:ea typeface="Arial"/>
                <a:cs typeface="Arial"/>
              </a:defRPr>
            </a:lvl8pPr>
            <a:lvl9pPr algn="r">
              <a:defRPr sz="1050" b="0">
                <a:solidFill>
                  <a:srgbClr val="627084"/>
                </a:solidFill>
                <a:latin typeface="Arial"/>
                <a:ea typeface="Arial"/>
                <a:cs typeface="Arial"/>
              </a:defRPr>
            </a:lvl9pPr>
          </a:lstStyle>
          <a:p xmlns:a="http://schemas.openxmlformats.org/drawingml/2006/main">
            <a:pPr algn="r">
              <a:defRPr sz="1050" b="0">
                <a:solidFill>
                  <a:srgbClr val="627084"/>
                </a:solidFill>
                <a:latin typeface="Arial"/>
                <a:ea typeface="Arial"/>
                <a:cs typeface="Arial"/>
              </a:defRPr>
            </a:pPr>
            <a:r>
              <a:rPr sz="1050" b="0">
                <a:solidFill>
                  <a:srgbClr val="627084"/>
                </a:solidFill>
                <a:latin typeface="Arial"/>
                <a:ea typeface="Arial"/>
                <a:cs typeface="Arial"/>
              </a:rPr>
              <a:t>DAY 3  ·  4</a:t>
            </a:r>
          </a:p>
        </p:txBody>
      </p:sp>
      <p:sp>
        <p:nvSpPr>
          <p:cNvPr id="4" name="d3-28">
            <a:extLst xmlns:a="http://schemas.openxmlformats.org/drawingml/2006/main">
              <a:ext uri="{FF2B5EF4-FFF2-40B4-BE49-F238E27FC236}">
                <a16:creationId xmlns:a16="http://schemas.microsoft.com/office/drawing/2014/main" id="{91952312-4CF2-489A-8070-91ECE8191F7C}"/>
              </a:ext>
            </a:extLst>
          </p:cNvPr>
          <p:cNvSpPr>
            <a:spLocks xmlns:a="http://schemas.openxmlformats.org/drawingml/2006/main" noGrp="1"/>
          </p:cNvSpPr>
          <p:nvPr/>
        </p:nvSpPr>
        <p:spPr>
          <a:xfrm xmlns:a="http://schemas.openxmlformats.org/drawingml/2006/main">
            <a:off x="4667250" y="1857375"/>
            <a:ext cx="2857500" cy="3000375"/>
          </a:xfrm>
          <a:prstGeom xmlns:a="http://schemas.openxmlformats.org/drawingml/2006/main" prst="roundRect">
            <a:avLst>
              <a:gd name="adj" fmla="val 2667"/>
            </a:avLst>
          </a:prstGeom>
          <a:solidFill xmlns:a="http://schemas.openxmlformats.org/drawingml/2006/main">
            <a:srgbClr val="FBEAE6"/>
          </a:solidFill>
          <a:ln xmlns:a="http://schemas.openxmlformats.org/drawingml/2006/main" w="14288">
            <a:solidFill>
              <a:srgbClr val="AC6154"/>
            </a:solidFill>
          </a:ln>
        </p:spPr>
      </p:sp>
      <p:sp>
        <p:nvSpPr>
          <p:cNvPr id="5" name="d3-29">
            <a:extLst xmlns:a="http://schemas.openxmlformats.org/drawingml/2006/main">
              <a:ext uri="{FF2B5EF4-FFF2-40B4-BE49-F238E27FC236}">
                <a16:creationId xmlns:a16="http://schemas.microsoft.com/office/drawing/2014/main" id="{C95B6C33-25CC-4F0A-9FFA-2FB6E7B28378}"/>
              </a:ext>
            </a:extLst>
          </p:cNvPr>
          <p:cNvSpPr>
            <a:spLocks xmlns:a="http://schemas.openxmlformats.org/drawingml/2006/main" noGrp="1"/>
          </p:cNvSpPr>
          <p:nvPr/>
        </p:nvSpPr>
        <p:spPr>
          <a:xfrm xmlns:a="http://schemas.openxmlformats.org/drawingml/2006/main">
            <a:off x="4953000" y="2095500"/>
            <a:ext cx="2286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400" b="1">
                <a:solidFill>
                  <a:srgbClr val="AC6154"/>
                </a:solidFill>
                <a:latin typeface="Arial"/>
                <a:ea typeface="Arial"/>
                <a:cs typeface="Arial"/>
              </a:defRPr>
            </a:defPPr>
            <a:lvl1pPr algn="ctr">
              <a:defRPr sz="2400" b="1">
                <a:solidFill>
                  <a:srgbClr val="AC6154"/>
                </a:solidFill>
                <a:latin typeface="Arial"/>
                <a:ea typeface="Arial"/>
                <a:cs typeface="Arial"/>
              </a:defRPr>
            </a:lvl1pPr>
            <a:lvl2pPr algn="ctr">
              <a:defRPr sz="2400" b="1">
                <a:solidFill>
                  <a:srgbClr val="AC6154"/>
                </a:solidFill>
                <a:latin typeface="Arial"/>
                <a:ea typeface="Arial"/>
                <a:cs typeface="Arial"/>
              </a:defRPr>
            </a:lvl2pPr>
            <a:lvl3pPr algn="ctr">
              <a:defRPr sz="2400" b="1">
                <a:solidFill>
                  <a:srgbClr val="AC6154"/>
                </a:solidFill>
                <a:latin typeface="Arial"/>
                <a:ea typeface="Arial"/>
                <a:cs typeface="Arial"/>
              </a:defRPr>
            </a:lvl3pPr>
            <a:lvl4pPr algn="ctr">
              <a:defRPr sz="2400" b="1">
                <a:solidFill>
                  <a:srgbClr val="AC6154"/>
                </a:solidFill>
                <a:latin typeface="Arial"/>
                <a:ea typeface="Arial"/>
                <a:cs typeface="Arial"/>
              </a:defRPr>
            </a:lvl4pPr>
            <a:lvl5pPr algn="ctr">
              <a:defRPr sz="2400" b="1">
                <a:solidFill>
                  <a:srgbClr val="AC6154"/>
                </a:solidFill>
                <a:latin typeface="Arial"/>
                <a:ea typeface="Arial"/>
                <a:cs typeface="Arial"/>
              </a:defRPr>
            </a:lvl5pPr>
            <a:lvl6pPr algn="ctr">
              <a:defRPr sz="2400" b="1">
                <a:solidFill>
                  <a:srgbClr val="AC6154"/>
                </a:solidFill>
                <a:latin typeface="Arial"/>
                <a:ea typeface="Arial"/>
                <a:cs typeface="Arial"/>
              </a:defRPr>
            </a:lvl6pPr>
            <a:lvl7pPr algn="ctr">
              <a:defRPr sz="2400" b="1">
                <a:solidFill>
                  <a:srgbClr val="AC6154"/>
                </a:solidFill>
                <a:latin typeface="Arial"/>
                <a:ea typeface="Arial"/>
                <a:cs typeface="Arial"/>
              </a:defRPr>
            </a:lvl7pPr>
            <a:lvl8pPr algn="ctr">
              <a:defRPr sz="2400" b="1">
                <a:solidFill>
                  <a:srgbClr val="AC6154"/>
                </a:solidFill>
                <a:latin typeface="Arial"/>
                <a:ea typeface="Arial"/>
                <a:cs typeface="Arial"/>
              </a:defRPr>
            </a:lvl8pPr>
            <a:lvl9pPr algn="ctr">
              <a:defRPr sz="2400" b="1">
                <a:solidFill>
                  <a:srgbClr val="AC6154"/>
                </a:solidFill>
                <a:latin typeface="Arial"/>
                <a:ea typeface="Arial"/>
                <a:cs typeface="Arial"/>
              </a:defRPr>
            </a:lvl9pPr>
          </a:lstStyle>
          <a:p xmlns:a="http://schemas.openxmlformats.org/drawingml/2006/main">
            <a:pPr algn="ctr">
              <a:defRPr sz="2400" b="1">
                <a:solidFill>
                  <a:srgbClr val="AC6154"/>
                </a:solidFill>
                <a:latin typeface="Arial"/>
                <a:ea typeface="Arial"/>
                <a:cs typeface="Arial"/>
              </a:defRPr>
            </a:pPr>
            <a:r>
              <a:rPr sz="2400" b="1">
                <a:solidFill>
                  <a:srgbClr val="AC6154"/>
                </a:solidFill>
                <a:latin typeface="Arial"/>
                <a:ea typeface="Arial"/>
                <a:cs typeface="Arial"/>
              </a:rPr>
              <a:t>app.js</a:t>
            </a:r>
          </a:p>
        </p:txBody>
      </p:sp>
      <p:sp>
        <p:nvSpPr>
          <p:cNvPr id="6" name="d3-30">
            <a:extLst xmlns:a="http://schemas.openxmlformats.org/drawingml/2006/main">
              <a:ext uri="{FF2B5EF4-FFF2-40B4-BE49-F238E27FC236}">
                <a16:creationId xmlns:a16="http://schemas.microsoft.com/office/drawing/2014/main" id="{08FF8F52-09B0-4C03-BDEB-7440DF8F84D9}"/>
              </a:ext>
            </a:extLst>
          </p:cNvPr>
          <p:cNvSpPr>
            <a:spLocks xmlns:a="http://schemas.openxmlformats.org/drawingml/2006/main" noGrp="1"/>
          </p:cNvSpPr>
          <p:nvPr/>
        </p:nvSpPr>
        <p:spPr>
          <a:xfrm xmlns:a="http://schemas.openxmlformats.org/drawingml/2006/main">
            <a:off x="4972050" y="2752725"/>
            <a:ext cx="22479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175" b="0">
                <a:solidFill>
                  <a:srgbClr val="213044"/>
                </a:solidFill>
                <a:latin typeface="Arial"/>
                <a:ea typeface="Arial"/>
                <a:cs typeface="Arial"/>
              </a:defRPr>
            </a:defPPr>
            <a:lvl1pPr algn="ctr">
              <a:defRPr sz="2175" b="0">
                <a:solidFill>
                  <a:srgbClr val="213044"/>
                </a:solidFill>
                <a:latin typeface="Arial"/>
                <a:ea typeface="Arial"/>
                <a:cs typeface="Arial"/>
              </a:defRPr>
            </a:lvl1pPr>
            <a:lvl2pPr algn="ctr">
              <a:defRPr sz="2175" b="0">
                <a:solidFill>
                  <a:srgbClr val="213044"/>
                </a:solidFill>
                <a:latin typeface="Arial"/>
                <a:ea typeface="Arial"/>
                <a:cs typeface="Arial"/>
              </a:defRPr>
            </a:lvl2pPr>
            <a:lvl3pPr algn="ctr">
              <a:defRPr sz="2175" b="0">
                <a:solidFill>
                  <a:srgbClr val="213044"/>
                </a:solidFill>
                <a:latin typeface="Arial"/>
                <a:ea typeface="Arial"/>
                <a:cs typeface="Arial"/>
              </a:defRPr>
            </a:lvl3pPr>
            <a:lvl4pPr algn="ctr">
              <a:defRPr sz="2175" b="0">
                <a:solidFill>
                  <a:srgbClr val="213044"/>
                </a:solidFill>
                <a:latin typeface="Arial"/>
                <a:ea typeface="Arial"/>
                <a:cs typeface="Arial"/>
              </a:defRPr>
            </a:lvl4pPr>
            <a:lvl5pPr algn="ctr">
              <a:defRPr sz="2175" b="0">
                <a:solidFill>
                  <a:srgbClr val="213044"/>
                </a:solidFill>
                <a:latin typeface="Arial"/>
                <a:ea typeface="Arial"/>
                <a:cs typeface="Arial"/>
              </a:defRPr>
            </a:lvl5pPr>
            <a:lvl6pPr algn="ctr">
              <a:defRPr sz="2175" b="0">
                <a:solidFill>
                  <a:srgbClr val="213044"/>
                </a:solidFill>
                <a:latin typeface="Arial"/>
                <a:ea typeface="Arial"/>
                <a:cs typeface="Arial"/>
              </a:defRPr>
            </a:lvl6pPr>
            <a:lvl7pPr algn="ctr">
              <a:defRPr sz="2175" b="0">
                <a:solidFill>
                  <a:srgbClr val="213044"/>
                </a:solidFill>
                <a:latin typeface="Arial"/>
                <a:ea typeface="Arial"/>
                <a:cs typeface="Arial"/>
              </a:defRPr>
            </a:lvl7pPr>
            <a:lvl8pPr algn="ctr">
              <a:defRPr sz="2175" b="0">
                <a:solidFill>
                  <a:srgbClr val="213044"/>
                </a:solidFill>
                <a:latin typeface="Arial"/>
                <a:ea typeface="Arial"/>
                <a:cs typeface="Arial"/>
              </a:defRPr>
            </a:lvl8pPr>
            <a:lvl9pPr algn="ctr">
              <a:defRPr sz="2175" b="0">
                <a:solidFill>
                  <a:srgbClr val="213044"/>
                </a:solidFill>
                <a:latin typeface="Arial"/>
                <a:ea typeface="Arial"/>
                <a:cs typeface="Arial"/>
              </a:defRPr>
            </a:lvl9pPr>
          </a:lstStyle>
          <a:p xmlns:a="http://schemas.openxmlformats.org/drawingml/2006/main">
            <a:pPr algn="ctr">
              <a:defRPr sz="2175" b="0">
                <a:solidFill>
                  <a:srgbClr val="213044"/>
                </a:solidFill>
                <a:latin typeface="Arial"/>
                <a:ea typeface="Arial"/>
                <a:cs typeface="Arial"/>
              </a:defRPr>
            </a:pPr>
            <a:r>
              <a:rPr sz="2175" b="0">
                <a:solidFill>
                  <a:srgbClr val="213044"/>
                </a:solidFill>
                <a:latin typeface="Arial"/>
                <a:ea typeface="Arial"/>
                <a:cs typeface="Arial"/>
              </a:rPr>
              <a:t>Pricing</a:t>
            </a:r>
          </a:p>
          <a:p xmlns:a="http://schemas.openxmlformats.org/drawingml/2006/main">
            <a:pPr algn="ctr">
              <a:defRPr sz="2175" b="0">
                <a:solidFill>
                  <a:srgbClr val="213044"/>
                </a:solidFill>
                <a:latin typeface="Arial"/>
                <a:ea typeface="Arial"/>
                <a:cs typeface="Arial"/>
              </a:defRPr>
            </a:pPr>
            <a:r>
              <a:rPr sz="2175" b="0">
                <a:solidFill>
                  <a:srgbClr val="213044"/>
                </a:solidFill>
                <a:latin typeface="Arial"/>
                <a:ea typeface="Arial"/>
                <a:cs typeface="Arial"/>
              </a:rPr>
              <a:t>UI rendering</a:t>
            </a:r>
          </a:p>
          <a:p xmlns:a="http://schemas.openxmlformats.org/drawingml/2006/main">
            <a:pPr algn="ctr">
              <a:defRPr sz="2175" b="0">
                <a:solidFill>
                  <a:srgbClr val="213044"/>
                </a:solidFill>
                <a:latin typeface="Arial"/>
                <a:ea typeface="Arial"/>
                <a:cs typeface="Arial"/>
              </a:defRPr>
            </a:pPr>
            <a:r>
              <a:rPr sz="2175" b="0">
                <a:solidFill>
                  <a:srgbClr val="213044"/>
                </a:solidFill>
                <a:latin typeface="Arial"/>
                <a:ea typeface="Arial"/>
                <a:cs typeface="Arial"/>
              </a:rPr>
              <a:t>Saved proposals</a:t>
            </a:r>
          </a:p>
          <a:p xmlns:a="http://schemas.openxmlformats.org/drawingml/2006/main">
            <a:pPr algn="ctr">
              <a:defRPr sz="2175" b="0">
                <a:solidFill>
                  <a:srgbClr val="213044"/>
                </a:solidFill>
                <a:latin typeface="Arial"/>
                <a:ea typeface="Arial"/>
                <a:cs typeface="Arial"/>
              </a:defRPr>
            </a:pPr>
            <a:r>
              <a:rPr sz="2175" b="0">
                <a:solidFill>
                  <a:srgbClr val="213044"/>
                </a:solidFill>
                <a:latin typeface="Arial"/>
                <a:ea typeface="Arial"/>
                <a:cs typeface="Arial"/>
              </a:rPr>
              <a:t>HTML export</a:t>
            </a:r>
          </a:p>
        </p:txBody>
      </p:sp>
      <p:sp>
        <p:nvSpPr>
          <p:cNvPr id="7" name="d3-31">
            <a:extLst xmlns:a="http://schemas.openxmlformats.org/drawingml/2006/main">
              <a:ext uri="{FF2B5EF4-FFF2-40B4-BE49-F238E27FC236}">
                <a16:creationId xmlns:a16="http://schemas.microsoft.com/office/drawing/2014/main" id="{B8E85871-5811-4732-A8EB-3D9930190E7E}"/>
              </a:ext>
            </a:extLst>
          </p:cNvPr>
          <p:cNvSpPr>
            <a:spLocks xmlns:a="http://schemas.openxmlformats.org/drawingml/2006/main" noGrp="1"/>
          </p:cNvSpPr>
          <p:nvPr/>
        </p:nvSpPr>
        <p:spPr>
          <a:xfrm xmlns:a="http://schemas.openxmlformats.org/drawingml/2006/main">
            <a:off x="619125" y="2619375"/>
            <a:ext cx="3048000" cy="1333500"/>
          </a:xfrm>
          <a:prstGeom xmlns:a="http://schemas.openxmlformats.org/drawingml/2006/main" prst="roundRect">
            <a:avLst>
              <a:gd name="adj" fmla="val 5714"/>
            </a:avLst>
          </a:prstGeom>
          <a:solidFill xmlns:a="http://schemas.openxmlformats.org/drawingml/2006/main">
            <a:srgbClr val="EAF3FC"/>
          </a:solidFill>
          <a:ln xmlns:a="http://schemas.openxmlformats.org/drawingml/2006/main" w="14288">
            <a:solidFill>
              <a:srgbClr val="3D709F"/>
            </a:solidFill>
          </a:ln>
        </p:spPr>
      </p:sp>
      <p:sp>
        <p:nvSpPr>
          <p:cNvPr id="8" name="d3-32">
            <a:extLst xmlns:a="http://schemas.openxmlformats.org/drawingml/2006/main">
              <a:ext uri="{FF2B5EF4-FFF2-40B4-BE49-F238E27FC236}">
                <a16:creationId xmlns:a16="http://schemas.microsoft.com/office/drawing/2014/main" id="{6FCAFB13-80A0-45B2-BC49-9FC03398B3EC}"/>
              </a:ext>
            </a:extLst>
          </p:cNvPr>
          <p:cNvSpPr>
            <a:spLocks xmlns:a="http://schemas.openxmlformats.org/drawingml/2006/main" noGrp="1"/>
          </p:cNvSpPr>
          <p:nvPr/>
        </p:nvSpPr>
        <p:spPr>
          <a:xfrm xmlns:a="http://schemas.openxmlformats.org/drawingml/2006/main">
            <a:off x="809625" y="2905125"/>
            <a:ext cx="2667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325" b="1">
                <a:solidFill>
                  <a:srgbClr val="3D709F"/>
                </a:solidFill>
                <a:latin typeface="Arial"/>
                <a:ea typeface="Arial"/>
                <a:cs typeface="Arial"/>
              </a:defRPr>
            </a:defPPr>
            <a:lvl1pPr algn="ctr">
              <a:defRPr sz="2325" b="1">
                <a:solidFill>
                  <a:srgbClr val="3D709F"/>
                </a:solidFill>
                <a:latin typeface="Arial"/>
                <a:ea typeface="Arial"/>
                <a:cs typeface="Arial"/>
              </a:defRPr>
            </a:lvl1pPr>
            <a:lvl2pPr algn="ctr">
              <a:defRPr sz="2325" b="1">
                <a:solidFill>
                  <a:srgbClr val="3D709F"/>
                </a:solidFill>
                <a:latin typeface="Arial"/>
                <a:ea typeface="Arial"/>
                <a:cs typeface="Arial"/>
              </a:defRPr>
            </a:lvl2pPr>
            <a:lvl3pPr algn="ctr">
              <a:defRPr sz="2325" b="1">
                <a:solidFill>
                  <a:srgbClr val="3D709F"/>
                </a:solidFill>
                <a:latin typeface="Arial"/>
                <a:ea typeface="Arial"/>
                <a:cs typeface="Arial"/>
              </a:defRPr>
            </a:lvl3pPr>
            <a:lvl4pPr algn="ctr">
              <a:defRPr sz="2325" b="1">
                <a:solidFill>
                  <a:srgbClr val="3D709F"/>
                </a:solidFill>
                <a:latin typeface="Arial"/>
                <a:ea typeface="Arial"/>
                <a:cs typeface="Arial"/>
              </a:defRPr>
            </a:lvl4pPr>
            <a:lvl5pPr algn="ctr">
              <a:defRPr sz="2325" b="1">
                <a:solidFill>
                  <a:srgbClr val="3D709F"/>
                </a:solidFill>
                <a:latin typeface="Arial"/>
                <a:ea typeface="Arial"/>
                <a:cs typeface="Arial"/>
              </a:defRPr>
            </a:lvl5pPr>
            <a:lvl6pPr algn="ctr">
              <a:defRPr sz="2325" b="1">
                <a:solidFill>
                  <a:srgbClr val="3D709F"/>
                </a:solidFill>
                <a:latin typeface="Arial"/>
                <a:ea typeface="Arial"/>
                <a:cs typeface="Arial"/>
              </a:defRPr>
            </a:lvl6pPr>
            <a:lvl7pPr algn="ctr">
              <a:defRPr sz="2325" b="1">
                <a:solidFill>
                  <a:srgbClr val="3D709F"/>
                </a:solidFill>
                <a:latin typeface="Arial"/>
                <a:ea typeface="Arial"/>
                <a:cs typeface="Arial"/>
              </a:defRPr>
            </a:lvl7pPr>
            <a:lvl8pPr algn="ctr">
              <a:defRPr sz="2325" b="1">
                <a:solidFill>
                  <a:srgbClr val="3D709F"/>
                </a:solidFill>
                <a:latin typeface="Arial"/>
                <a:ea typeface="Arial"/>
                <a:cs typeface="Arial"/>
              </a:defRPr>
            </a:lvl8pPr>
            <a:lvl9pPr algn="ctr">
              <a:defRPr sz="2325" b="1">
                <a:solidFill>
                  <a:srgbClr val="3D709F"/>
                </a:solidFill>
                <a:latin typeface="Arial"/>
                <a:ea typeface="Arial"/>
                <a:cs typeface="Arial"/>
              </a:defRPr>
            </a:lvl9pPr>
          </a:lstStyle>
          <a:p xmlns:a="http://schemas.openxmlformats.org/drawingml/2006/main">
            <a:pPr algn="ctr">
              <a:defRPr sz="2325" b="1">
                <a:solidFill>
                  <a:srgbClr val="3D709F"/>
                </a:solidFill>
                <a:latin typeface="Arial"/>
                <a:ea typeface="Arial"/>
                <a:cs typeface="Arial"/>
              </a:defRPr>
            </a:pPr>
            <a:r>
              <a:rPr sz="2325" b="1">
                <a:solidFill>
                  <a:srgbClr val="3D709F"/>
                </a:solidFill>
                <a:latin typeface="Arial"/>
                <a:ea typeface="Arial"/>
                <a:cs typeface="Arial"/>
              </a:rPr>
              <a:t>Quote inputs</a:t>
            </a:r>
          </a:p>
        </p:txBody>
      </p:sp>
      <p:sp>
        <p:nvSpPr>
          <p:cNvPr id="9" name="d3-33">
            <a:extLst xmlns:a="http://schemas.openxmlformats.org/drawingml/2006/main">
              <a:ext uri="{FF2B5EF4-FFF2-40B4-BE49-F238E27FC236}">
                <a16:creationId xmlns:a16="http://schemas.microsoft.com/office/drawing/2014/main" id="{2A2E54C4-19B9-44EE-80B3-B18233F46FA0}"/>
              </a:ext>
            </a:extLst>
          </p:cNvPr>
          <p:cNvSpPr>
            <a:spLocks xmlns:a="http://schemas.openxmlformats.org/drawingml/2006/main" noGrp="1"/>
          </p:cNvSpPr>
          <p:nvPr/>
        </p:nvSpPr>
        <p:spPr>
          <a:xfrm xmlns:a="http://schemas.openxmlformats.org/drawingml/2006/main">
            <a:off x="8572500" y="2619375"/>
            <a:ext cx="3000375" cy="1333500"/>
          </a:xfrm>
          <a:prstGeom xmlns:a="http://schemas.openxmlformats.org/drawingml/2006/main" prst="roundRect">
            <a:avLst>
              <a:gd name="adj" fmla="val 5714"/>
            </a:avLst>
          </a:prstGeom>
          <a:solidFill xmlns:a="http://schemas.openxmlformats.org/drawingml/2006/main">
            <a:srgbClr val="E5F4EF"/>
          </a:solidFill>
          <a:ln xmlns:a="http://schemas.openxmlformats.org/drawingml/2006/main" w="14288">
            <a:solidFill>
              <a:srgbClr val="327D6B"/>
            </a:solidFill>
          </a:ln>
        </p:spPr>
      </p:sp>
      <p:sp>
        <p:nvSpPr>
          <p:cNvPr id="10" name="d3-34">
            <a:extLst xmlns:a="http://schemas.openxmlformats.org/drawingml/2006/main">
              <a:ext uri="{FF2B5EF4-FFF2-40B4-BE49-F238E27FC236}">
                <a16:creationId xmlns:a16="http://schemas.microsoft.com/office/drawing/2014/main" id="{FBE35EE6-D3F2-413B-890D-18380E036D97}"/>
              </a:ext>
            </a:extLst>
          </p:cNvPr>
          <p:cNvSpPr>
            <a:spLocks xmlns:a="http://schemas.openxmlformats.org/drawingml/2006/main" noGrp="1"/>
          </p:cNvSpPr>
          <p:nvPr/>
        </p:nvSpPr>
        <p:spPr>
          <a:xfrm xmlns:a="http://schemas.openxmlformats.org/drawingml/2006/main">
            <a:off x="8763000" y="2809875"/>
            <a:ext cx="2619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175" b="1">
                <a:solidFill>
                  <a:srgbClr val="327D6B"/>
                </a:solidFill>
                <a:latin typeface="Arial"/>
                <a:ea typeface="Arial"/>
                <a:cs typeface="Arial"/>
              </a:defRPr>
            </a:defPPr>
            <a:lvl1pPr algn="ctr">
              <a:defRPr sz="2175" b="1">
                <a:solidFill>
                  <a:srgbClr val="327D6B"/>
                </a:solidFill>
                <a:latin typeface="Arial"/>
                <a:ea typeface="Arial"/>
                <a:cs typeface="Arial"/>
              </a:defRPr>
            </a:lvl1pPr>
            <a:lvl2pPr algn="ctr">
              <a:defRPr sz="2175" b="1">
                <a:solidFill>
                  <a:srgbClr val="327D6B"/>
                </a:solidFill>
                <a:latin typeface="Arial"/>
                <a:ea typeface="Arial"/>
                <a:cs typeface="Arial"/>
              </a:defRPr>
            </a:lvl2pPr>
            <a:lvl3pPr algn="ctr">
              <a:defRPr sz="2175" b="1">
                <a:solidFill>
                  <a:srgbClr val="327D6B"/>
                </a:solidFill>
                <a:latin typeface="Arial"/>
                <a:ea typeface="Arial"/>
                <a:cs typeface="Arial"/>
              </a:defRPr>
            </a:lvl3pPr>
            <a:lvl4pPr algn="ctr">
              <a:defRPr sz="2175" b="1">
                <a:solidFill>
                  <a:srgbClr val="327D6B"/>
                </a:solidFill>
                <a:latin typeface="Arial"/>
                <a:ea typeface="Arial"/>
                <a:cs typeface="Arial"/>
              </a:defRPr>
            </a:lvl4pPr>
            <a:lvl5pPr algn="ctr">
              <a:defRPr sz="2175" b="1">
                <a:solidFill>
                  <a:srgbClr val="327D6B"/>
                </a:solidFill>
                <a:latin typeface="Arial"/>
                <a:ea typeface="Arial"/>
                <a:cs typeface="Arial"/>
              </a:defRPr>
            </a:lvl5pPr>
            <a:lvl6pPr algn="ctr">
              <a:defRPr sz="2175" b="1">
                <a:solidFill>
                  <a:srgbClr val="327D6B"/>
                </a:solidFill>
                <a:latin typeface="Arial"/>
                <a:ea typeface="Arial"/>
                <a:cs typeface="Arial"/>
              </a:defRPr>
            </a:lvl6pPr>
            <a:lvl7pPr algn="ctr">
              <a:defRPr sz="2175" b="1">
                <a:solidFill>
                  <a:srgbClr val="327D6B"/>
                </a:solidFill>
                <a:latin typeface="Arial"/>
                <a:ea typeface="Arial"/>
                <a:cs typeface="Arial"/>
              </a:defRPr>
            </a:lvl7pPr>
            <a:lvl8pPr algn="ctr">
              <a:defRPr sz="2175" b="1">
                <a:solidFill>
                  <a:srgbClr val="327D6B"/>
                </a:solidFill>
                <a:latin typeface="Arial"/>
                <a:ea typeface="Arial"/>
                <a:cs typeface="Arial"/>
              </a:defRPr>
            </a:lvl8pPr>
            <a:lvl9pPr algn="ctr">
              <a:defRPr sz="2175" b="1">
                <a:solidFill>
                  <a:srgbClr val="327D6B"/>
                </a:solidFill>
                <a:latin typeface="Arial"/>
                <a:ea typeface="Arial"/>
                <a:cs typeface="Arial"/>
              </a:defRPr>
            </a:lvl9pPr>
          </a:lstStyle>
          <a:p xmlns:a="http://schemas.openxmlformats.org/drawingml/2006/main">
            <a:pPr algn="ctr">
              <a:defRPr sz="2175" b="1">
                <a:solidFill>
                  <a:srgbClr val="327D6B"/>
                </a:solidFill>
                <a:latin typeface="Arial"/>
                <a:ea typeface="Arial"/>
                <a:cs typeface="Arial"/>
              </a:defRPr>
            </a:pPr>
            <a:r>
              <a:rPr sz="2175" b="1">
                <a:solidFill>
                  <a:srgbClr val="327D6B"/>
                </a:solidFill>
                <a:latin typeface="Arial"/>
                <a:ea typeface="Arial"/>
                <a:cs typeface="Arial"/>
              </a:rPr>
              <a:t>One working product</a:t>
            </a:r>
          </a:p>
        </p:txBody>
      </p:sp>
      <p:sp>
        <p:nvSpPr>
          <p:cNvPr id="13" name="d3-35">
            <a:extLst xmlns:a="http://schemas.openxmlformats.org/drawingml/2006/main">
              <a:ext uri="{FF2B5EF4-FFF2-40B4-BE49-F238E27FC236}">
                <a16:creationId xmlns:a16="http://schemas.microsoft.com/office/drawing/2014/main" id="{8FF66108-B322-48E8-A520-6902AF340CFF}"/>
              </a:ext>
            </a:extLst>
          </p:cNvPr>
          <p:cNvSpPr>
            <a:spLocks xmlns:a="http://schemas.openxmlformats.org/drawingml/2006/main" noGrp="1"/>
          </p:cNvSpPr>
          <p:nvPr/>
        </p:nvSpPr>
        <p:spPr>
          <a:xfrm xmlns:a="http://schemas.openxmlformats.org/drawingml/2006/main">
            <a:off x="857250" y="5476875"/>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475" b="1">
                <a:solidFill>
                  <a:srgbClr val="203B69"/>
                </a:solidFill>
                <a:latin typeface="Arial"/>
                <a:ea typeface="Arial"/>
                <a:cs typeface="Arial"/>
              </a:defRPr>
            </a:defPPr>
            <a:lvl1pPr algn="ctr">
              <a:defRPr sz="2475" b="1">
                <a:solidFill>
                  <a:srgbClr val="203B69"/>
                </a:solidFill>
                <a:latin typeface="Arial"/>
                <a:ea typeface="Arial"/>
                <a:cs typeface="Arial"/>
              </a:defRPr>
            </a:lvl1pPr>
            <a:lvl2pPr algn="ctr">
              <a:defRPr sz="2475" b="1">
                <a:solidFill>
                  <a:srgbClr val="203B69"/>
                </a:solidFill>
                <a:latin typeface="Arial"/>
                <a:ea typeface="Arial"/>
                <a:cs typeface="Arial"/>
              </a:defRPr>
            </a:lvl2pPr>
            <a:lvl3pPr algn="ctr">
              <a:defRPr sz="2475" b="1">
                <a:solidFill>
                  <a:srgbClr val="203B69"/>
                </a:solidFill>
                <a:latin typeface="Arial"/>
                <a:ea typeface="Arial"/>
                <a:cs typeface="Arial"/>
              </a:defRPr>
            </a:lvl3pPr>
            <a:lvl4pPr algn="ctr">
              <a:defRPr sz="2475" b="1">
                <a:solidFill>
                  <a:srgbClr val="203B69"/>
                </a:solidFill>
                <a:latin typeface="Arial"/>
                <a:ea typeface="Arial"/>
                <a:cs typeface="Arial"/>
              </a:defRPr>
            </a:lvl4pPr>
            <a:lvl5pPr algn="ctr">
              <a:defRPr sz="2475" b="1">
                <a:solidFill>
                  <a:srgbClr val="203B69"/>
                </a:solidFill>
                <a:latin typeface="Arial"/>
                <a:ea typeface="Arial"/>
                <a:cs typeface="Arial"/>
              </a:defRPr>
            </a:lvl5pPr>
            <a:lvl6pPr algn="ctr">
              <a:defRPr sz="2475" b="1">
                <a:solidFill>
                  <a:srgbClr val="203B69"/>
                </a:solidFill>
                <a:latin typeface="Arial"/>
                <a:ea typeface="Arial"/>
                <a:cs typeface="Arial"/>
              </a:defRPr>
            </a:lvl6pPr>
            <a:lvl7pPr algn="ctr">
              <a:defRPr sz="2475" b="1">
                <a:solidFill>
                  <a:srgbClr val="203B69"/>
                </a:solidFill>
                <a:latin typeface="Arial"/>
                <a:ea typeface="Arial"/>
                <a:cs typeface="Arial"/>
              </a:defRPr>
            </a:lvl7pPr>
            <a:lvl8pPr algn="ctr">
              <a:defRPr sz="2475" b="1">
                <a:solidFill>
                  <a:srgbClr val="203B69"/>
                </a:solidFill>
                <a:latin typeface="Arial"/>
                <a:ea typeface="Arial"/>
                <a:cs typeface="Arial"/>
              </a:defRPr>
            </a:lvl8pPr>
            <a:lvl9pPr algn="ctr">
              <a:defRPr sz="2475" b="1">
                <a:solidFill>
                  <a:srgbClr val="203B69"/>
                </a:solidFill>
                <a:latin typeface="Arial"/>
                <a:ea typeface="Arial"/>
                <a:cs typeface="Arial"/>
              </a:defRPr>
            </a:lvl9pPr>
          </a:lstStyle>
          <a:p xmlns:a="http://schemas.openxmlformats.org/drawingml/2006/main">
            <a:pPr algn="ctr">
              <a:defRPr sz="2475" b="1">
                <a:solidFill>
                  <a:srgbClr val="203B69"/>
                </a:solidFill>
                <a:latin typeface="Arial"/>
                <a:ea typeface="Arial"/>
                <a:cs typeface="Arial"/>
              </a:defRPr>
            </a:pPr>
            <a:r>
              <a:rPr sz="2475" b="1">
                <a:solidFill>
                  <a:srgbClr val="203B69"/>
                </a:solidFill>
                <a:latin typeface="Arial"/>
                <a:ea typeface="Arial"/>
                <a:cs typeface="Arial"/>
              </a:rPr>
              <a:t>The safe seam already exists: calculateQuote(input)</a:t>
            </a:r>
          </a:p>
        </p:txBody>
      </p:sp>
    </p:spTree>
    <p:extLst>
      <p:ext uri="{BB962C8B-B14F-4D97-AF65-F5344CB8AC3E}">
        <p14:creationId xmlns:p14="http://schemas.microsoft.com/office/powerpoint/2010/main" val="207467214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d3-36">
            <a:extLst xmlns:a="http://schemas.openxmlformats.org/drawingml/2006/main">
              <a:ext uri="{FF2B5EF4-FFF2-40B4-BE49-F238E27FC236}">
                <a16:creationId xmlns:a16="http://schemas.microsoft.com/office/drawing/2014/main" id="{523A788A-C421-425F-A1A1-E2CFB3187264}"/>
              </a:ext>
            </a:extLst>
          </p:cNvPr>
          <p:cNvSpPr>
            <a:spLocks xmlns:a="http://schemas.openxmlformats.org/drawingml/2006/main" noGrp="1"/>
          </p:cNvSpPr>
          <p:nvPr/>
        </p:nvSpPr>
        <p:spPr>
          <a:xfrm xmlns:a="http://schemas.openxmlformats.org/drawingml/2006/main">
            <a:off x="523875" y="295275"/>
            <a:ext cx="11144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225" b="1">
                <a:solidFill>
                  <a:srgbClr val="213044"/>
                </a:solidFill>
                <a:latin typeface="Arial"/>
                <a:ea typeface="Arial"/>
                <a:cs typeface="Arial"/>
              </a:defRPr>
            </a:defPPr>
            <a:lvl1pPr algn="ctr">
              <a:defRPr sz="3225" b="1">
                <a:solidFill>
                  <a:srgbClr val="213044"/>
                </a:solidFill>
                <a:latin typeface="Arial"/>
                <a:ea typeface="Arial"/>
                <a:cs typeface="Arial"/>
              </a:defRPr>
            </a:lvl1pPr>
            <a:lvl2pPr algn="ctr">
              <a:defRPr sz="3225" b="1">
                <a:solidFill>
                  <a:srgbClr val="213044"/>
                </a:solidFill>
                <a:latin typeface="Arial"/>
                <a:ea typeface="Arial"/>
                <a:cs typeface="Arial"/>
              </a:defRPr>
            </a:lvl2pPr>
            <a:lvl3pPr algn="ctr">
              <a:defRPr sz="3225" b="1">
                <a:solidFill>
                  <a:srgbClr val="213044"/>
                </a:solidFill>
                <a:latin typeface="Arial"/>
                <a:ea typeface="Arial"/>
                <a:cs typeface="Arial"/>
              </a:defRPr>
            </a:lvl3pPr>
            <a:lvl4pPr algn="ctr">
              <a:defRPr sz="3225" b="1">
                <a:solidFill>
                  <a:srgbClr val="213044"/>
                </a:solidFill>
                <a:latin typeface="Arial"/>
                <a:ea typeface="Arial"/>
                <a:cs typeface="Arial"/>
              </a:defRPr>
            </a:lvl4pPr>
            <a:lvl5pPr algn="ctr">
              <a:defRPr sz="3225" b="1">
                <a:solidFill>
                  <a:srgbClr val="213044"/>
                </a:solidFill>
                <a:latin typeface="Arial"/>
                <a:ea typeface="Arial"/>
                <a:cs typeface="Arial"/>
              </a:defRPr>
            </a:lvl5pPr>
            <a:lvl6pPr algn="ctr">
              <a:defRPr sz="3225" b="1">
                <a:solidFill>
                  <a:srgbClr val="213044"/>
                </a:solidFill>
                <a:latin typeface="Arial"/>
                <a:ea typeface="Arial"/>
                <a:cs typeface="Arial"/>
              </a:defRPr>
            </a:lvl6pPr>
            <a:lvl7pPr algn="ctr">
              <a:defRPr sz="3225" b="1">
                <a:solidFill>
                  <a:srgbClr val="213044"/>
                </a:solidFill>
                <a:latin typeface="Arial"/>
                <a:ea typeface="Arial"/>
                <a:cs typeface="Arial"/>
              </a:defRPr>
            </a:lvl7pPr>
            <a:lvl8pPr algn="ctr">
              <a:defRPr sz="3225" b="1">
                <a:solidFill>
                  <a:srgbClr val="213044"/>
                </a:solidFill>
                <a:latin typeface="Arial"/>
                <a:ea typeface="Arial"/>
                <a:cs typeface="Arial"/>
              </a:defRPr>
            </a:lvl8pPr>
            <a:lvl9pPr algn="ctr">
              <a:defRPr sz="3225" b="1">
                <a:solidFill>
                  <a:srgbClr val="213044"/>
                </a:solidFill>
                <a:latin typeface="Arial"/>
                <a:ea typeface="Arial"/>
                <a:cs typeface="Arial"/>
              </a:defRPr>
            </a:lvl9pPr>
          </a:lstStyle>
          <a:p xmlns:a="http://schemas.openxmlformats.org/drawingml/2006/main">
            <a:pPr algn="ctr">
              <a:defRPr sz="3225" b="1">
                <a:solidFill>
                  <a:srgbClr val="213044"/>
                </a:solidFill>
                <a:latin typeface="Arial"/>
                <a:ea typeface="Arial"/>
                <a:cs typeface="Arial"/>
              </a:defRPr>
            </a:pPr>
            <a:r>
              <a:rPr sz="3225" b="1">
                <a:solidFill>
                  <a:srgbClr val="213044"/>
                </a:solidFill>
                <a:latin typeface="Arial"/>
                <a:ea typeface="Arial"/>
                <a:cs typeface="Arial"/>
              </a:rPr>
              <a:t>One repository or separate repositories?</a:t>
            </a:r>
          </a:p>
        </p:txBody>
      </p:sp>
      <p:sp>
        <p:nvSpPr>
          <p:cNvPr id="2" name="d3-37">
            <a:extLst xmlns:a="http://schemas.openxmlformats.org/drawingml/2006/main">
              <a:ext uri="{FF2B5EF4-FFF2-40B4-BE49-F238E27FC236}">
                <a16:creationId xmlns:a16="http://schemas.microsoft.com/office/drawing/2014/main" id="{58B014B4-64C0-41EB-BB90-7A45C5463AD8}"/>
              </a:ext>
            </a:extLst>
          </p:cNvPr>
          <p:cNvSpPr>
            <a:spLocks xmlns:a="http://schemas.openxmlformats.org/drawingml/2006/main" noGrp="1"/>
          </p:cNvSpPr>
          <p:nvPr/>
        </p:nvSpPr>
        <p:spPr>
          <a:xfrm xmlns:a="http://schemas.openxmlformats.org/drawingml/2006/main">
            <a:off x="523875" y="65341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050" b="0">
                <a:solidFill>
                  <a:srgbClr val="627084"/>
                </a:solidFill>
                <a:latin typeface="Arial"/>
                <a:ea typeface="Arial"/>
                <a:cs typeface="Arial"/>
              </a:defRPr>
            </a:defPPr>
            <a:lvl1pPr algn="l">
              <a:defRPr sz="1050" b="0">
                <a:solidFill>
                  <a:srgbClr val="627084"/>
                </a:solidFill>
                <a:latin typeface="Arial"/>
                <a:ea typeface="Arial"/>
                <a:cs typeface="Arial"/>
              </a:defRPr>
            </a:lvl1pPr>
            <a:lvl2pPr algn="l">
              <a:defRPr sz="1050" b="0">
                <a:solidFill>
                  <a:srgbClr val="627084"/>
                </a:solidFill>
                <a:latin typeface="Arial"/>
                <a:ea typeface="Arial"/>
                <a:cs typeface="Arial"/>
              </a:defRPr>
            </a:lvl2pPr>
            <a:lvl3pPr algn="l">
              <a:defRPr sz="1050" b="0">
                <a:solidFill>
                  <a:srgbClr val="627084"/>
                </a:solidFill>
                <a:latin typeface="Arial"/>
                <a:ea typeface="Arial"/>
                <a:cs typeface="Arial"/>
              </a:defRPr>
            </a:lvl3pPr>
            <a:lvl4pPr algn="l">
              <a:defRPr sz="1050" b="0">
                <a:solidFill>
                  <a:srgbClr val="627084"/>
                </a:solidFill>
                <a:latin typeface="Arial"/>
                <a:ea typeface="Arial"/>
                <a:cs typeface="Arial"/>
              </a:defRPr>
            </a:lvl4pPr>
            <a:lvl5pPr algn="l">
              <a:defRPr sz="1050" b="0">
                <a:solidFill>
                  <a:srgbClr val="627084"/>
                </a:solidFill>
                <a:latin typeface="Arial"/>
                <a:ea typeface="Arial"/>
                <a:cs typeface="Arial"/>
              </a:defRPr>
            </a:lvl5pPr>
            <a:lvl6pPr algn="l">
              <a:defRPr sz="1050" b="0">
                <a:solidFill>
                  <a:srgbClr val="627084"/>
                </a:solidFill>
                <a:latin typeface="Arial"/>
                <a:ea typeface="Arial"/>
                <a:cs typeface="Arial"/>
              </a:defRPr>
            </a:lvl6pPr>
            <a:lvl7pPr algn="l">
              <a:defRPr sz="1050" b="0">
                <a:solidFill>
                  <a:srgbClr val="627084"/>
                </a:solidFill>
                <a:latin typeface="Arial"/>
                <a:ea typeface="Arial"/>
                <a:cs typeface="Arial"/>
              </a:defRPr>
            </a:lvl7pPr>
            <a:lvl8pPr algn="l">
              <a:defRPr sz="1050" b="0">
                <a:solidFill>
                  <a:srgbClr val="627084"/>
                </a:solidFill>
                <a:latin typeface="Arial"/>
                <a:ea typeface="Arial"/>
                <a:cs typeface="Arial"/>
              </a:defRPr>
            </a:lvl8pPr>
            <a:lvl9pPr algn="l">
              <a:defRPr sz="1050" b="0">
                <a:solidFill>
                  <a:srgbClr val="627084"/>
                </a:solidFill>
                <a:latin typeface="Arial"/>
                <a:ea typeface="Arial"/>
                <a:cs typeface="Arial"/>
              </a:defRPr>
            </a:lvl9pPr>
          </a:lstStyle>
          <a:p xmlns:a="http://schemas.openxmlformats.org/drawingml/2006/main">
            <a:pPr algn="l">
              <a:defRPr sz="1050" b="0">
                <a:solidFill>
                  <a:srgbClr val="627084"/>
                </a:solidFill>
                <a:latin typeface="Arial"/>
                <a:ea typeface="Arial"/>
                <a:cs typeface="Arial"/>
              </a:defRPr>
            </a:pPr>
            <a:r>
              <a:rPr sz="1050" b="0">
                <a:solidFill>
                  <a:srgbClr val="627084"/>
                </a:solidFill>
                <a:latin typeface="Arial"/>
                <a:ea typeface="Arial"/>
                <a:cs typeface="Arial"/>
              </a:rPr>
              <a:t>CODEX &amp; COFFEE</a:t>
            </a:r>
          </a:p>
        </p:txBody>
      </p:sp>
      <p:sp>
        <p:nvSpPr>
          <p:cNvPr id="3" name="d3-38">
            <a:extLst xmlns:a="http://schemas.openxmlformats.org/drawingml/2006/main">
              <a:ext uri="{FF2B5EF4-FFF2-40B4-BE49-F238E27FC236}">
                <a16:creationId xmlns:a16="http://schemas.microsoft.com/office/drawing/2014/main" id="{6C82FEA2-F356-4EB3-B463-73D31446B542}"/>
              </a:ext>
            </a:extLst>
          </p:cNvPr>
          <p:cNvSpPr>
            <a:spLocks xmlns:a="http://schemas.openxmlformats.org/drawingml/2006/main" noGrp="1"/>
          </p:cNvSpPr>
          <p:nvPr/>
        </p:nvSpPr>
        <p:spPr>
          <a:xfrm xmlns:a="http://schemas.openxmlformats.org/drawingml/2006/main">
            <a:off x="10001250" y="6534150"/>
            <a:ext cx="1666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050" b="0">
                <a:solidFill>
                  <a:srgbClr val="627084"/>
                </a:solidFill>
                <a:latin typeface="Arial"/>
                <a:ea typeface="Arial"/>
                <a:cs typeface="Arial"/>
              </a:defRPr>
            </a:defPPr>
            <a:lvl1pPr algn="r">
              <a:defRPr sz="1050" b="0">
                <a:solidFill>
                  <a:srgbClr val="627084"/>
                </a:solidFill>
                <a:latin typeface="Arial"/>
                <a:ea typeface="Arial"/>
                <a:cs typeface="Arial"/>
              </a:defRPr>
            </a:lvl1pPr>
            <a:lvl2pPr algn="r">
              <a:defRPr sz="1050" b="0">
                <a:solidFill>
                  <a:srgbClr val="627084"/>
                </a:solidFill>
                <a:latin typeface="Arial"/>
                <a:ea typeface="Arial"/>
                <a:cs typeface="Arial"/>
              </a:defRPr>
            </a:lvl2pPr>
            <a:lvl3pPr algn="r">
              <a:defRPr sz="1050" b="0">
                <a:solidFill>
                  <a:srgbClr val="627084"/>
                </a:solidFill>
                <a:latin typeface="Arial"/>
                <a:ea typeface="Arial"/>
                <a:cs typeface="Arial"/>
              </a:defRPr>
            </a:lvl3pPr>
            <a:lvl4pPr algn="r">
              <a:defRPr sz="1050" b="0">
                <a:solidFill>
                  <a:srgbClr val="627084"/>
                </a:solidFill>
                <a:latin typeface="Arial"/>
                <a:ea typeface="Arial"/>
                <a:cs typeface="Arial"/>
              </a:defRPr>
            </a:lvl4pPr>
            <a:lvl5pPr algn="r">
              <a:defRPr sz="1050" b="0">
                <a:solidFill>
                  <a:srgbClr val="627084"/>
                </a:solidFill>
                <a:latin typeface="Arial"/>
                <a:ea typeface="Arial"/>
                <a:cs typeface="Arial"/>
              </a:defRPr>
            </a:lvl5pPr>
            <a:lvl6pPr algn="r">
              <a:defRPr sz="1050" b="0">
                <a:solidFill>
                  <a:srgbClr val="627084"/>
                </a:solidFill>
                <a:latin typeface="Arial"/>
                <a:ea typeface="Arial"/>
                <a:cs typeface="Arial"/>
              </a:defRPr>
            </a:lvl6pPr>
            <a:lvl7pPr algn="r">
              <a:defRPr sz="1050" b="0">
                <a:solidFill>
                  <a:srgbClr val="627084"/>
                </a:solidFill>
                <a:latin typeface="Arial"/>
                <a:ea typeface="Arial"/>
                <a:cs typeface="Arial"/>
              </a:defRPr>
            </a:lvl7pPr>
            <a:lvl8pPr algn="r">
              <a:defRPr sz="1050" b="0">
                <a:solidFill>
                  <a:srgbClr val="627084"/>
                </a:solidFill>
                <a:latin typeface="Arial"/>
                <a:ea typeface="Arial"/>
                <a:cs typeface="Arial"/>
              </a:defRPr>
            </a:lvl8pPr>
            <a:lvl9pPr algn="r">
              <a:defRPr sz="1050" b="0">
                <a:solidFill>
                  <a:srgbClr val="627084"/>
                </a:solidFill>
                <a:latin typeface="Arial"/>
                <a:ea typeface="Arial"/>
                <a:cs typeface="Arial"/>
              </a:defRPr>
            </a:lvl9pPr>
          </a:lstStyle>
          <a:p xmlns:a="http://schemas.openxmlformats.org/drawingml/2006/main">
            <a:pPr algn="r">
              <a:defRPr sz="1050" b="0">
                <a:solidFill>
                  <a:srgbClr val="627084"/>
                </a:solidFill>
                <a:latin typeface="Arial"/>
                <a:ea typeface="Arial"/>
                <a:cs typeface="Arial"/>
              </a:defRPr>
            </a:pPr>
            <a:r>
              <a:rPr sz="1050" b="0">
                <a:solidFill>
                  <a:srgbClr val="627084"/>
                </a:solidFill>
                <a:latin typeface="Arial"/>
                <a:ea typeface="Arial"/>
                <a:cs typeface="Arial"/>
              </a:rPr>
              <a:t>DAY 3  ·  5</a:t>
            </a:r>
          </a:p>
        </p:txBody>
      </p:sp>
      <p:sp>
        <p:nvSpPr>
          <p:cNvPr id="4" name="d3-39">
            <a:extLst xmlns:a="http://schemas.openxmlformats.org/drawingml/2006/main">
              <a:ext uri="{FF2B5EF4-FFF2-40B4-BE49-F238E27FC236}">
                <a16:creationId xmlns:a16="http://schemas.microsoft.com/office/drawing/2014/main" id="{C02EEA40-A404-4280-8B83-B04F2CF7CB06}"/>
              </a:ext>
            </a:extLst>
          </p:cNvPr>
          <p:cNvSpPr>
            <a:spLocks xmlns:a="http://schemas.openxmlformats.org/drawingml/2006/main" noGrp="1"/>
          </p:cNvSpPr>
          <p:nvPr/>
        </p:nvSpPr>
        <p:spPr>
          <a:xfrm xmlns:a="http://schemas.openxmlformats.org/drawingml/2006/main">
            <a:off x="619125" y="1162050"/>
            <a:ext cx="5143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400" b="1">
                <a:solidFill>
                  <a:srgbClr val="3D709F"/>
                </a:solidFill>
                <a:latin typeface="Arial"/>
                <a:ea typeface="Arial"/>
                <a:cs typeface="Arial"/>
              </a:defRPr>
            </a:defPPr>
            <a:lvl1pPr algn="ctr">
              <a:defRPr sz="2400" b="1">
                <a:solidFill>
                  <a:srgbClr val="3D709F"/>
                </a:solidFill>
                <a:latin typeface="Arial"/>
                <a:ea typeface="Arial"/>
                <a:cs typeface="Arial"/>
              </a:defRPr>
            </a:lvl1pPr>
            <a:lvl2pPr algn="ctr">
              <a:defRPr sz="2400" b="1">
                <a:solidFill>
                  <a:srgbClr val="3D709F"/>
                </a:solidFill>
                <a:latin typeface="Arial"/>
                <a:ea typeface="Arial"/>
                <a:cs typeface="Arial"/>
              </a:defRPr>
            </a:lvl2pPr>
            <a:lvl3pPr algn="ctr">
              <a:defRPr sz="2400" b="1">
                <a:solidFill>
                  <a:srgbClr val="3D709F"/>
                </a:solidFill>
                <a:latin typeface="Arial"/>
                <a:ea typeface="Arial"/>
                <a:cs typeface="Arial"/>
              </a:defRPr>
            </a:lvl3pPr>
            <a:lvl4pPr algn="ctr">
              <a:defRPr sz="2400" b="1">
                <a:solidFill>
                  <a:srgbClr val="3D709F"/>
                </a:solidFill>
                <a:latin typeface="Arial"/>
                <a:ea typeface="Arial"/>
                <a:cs typeface="Arial"/>
              </a:defRPr>
            </a:lvl4pPr>
            <a:lvl5pPr algn="ctr">
              <a:defRPr sz="2400" b="1">
                <a:solidFill>
                  <a:srgbClr val="3D709F"/>
                </a:solidFill>
                <a:latin typeface="Arial"/>
                <a:ea typeface="Arial"/>
                <a:cs typeface="Arial"/>
              </a:defRPr>
            </a:lvl5pPr>
            <a:lvl6pPr algn="ctr">
              <a:defRPr sz="2400" b="1">
                <a:solidFill>
                  <a:srgbClr val="3D709F"/>
                </a:solidFill>
                <a:latin typeface="Arial"/>
                <a:ea typeface="Arial"/>
                <a:cs typeface="Arial"/>
              </a:defRPr>
            </a:lvl6pPr>
            <a:lvl7pPr algn="ctr">
              <a:defRPr sz="2400" b="1">
                <a:solidFill>
                  <a:srgbClr val="3D709F"/>
                </a:solidFill>
                <a:latin typeface="Arial"/>
                <a:ea typeface="Arial"/>
                <a:cs typeface="Arial"/>
              </a:defRPr>
            </a:lvl7pPr>
            <a:lvl8pPr algn="ctr">
              <a:defRPr sz="2400" b="1">
                <a:solidFill>
                  <a:srgbClr val="3D709F"/>
                </a:solidFill>
                <a:latin typeface="Arial"/>
                <a:ea typeface="Arial"/>
                <a:cs typeface="Arial"/>
              </a:defRPr>
            </a:lvl8pPr>
            <a:lvl9pPr algn="ctr">
              <a:defRPr sz="2400" b="1">
                <a:solidFill>
                  <a:srgbClr val="3D709F"/>
                </a:solidFill>
                <a:latin typeface="Arial"/>
                <a:ea typeface="Arial"/>
                <a:cs typeface="Arial"/>
              </a:defRPr>
            </a:lvl9pPr>
          </a:lstStyle>
          <a:p xmlns:a="http://schemas.openxmlformats.org/drawingml/2006/main">
            <a:pPr algn="ctr">
              <a:defRPr sz="2400" b="1">
                <a:solidFill>
                  <a:srgbClr val="3D709F"/>
                </a:solidFill>
                <a:latin typeface="Arial"/>
                <a:ea typeface="Arial"/>
                <a:cs typeface="Arial"/>
              </a:defRPr>
            </a:pPr>
            <a:r>
              <a:rPr sz="2400" b="1">
                <a:solidFill>
                  <a:srgbClr val="3D709F"/>
                </a:solidFill>
                <a:latin typeface="Arial"/>
                <a:ea typeface="Arial"/>
                <a:cs typeface="Arial"/>
              </a:rPr>
              <a:t>MONOREPO</a:t>
            </a:r>
          </a:p>
        </p:txBody>
      </p:sp>
      <p:sp>
        <p:nvSpPr>
          <p:cNvPr id="5" name="d3-40">
            <a:extLst xmlns:a="http://schemas.openxmlformats.org/drawingml/2006/main">
              <a:ext uri="{FF2B5EF4-FFF2-40B4-BE49-F238E27FC236}">
                <a16:creationId xmlns:a16="http://schemas.microsoft.com/office/drawing/2014/main" id="{09CACF73-B089-4882-9C82-C9A39873E762}"/>
              </a:ext>
            </a:extLst>
          </p:cNvPr>
          <p:cNvSpPr>
            <a:spLocks xmlns:a="http://schemas.openxmlformats.org/drawingml/2006/main" noGrp="1"/>
          </p:cNvSpPr>
          <p:nvPr/>
        </p:nvSpPr>
        <p:spPr>
          <a:xfrm xmlns:a="http://schemas.openxmlformats.org/drawingml/2006/main">
            <a:off x="6429375" y="1162050"/>
            <a:ext cx="5143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250" b="1">
                <a:solidFill>
                  <a:srgbClr val="7360A1"/>
                </a:solidFill>
                <a:latin typeface="Arial"/>
                <a:ea typeface="Arial"/>
                <a:cs typeface="Arial"/>
              </a:defRPr>
            </a:defPPr>
            <a:lvl1pPr algn="ctr">
              <a:defRPr sz="2250" b="1">
                <a:solidFill>
                  <a:srgbClr val="7360A1"/>
                </a:solidFill>
                <a:latin typeface="Arial"/>
                <a:ea typeface="Arial"/>
                <a:cs typeface="Arial"/>
              </a:defRPr>
            </a:lvl1pPr>
            <a:lvl2pPr algn="ctr">
              <a:defRPr sz="2250" b="1">
                <a:solidFill>
                  <a:srgbClr val="7360A1"/>
                </a:solidFill>
                <a:latin typeface="Arial"/>
                <a:ea typeface="Arial"/>
                <a:cs typeface="Arial"/>
              </a:defRPr>
            </a:lvl2pPr>
            <a:lvl3pPr algn="ctr">
              <a:defRPr sz="2250" b="1">
                <a:solidFill>
                  <a:srgbClr val="7360A1"/>
                </a:solidFill>
                <a:latin typeface="Arial"/>
                <a:ea typeface="Arial"/>
                <a:cs typeface="Arial"/>
              </a:defRPr>
            </a:lvl3pPr>
            <a:lvl4pPr algn="ctr">
              <a:defRPr sz="2250" b="1">
                <a:solidFill>
                  <a:srgbClr val="7360A1"/>
                </a:solidFill>
                <a:latin typeface="Arial"/>
                <a:ea typeface="Arial"/>
                <a:cs typeface="Arial"/>
              </a:defRPr>
            </a:lvl4pPr>
            <a:lvl5pPr algn="ctr">
              <a:defRPr sz="2250" b="1">
                <a:solidFill>
                  <a:srgbClr val="7360A1"/>
                </a:solidFill>
                <a:latin typeface="Arial"/>
                <a:ea typeface="Arial"/>
                <a:cs typeface="Arial"/>
              </a:defRPr>
            </a:lvl5pPr>
            <a:lvl6pPr algn="ctr">
              <a:defRPr sz="2250" b="1">
                <a:solidFill>
                  <a:srgbClr val="7360A1"/>
                </a:solidFill>
                <a:latin typeface="Arial"/>
                <a:ea typeface="Arial"/>
                <a:cs typeface="Arial"/>
              </a:defRPr>
            </a:lvl6pPr>
            <a:lvl7pPr algn="ctr">
              <a:defRPr sz="2250" b="1">
                <a:solidFill>
                  <a:srgbClr val="7360A1"/>
                </a:solidFill>
                <a:latin typeface="Arial"/>
                <a:ea typeface="Arial"/>
                <a:cs typeface="Arial"/>
              </a:defRPr>
            </a:lvl7pPr>
            <a:lvl8pPr algn="ctr">
              <a:defRPr sz="2250" b="1">
                <a:solidFill>
                  <a:srgbClr val="7360A1"/>
                </a:solidFill>
                <a:latin typeface="Arial"/>
                <a:ea typeface="Arial"/>
                <a:cs typeface="Arial"/>
              </a:defRPr>
            </a:lvl8pPr>
            <a:lvl9pPr algn="ctr">
              <a:defRPr sz="2250" b="1">
                <a:solidFill>
                  <a:srgbClr val="7360A1"/>
                </a:solidFill>
                <a:latin typeface="Arial"/>
                <a:ea typeface="Arial"/>
                <a:cs typeface="Arial"/>
              </a:defRPr>
            </a:lvl9pPr>
          </a:lstStyle>
          <a:p xmlns:a="http://schemas.openxmlformats.org/drawingml/2006/main">
            <a:pPr algn="ctr">
              <a:defRPr sz="2250" b="1">
                <a:solidFill>
                  <a:srgbClr val="7360A1"/>
                </a:solidFill>
                <a:latin typeface="Arial"/>
                <a:ea typeface="Arial"/>
                <a:cs typeface="Arial"/>
              </a:defRPr>
            </a:pPr>
            <a:r>
              <a:rPr sz="2250" b="1">
                <a:solidFill>
                  <a:srgbClr val="7360A1"/>
                </a:solidFill>
                <a:latin typeface="Arial"/>
                <a:ea typeface="Arial"/>
                <a:cs typeface="Arial"/>
              </a:rPr>
              <a:t>SEPARATE REPOSITORIES</a:t>
            </a:r>
          </a:p>
        </p:txBody>
      </p:sp>
      <p:sp>
        <p:nvSpPr>
          <p:cNvPr id="6" name="d3-41">
            <a:extLst xmlns:a="http://schemas.openxmlformats.org/drawingml/2006/main">
              <a:ext uri="{FF2B5EF4-FFF2-40B4-BE49-F238E27FC236}">
                <a16:creationId xmlns:a16="http://schemas.microsoft.com/office/drawing/2014/main" id="{7C8C98AE-3586-463A-A0BB-DED06DB21041}"/>
              </a:ext>
            </a:extLst>
          </p:cNvPr>
          <p:cNvSpPr>
            <a:spLocks xmlns:a="http://schemas.openxmlformats.org/drawingml/2006/main" noGrp="1"/>
          </p:cNvSpPr>
          <p:nvPr/>
        </p:nvSpPr>
        <p:spPr>
          <a:xfrm xmlns:a="http://schemas.openxmlformats.org/drawingml/2006/main">
            <a:off x="619125" y="1600200"/>
            <a:ext cx="5143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950" b="0">
                <a:solidFill>
                  <a:srgbClr val="213044"/>
                </a:solidFill>
                <a:latin typeface="Arial"/>
                <a:ea typeface="Arial"/>
                <a:cs typeface="Arial"/>
              </a:defRPr>
            </a:defPPr>
            <a:lvl1pPr algn="ctr">
              <a:defRPr sz="1950" b="0">
                <a:solidFill>
                  <a:srgbClr val="213044"/>
                </a:solidFill>
                <a:latin typeface="Arial"/>
                <a:ea typeface="Arial"/>
                <a:cs typeface="Arial"/>
              </a:defRPr>
            </a:lvl1pPr>
            <a:lvl2pPr algn="ctr">
              <a:defRPr sz="1950" b="0">
                <a:solidFill>
                  <a:srgbClr val="213044"/>
                </a:solidFill>
                <a:latin typeface="Arial"/>
                <a:ea typeface="Arial"/>
                <a:cs typeface="Arial"/>
              </a:defRPr>
            </a:lvl2pPr>
            <a:lvl3pPr algn="ctr">
              <a:defRPr sz="1950" b="0">
                <a:solidFill>
                  <a:srgbClr val="213044"/>
                </a:solidFill>
                <a:latin typeface="Arial"/>
                <a:ea typeface="Arial"/>
                <a:cs typeface="Arial"/>
              </a:defRPr>
            </a:lvl3pPr>
            <a:lvl4pPr algn="ctr">
              <a:defRPr sz="1950" b="0">
                <a:solidFill>
                  <a:srgbClr val="213044"/>
                </a:solidFill>
                <a:latin typeface="Arial"/>
                <a:ea typeface="Arial"/>
                <a:cs typeface="Arial"/>
              </a:defRPr>
            </a:lvl4pPr>
            <a:lvl5pPr algn="ctr">
              <a:defRPr sz="1950" b="0">
                <a:solidFill>
                  <a:srgbClr val="213044"/>
                </a:solidFill>
                <a:latin typeface="Arial"/>
                <a:ea typeface="Arial"/>
                <a:cs typeface="Arial"/>
              </a:defRPr>
            </a:lvl5pPr>
            <a:lvl6pPr algn="ctr">
              <a:defRPr sz="1950" b="0">
                <a:solidFill>
                  <a:srgbClr val="213044"/>
                </a:solidFill>
                <a:latin typeface="Arial"/>
                <a:ea typeface="Arial"/>
                <a:cs typeface="Arial"/>
              </a:defRPr>
            </a:lvl6pPr>
            <a:lvl7pPr algn="ctr">
              <a:defRPr sz="1950" b="0">
                <a:solidFill>
                  <a:srgbClr val="213044"/>
                </a:solidFill>
                <a:latin typeface="Arial"/>
                <a:ea typeface="Arial"/>
                <a:cs typeface="Arial"/>
              </a:defRPr>
            </a:lvl7pPr>
            <a:lvl8pPr algn="ctr">
              <a:defRPr sz="1950" b="0">
                <a:solidFill>
                  <a:srgbClr val="213044"/>
                </a:solidFill>
                <a:latin typeface="Arial"/>
                <a:ea typeface="Arial"/>
                <a:cs typeface="Arial"/>
              </a:defRPr>
            </a:lvl8pPr>
            <a:lvl9pPr algn="ctr">
              <a:defRPr sz="1950" b="0">
                <a:solidFill>
                  <a:srgbClr val="213044"/>
                </a:solidFill>
                <a:latin typeface="Arial"/>
                <a:ea typeface="Arial"/>
                <a:cs typeface="Arial"/>
              </a:defRPr>
            </a:lvl9pPr>
          </a:lstStyle>
          <a:p xmlns:a="http://schemas.openxmlformats.org/drawingml/2006/main">
            <a:pPr algn="ctr">
              <a:defRPr sz="1950" b="0">
                <a:solidFill>
                  <a:srgbClr val="213044"/>
                </a:solidFill>
                <a:latin typeface="Arial"/>
                <a:ea typeface="Arial"/>
                <a:cs typeface="Arial"/>
              </a:defRPr>
            </a:pPr>
            <a:r>
              <a:rPr sz="1950" b="0">
                <a:solidFill>
                  <a:srgbClr val="213044"/>
                </a:solidFill>
                <a:latin typeface="Arial"/>
                <a:ea typeface="Arial"/>
                <a:cs typeface="Arial"/>
              </a:rPr>
              <a:t>One repo containing several projects</a:t>
            </a:r>
          </a:p>
        </p:txBody>
      </p:sp>
      <p:sp>
        <p:nvSpPr>
          <p:cNvPr id="7" name="d3-42">
            <a:extLst xmlns:a="http://schemas.openxmlformats.org/drawingml/2006/main">
              <a:ext uri="{FF2B5EF4-FFF2-40B4-BE49-F238E27FC236}">
                <a16:creationId xmlns:a16="http://schemas.microsoft.com/office/drawing/2014/main" id="{801411DA-8AEB-4303-8F8E-01C6EC03833A}"/>
              </a:ext>
            </a:extLst>
          </p:cNvPr>
          <p:cNvSpPr>
            <a:spLocks xmlns:a="http://schemas.openxmlformats.org/drawingml/2006/main" noGrp="1"/>
          </p:cNvSpPr>
          <p:nvPr/>
        </p:nvSpPr>
        <p:spPr>
          <a:xfrm xmlns:a="http://schemas.openxmlformats.org/drawingml/2006/main">
            <a:off x="6429375" y="1600200"/>
            <a:ext cx="5143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950" b="0">
                <a:solidFill>
                  <a:srgbClr val="213044"/>
                </a:solidFill>
                <a:latin typeface="Arial"/>
                <a:ea typeface="Arial"/>
                <a:cs typeface="Arial"/>
              </a:defRPr>
            </a:defPPr>
            <a:lvl1pPr algn="ctr">
              <a:defRPr sz="1950" b="0">
                <a:solidFill>
                  <a:srgbClr val="213044"/>
                </a:solidFill>
                <a:latin typeface="Arial"/>
                <a:ea typeface="Arial"/>
                <a:cs typeface="Arial"/>
              </a:defRPr>
            </a:lvl1pPr>
            <a:lvl2pPr algn="ctr">
              <a:defRPr sz="1950" b="0">
                <a:solidFill>
                  <a:srgbClr val="213044"/>
                </a:solidFill>
                <a:latin typeface="Arial"/>
                <a:ea typeface="Arial"/>
                <a:cs typeface="Arial"/>
              </a:defRPr>
            </a:lvl2pPr>
            <a:lvl3pPr algn="ctr">
              <a:defRPr sz="1950" b="0">
                <a:solidFill>
                  <a:srgbClr val="213044"/>
                </a:solidFill>
                <a:latin typeface="Arial"/>
                <a:ea typeface="Arial"/>
                <a:cs typeface="Arial"/>
              </a:defRPr>
            </a:lvl3pPr>
            <a:lvl4pPr algn="ctr">
              <a:defRPr sz="1950" b="0">
                <a:solidFill>
                  <a:srgbClr val="213044"/>
                </a:solidFill>
                <a:latin typeface="Arial"/>
                <a:ea typeface="Arial"/>
                <a:cs typeface="Arial"/>
              </a:defRPr>
            </a:lvl4pPr>
            <a:lvl5pPr algn="ctr">
              <a:defRPr sz="1950" b="0">
                <a:solidFill>
                  <a:srgbClr val="213044"/>
                </a:solidFill>
                <a:latin typeface="Arial"/>
                <a:ea typeface="Arial"/>
                <a:cs typeface="Arial"/>
              </a:defRPr>
            </a:lvl5pPr>
            <a:lvl6pPr algn="ctr">
              <a:defRPr sz="1950" b="0">
                <a:solidFill>
                  <a:srgbClr val="213044"/>
                </a:solidFill>
                <a:latin typeface="Arial"/>
                <a:ea typeface="Arial"/>
                <a:cs typeface="Arial"/>
              </a:defRPr>
            </a:lvl6pPr>
            <a:lvl7pPr algn="ctr">
              <a:defRPr sz="1950" b="0">
                <a:solidFill>
                  <a:srgbClr val="213044"/>
                </a:solidFill>
                <a:latin typeface="Arial"/>
                <a:ea typeface="Arial"/>
                <a:cs typeface="Arial"/>
              </a:defRPr>
            </a:lvl7pPr>
            <a:lvl8pPr algn="ctr">
              <a:defRPr sz="1950" b="0">
                <a:solidFill>
                  <a:srgbClr val="213044"/>
                </a:solidFill>
                <a:latin typeface="Arial"/>
                <a:ea typeface="Arial"/>
                <a:cs typeface="Arial"/>
              </a:defRPr>
            </a:lvl8pPr>
            <a:lvl9pPr algn="ctr">
              <a:defRPr sz="1950" b="0">
                <a:solidFill>
                  <a:srgbClr val="213044"/>
                </a:solidFill>
                <a:latin typeface="Arial"/>
                <a:ea typeface="Arial"/>
                <a:cs typeface="Arial"/>
              </a:defRPr>
            </a:lvl9pPr>
          </a:lstStyle>
          <a:p xmlns:a="http://schemas.openxmlformats.org/drawingml/2006/main">
            <a:pPr algn="ctr">
              <a:defRPr sz="1950" b="0">
                <a:solidFill>
                  <a:srgbClr val="213044"/>
                </a:solidFill>
                <a:latin typeface="Arial"/>
                <a:ea typeface="Arial"/>
                <a:cs typeface="Arial"/>
              </a:defRPr>
            </a:pPr>
            <a:r>
              <a:rPr sz="1950" b="0">
                <a:solidFill>
                  <a:srgbClr val="213044"/>
                </a:solidFill>
                <a:latin typeface="Arial"/>
                <a:ea typeface="Arial"/>
                <a:cs typeface="Arial"/>
              </a:rPr>
              <a:t>Each project has its own repo</a:t>
            </a:r>
          </a:p>
        </p:txBody>
      </p:sp>
      <p:pic>
        <p:nvPicPr>
          <p:cNvPr id="8" name="">
            <a:extLst xmlns:a="http://schemas.openxmlformats.org/drawingml/2006/main">
              <a:ext uri="{FF2B5EF4-FFF2-40B4-BE49-F238E27FC236}">
                <a16:creationId xmlns:a16="http://schemas.microsoft.com/office/drawing/2014/main" id="{ECB8C5FA-C50B-4919-857D-9AEE98EC72EF}"/>
              </a:ext>
            </a:extLst>
          </p:cNvPr>
          <p:cNvPicPr>
            <a:picLocks xmlns:a="http://schemas.openxmlformats.org/drawingml/2006/main" noChangeAspect="1"/>
          </p:cNvPicPr>
          <p:nvPr/>
        </p:nvPicPr>
        <p:blipFill>
          <a:blip xmlns:r="http://schemas.openxmlformats.org/officeDocument/2006/relationships" xmlns:a="http://schemas.openxmlformats.org/drawingml/2006/main" r:embed="R807442dd3c064b92"/>
          <a:stretch xmlns:a="http://schemas.openxmlformats.org/drawingml/2006/main"/>
        </p:blipFill>
        <p:spPr>
          <a:xfrm xmlns:a="http://schemas.openxmlformats.org/drawingml/2006/main">
            <a:off x="1927762" y="2152650"/>
            <a:ext cx="8336477" cy="3333750"/>
          </a:xfrm>
          <a:prstGeom xmlns:a="http://schemas.openxmlformats.org/drawingml/2006/main" prst="rect">
            <a:avLst/>
          </a:prstGeom>
        </p:spPr>
      </p:pic>
      <p:sp>
        <p:nvSpPr>
          <p:cNvPr id="9" name="d3-43">
            <a:extLst xmlns:a="http://schemas.openxmlformats.org/drawingml/2006/main">
              <a:ext uri="{FF2B5EF4-FFF2-40B4-BE49-F238E27FC236}">
                <a16:creationId xmlns:a16="http://schemas.microsoft.com/office/drawing/2014/main" id="{424911DF-BC9A-41D2-AE1F-FED1A79CBFE2}"/>
              </a:ext>
            </a:extLst>
          </p:cNvPr>
          <p:cNvSpPr>
            <a:spLocks xmlns:a="http://schemas.openxmlformats.org/drawingml/2006/main" noGrp="1"/>
          </p:cNvSpPr>
          <p:nvPr/>
        </p:nvSpPr>
        <p:spPr>
          <a:xfrm xmlns:a="http://schemas.openxmlformats.org/drawingml/2006/main">
            <a:off x="619125" y="5324475"/>
            <a:ext cx="5143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725" b="0">
                <a:solidFill>
                  <a:srgbClr val="3D709F"/>
                </a:solidFill>
                <a:latin typeface="Arial"/>
                <a:ea typeface="Arial"/>
                <a:cs typeface="Arial"/>
              </a:defRPr>
            </a:defPPr>
            <a:lvl1pPr algn="ctr">
              <a:defRPr sz="1725" b="0">
                <a:solidFill>
                  <a:srgbClr val="3D709F"/>
                </a:solidFill>
                <a:latin typeface="Arial"/>
                <a:ea typeface="Arial"/>
                <a:cs typeface="Arial"/>
              </a:defRPr>
            </a:lvl1pPr>
            <a:lvl2pPr algn="ctr">
              <a:defRPr sz="1725" b="0">
                <a:solidFill>
                  <a:srgbClr val="3D709F"/>
                </a:solidFill>
                <a:latin typeface="Arial"/>
                <a:ea typeface="Arial"/>
                <a:cs typeface="Arial"/>
              </a:defRPr>
            </a:lvl2pPr>
            <a:lvl3pPr algn="ctr">
              <a:defRPr sz="1725" b="0">
                <a:solidFill>
                  <a:srgbClr val="3D709F"/>
                </a:solidFill>
                <a:latin typeface="Arial"/>
                <a:ea typeface="Arial"/>
                <a:cs typeface="Arial"/>
              </a:defRPr>
            </a:lvl3pPr>
            <a:lvl4pPr algn="ctr">
              <a:defRPr sz="1725" b="0">
                <a:solidFill>
                  <a:srgbClr val="3D709F"/>
                </a:solidFill>
                <a:latin typeface="Arial"/>
                <a:ea typeface="Arial"/>
                <a:cs typeface="Arial"/>
              </a:defRPr>
            </a:lvl4pPr>
            <a:lvl5pPr algn="ctr">
              <a:defRPr sz="1725" b="0">
                <a:solidFill>
                  <a:srgbClr val="3D709F"/>
                </a:solidFill>
                <a:latin typeface="Arial"/>
                <a:ea typeface="Arial"/>
                <a:cs typeface="Arial"/>
              </a:defRPr>
            </a:lvl5pPr>
            <a:lvl6pPr algn="ctr">
              <a:defRPr sz="1725" b="0">
                <a:solidFill>
                  <a:srgbClr val="3D709F"/>
                </a:solidFill>
                <a:latin typeface="Arial"/>
                <a:ea typeface="Arial"/>
                <a:cs typeface="Arial"/>
              </a:defRPr>
            </a:lvl6pPr>
            <a:lvl7pPr algn="ctr">
              <a:defRPr sz="1725" b="0">
                <a:solidFill>
                  <a:srgbClr val="3D709F"/>
                </a:solidFill>
                <a:latin typeface="Arial"/>
                <a:ea typeface="Arial"/>
                <a:cs typeface="Arial"/>
              </a:defRPr>
            </a:lvl7pPr>
            <a:lvl8pPr algn="ctr">
              <a:defRPr sz="1725" b="0">
                <a:solidFill>
                  <a:srgbClr val="3D709F"/>
                </a:solidFill>
                <a:latin typeface="Arial"/>
                <a:ea typeface="Arial"/>
                <a:cs typeface="Arial"/>
              </a:defRPr>
            </a:lvl8pPr>
            <a:lvl9pPr algn="ctr">
              <a:defRPr sz="1725" b="0">
                <a:solidFill>
                  <a:srgbClr val="3D709F"/>
                </a:solidFill>
                <a:latin typeface="Arial"/>
                <a:ea typeface="Arial"/>
                <a:cs typeface="Arial"/>
              </a:defRPr>
            </a:lvl9pPr>
          </a:lstStyle>
          <a:p xmlns:a="http://schemas.openxmlformats.org/drawingml/2006/main">
            <a:pPr algn="ctr">
              <a:defRPr sz="1725" b="0">
                <a:solidFill>
                  <a:srgbClr val="3D709F"/>
                </a:solidFill>
                <a:latin typeface="Arial"/>
                <a:ea typeface="Arial"/>
                <a:cs typeface="Arial"/>
              </a:defRPr>
            </a:pPr>
            <a:r>
              <a:rPr sz="1725" b="0">
                <a:solidFill>
                  <a:srgbClr val="3D709F"/>
                </a:solidFill>
                <a:latin typeface="Arial"/>
                <a:ea typeface="Arial"/>
                <a:cs typeface="Arial"/>
              </a:rPr>
              <a:t>Web app · Mobile app · Shared library</a:t>
            </a:r>
          </a:p>
        </p:txBody>
      </p:sp>
      <p:sp>
        <p:nvSpPr>
          <p:cNvPr id="10" name="d3-44">
            <a:extLst xmlns:a="http://schemas.openxmlformats.org/drawingml/2006/main">
              <a:ext uri="{FF2B5EF4-FFF2-40B4-BE49-F238E27FC236}">
                <a16:creationId xmlns:a16="http://schemas.microsoft.com/office/drawing/2014/main" id="{FEED4DD7-DD7F-41CA-A863-965D137B3B46}"/>
              </a:ext>
            </a:extLst>
          </p:cNvPr>
          <p:cNvSpPr>
            <a:spLocks xmlns:a="http://schemas.openxmlformats.org/drawingml/2006/main" noGrp="1"/>
          </p:cNvSpPr>
          <p:nvPr/>
        </p:nvSpPr>
        <p:spPr>
          <a:xfrm xmlns:a="http://schemas.openxmlformats.org/drawingml/2006/main">
            <a:off x="6429375" y="5324475"/>
            <a:ext cx="5143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725" b="0">
                <a:solidFill>
                  <a:srgbClr val="7360A1"/>
                </a:solidFill>
                <a:latin typeface="Arial"/>
                <a:ea typeface="Arial"/>
                <a:cs typeface="Arial"/>
              </a:defRPr>
            </a:defPPr>
            <a:lvl1pPr algn="ctr">
              <a:defRPr sz="1725" b="0">
                <a:solidFill>
                  <a:srgbClr val="7360A1"/>
                </a:solidFill>
                <a:latin typeface="Arial"/>
                <a:ea typeface="Arial"/>
                <a:cs typeface="Arial"/>
              </a:defRPr>
            </a:lvl1pPr>
            <a:lvl2pPr algn="ctr">
              <a:defRPr sz="1725" b="0">
                <a:solidFill>
                  <a:srgbClr val="7360A1"/>
                </a:solidFill>
                <a:latin typeface="Arial"/>
                <a:ea typeface="Arial"/>
                <a:cs typeface="Arial"/>
              </a:defRPr>
            </a:lvl2pPr>
            <a:lvl3pPr algn="ctr">
              <a:defRPr sz="1725" b="0">
                <a:solidFill>
                  <a:srgbClr val="7360A1"/>
                </a:solidFill>
                <a:latin typeface="Arial"/>
                <a:ea typeface="Arial"/>
                <a:cs typeface="Arial"/>
              </a:defRPr>
            </a:lvl3pPr>
            <a:lvl4pPr algn="ctr">
              <a:defRPr sz="1725" b="0">
                <a:solidFill>
                  <a:srgbClr val="7360A1"/>
                </a:solidFill>
                <a:latin typeface="Arial"/>
                <a:ea typeface="Arial"/>
                <a:cs typeface="Arial"/>
              </a:defRPr>
            </a:lvl4pPr>
            <a:lvl5pPr algn="ctr">
              <a:defRPr sz="1725" b="0">
                <a:solidFill>
                  <a:srgbClr val="7360A1"/>
                </a:solidFill>
                <a:latin typeface="Arial"/>
                <a:ea typeface="Arial"/>
                <a:cs typeface="Arial"/>
              </a:defRPr>
            </a:lvl5pPr>
            <a:lvl6pPr algn="ctr">
              <a:defRPr sz="1725" b="0">
                <a:solidFill>
                  <a:srgbClr val="7360A1"/>
                </a:solidFill>
                <a:latin typeface="Arial"/>
                <a:ea typeface="Arial"/>
                <a:cs typeface="Arial"/>
              </a:defRPr>
            </a:lvl6pPr>
            <a:lvl7pPr algn="ctr">
              <a:defRPr sz="1725" b="0">
                <a:solidFill>
                  <a:srgbClr val="7360A1"/>
                </a:solidFill>
                <a:latin typeface="Arial"/>
                <a:ea typeface="Arial"/>
                <a:cs typeface="Arial"/>
              </a:defRPr>
            </a:lvl7pPr>
            <a:lvl8pPr algn="ctr">
              <a:defRPr sz="1725" b="0">
                <a:solidFill>
                  <a:srgbClr val="7360A1"/>
                </a:solidFill>
                <a:latin typeface="Arial"/>
                <a:ea typeface="Arial"/>
                <a:cs typeface="Arial"/>
              </a:defRPr>
            </a:lvl8pPr>
            <a:lvl9pPr algn="ctr">
              <a:defRPr sz="1725" b="0">
                <a:solidFill>
                  <a:srgbClr val="7360A1"/>
                </a:solidFill>
                <a:latin typeface="Arial"/>
                <a:ea typeface="Arial"/>
                <a:cs typeface="Arial"/>
              </a:defRPr>
            </a:lvl9pPr>
          </a:lstStyle>
          <a:p xmlns:a="http://schemas.openxmlformats.org/drawingml/2006/main">
            <a:pPr algn="ctr">
              <a:defRPr sz="1725" b="0">
                <a:solidFill>
                  <a:srgbClr val="7360A1"/>
                </a:solidFill>
                <a:latin typeface="Arial"/>
                <a:ea typeface="Arial"/>
                <a:cs typeface="Arial"/>
              </a:defRPr>
            </a:pPr>
            <a:r>
              <a:rPr sz="1725" b="0">
                <a:solidFill>
                  <a:srgbClr val="7360A1"/>
                </a:solidFill>
                <a:latin typeface="Arial"/>
                <a:ea typeface="Arial"/>
                <a:cs typeface="Arial"/>
              </a:rPr>
              <a:t>Web repo · Mobile repo · Library repo</a:t>
            </a:r>
          </a:p>
        </p:txBody>
      </p:sp>
      <p:sp>
        <p:nvSpPr>
          <p:cNvPr id="11" name="d3-45">
            <a:extLst xmlns:a="http://schemas.openxmlformats.org/drawingml/2006/main">
              <a:ext uri="{FF2B5EF4-FFF2-40B4-BE49-F238E27FC236}">
                <a16:creationId xmlns:a16="http://schemas.microsoft.com/office/drawing/2014/main" id="{33F8BFFD-0A9A-4D42-9F96-CFBE1C21E433}"/>
              </a:ext>
            </a:extLst>
          </p:cNvPr>
          <p:cNvSpPr>
            <a:spLocks xmlns:a="http://schemas.openxmlformats.org/drawingml/2006/main" noGrp="1"/>
          </p:cNvSpPr>
          <p:nvPr/>
        </p:nvSpPr>
        <p:spPr>
          <a:xfrm xmlns:a="http://schemas.openxmlformats.org/drawingml/2006/main">
            <a:off x="619125" y="5934075"/>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025" b="1">
                <a:solidFill>
                  <a:srgbClr val="203B69"/>
                </a:solidFill>
                <a:latin typeface="Arial"/>
                <a:ea typeface="Arial"/>
                <a:cs typeface="Arial"/>
              </a:defRPr>
            </a:defPPr>
            <a:lvl1pPr algn="ctr">
              <a:defRPr sz="2025" b="1">
                <a:solidFill>
                  <a:srgbClr val="203B69"/>
                </a:solidFill>
                <a:latin typeface="Arial"/>
                <a:ea typeface="Arial"/>
                <a:cs typeface="Arial"/>
              </a:defRPr>
            </a:lvl1pPr>
            <a:lvl2pPr algn="ctr">
              <a:defRPr sz="2025" b="1">
                <a:solidFill>
                  <a:srgbClr val="203B69"/>
                </a:solidFill>
                <a:latin typeface="Arial"/>
                <a:ea typeface="Arial"/>
                <a:cs typeface="Arial"/>
              </a:defRPr>
            </a:lvl2pPr>
            <a:lvl3pPr algn="ctr">
              <a:defRPr sz="2025" b="1">
                <a:solidFill>
                  <a:srgbClr val="203B69"/>
                </a:solidFill>
                <a:latin typeface="Arial"/>
                <a:ea typeface="Arial"/>
                <a:cs typeface="Arial"/>
              </a:defRPr>
            </a:lvl3pPr>
            <a:lvl4pPr algn="ctr">
              <a:defRPr sz="2025" b="1">
                <a:solidFill>
                  <a:srgbClr val="203B69"/>
                </a:solidFill>
                <a:latin typeface="Arial"/>
                <a:ea typeface="Arial"/>
                <a:cs typeface="Arial"/>
              </a:defRPr>
            </a:lvl4pPr>
            <a:lvl5pPr algn="ctr">
              <a:defRPr sz="2025" b="1">
                <a:solidFill>
                  <a:srgbClr val="203B69"/>
                </a:solidFill>
                <a:latin typeface="Arial"/>
                <a:ea typeface="Arial"/>
                <a:cs typeface="Arial"/>
              </a:defRPr>
            </a:lvl5pPr>
            <a:lvl6pPr algn="ctr">
              <a:defRPr sz="2025" b="1">
                <a:solidFill>
                  <a:srgbClr val="203B69"/>
                </a:solidFill>
                <a:latin typeface="Arial"/>
                <a:ea typeface="Arial"/>
                <a:cs typeface="Arial"/>
              </a:defRPr>
            </a:lvl6pPr>
            <a:lvl7pPr algn="ctr">
              <a:defRPr sz="2025" b="1">
                <a:solidFill>
                  <a:srgbClr val="203B69"/>
                </a:solidFill>
                <a:latin typeface="Arial"/>
                <a:ea typeface="Arial"/>
                <a:cs typeface="Arial"/>
              </a:defRPr>
            </a:lvl7pPr>
            <a:lvl8pPr algn="ctr">
              <a:defRPr sz="2025" b="1">
                <a:solidFill>
                  <a:srgbClr val="203B69"/>
                </a:solidFill>
                <a:latin typeface="Arial"/>
                <a:ea typeface="Arial"/>
                <a:cs typeface="Arial"/>
              </a:defRPr>
            </a:lvl8pPr>
            <a:lvl9pPr algn="ctr">
              <a:defRPr sz="2025" b="1">
                <a:solidFill>
                  <a:srgbClr val="203B69"/>
                </a:solidFill>
                <a:latin typeface="Arial"/>
                <a:ea typeface="Arial"/>
                <a:cs typeface="Arial"/>
              </a:defRPr>
            </a:lvl9pPr>
          </a:lstStyle>
          <a:p xmlns:a="http://schemas.openxmlformats.org/drawingml/2006/main">
            <a:pPr algn="ctr">
              <a:defRPr sz="2025" b="1">
                <a:solidFill>
                  <a:srgbClr val="203B69"/>
                </a:solidFill>
                <a:latin typeface="Arial"/>
                <a:ea typeface="Arial"/>
                <a:cs typeface="Arial"/>
              </a:defRPr>
            </a:pPr>
            <a:r>
              <a:rPr sz="2025" b="1">
                <a:solidFill>
                  <a:srgbClr val="203B69"/>
                </a:solidFill>
                <a:latin typeface="Arial"/>
                <a:ea typeface="Arial"/>
                <a:cs typeface="Arial"/>
              </a:rPr>
              <a:t>This is about grouping code. Either approach can be well organized.</a:t>
            </a:r>
          </a:p>
        </p:txBody>
      </p:sp>
    </p:spTree>
    <p:extLst>
      <p:ext uri="{BB962C8B-B14F-4D97-AF65-F5344CB8AC3E}">
        <p14:creationId xmlns:p14="http://schemas.microsoft.com/office/powerpoint/2010/main" val="161004015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d3-46">
            <a:extLst xmlns:a="http://schemas.openxmlformats.org/drawingml/2006/main">
              <a:ext uri="{FF2B5EF4-FFF2-40B4-BE49-F238E27FC236}">
                <a16:creationId xmlns:a16="http://schemas.microsoft.com/office/drawing/2014/main" id="{C955DACF-029A-428D-B67D-48D62353837D}"/>
              </a:ext>
            </a:extLst>
          </p:cNvPr>
          <p:cNvSpPr>
            <a:spLocks xmlns:a="http://schemas.openxmlformats.org/drawingml/2006/main" noGrp="1"/>
          </p:cNvSpPr>
          <p:nvPr/>
        </p:nvSpPr>
        <p:spPr>
          <a:xfrm xmlns:a="http://schemas.openxmlformats.org/drawingml/2006/main">
            <a:off x="523875" y="295275"/>
            <a:ext cx="11144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225" b="1">
                <a:solidFill>
                  <a:srgbClr val="213044"/>
                </a:solidFill>
                <a:latin typeface="Arial"/>
                <a:ea typeface="Arial"/>
                <a:cs typeface="Arial"/>
              </a:defRPr>
            </a:defPPr>
            <a:lvl1pPr algn="ctr">
              <a:defRPr sz="3225" b="1">
                <a:solidFill>
                  <a:srgbClr val="213044"/>
                </a:solidFill>
                <a:latin typeface="Arial"/>
                <a:ea typeface="Arial"/>
                <a:cs typeface="Arial"/>
              </a:defRPr>
            </a:lvl1pPr>
            <a:lvl2pPr algn="ctr">
              <a:defRPr sz="3225" b="1">
                <a:solidFill>
                  <a:srgbClr val="213044"/>
                </a:solidFill>
                <a:latin typeface="Arial"/>
                <a:ea typeface="Arial"/>
                <a:cs typeface="Arial"/>
              </a:defRPr>
            </a:lvl2pPr>
            <a:lvl3pPr algn="ctr">
              <a:defRPr sz="3225" b="1">
                <a:solidFill>
                  <a:srgbClr val="213044"/>
                </a:solidFill>
                <a:latin typeface="Arial"/>
                <a:ea typeface="Arial"/>
                <a:cs typeface="Arial"/>
              </a:defRPr>
            </a:lvl3pPr>
            <a:lvl4pPr algn="ctr">
              <a:defRPr sz="3225" b="1">
                <a:solidFill>
                  <a:srgbClr val="213044"/>
                </a:solidFill>
                <a:latin typeface="Arial"/>
                <a:ea typeface="Arial"/>
                <a:cs typeface="Arial"/>
              </a:defRPr>
            </a:lvl4pPr>
            <a:lvl5pPr algn="ctr">
              <a:defRPr sz="3225" b="1">
                <a:solidFill>
                  <a:srgbClr val="213044"/>
                </a:solidFill>
                <a:latin typeface="Arial"/>
                <a:ea typeface="Arial"/>
                <a:cs typeface="Arial"/>
              </a:defRPr>
            </a:lvl5pPr>
            <a:lvl6pPr algn="ctr">
              <a:defRPr sz="3225" b="1">
                <a:solidFill>
                  <a:srgbClr val="213044"/>
                </a:solidFill>
                <a:latin typeface="Arial"/>
                <a:ea typeface="Arial"/>
                <a:cs typeface="Arial"/>
              </a:defRPr>
            </a:lvl6pPr>
            <a:lvl7pPr algn="ctr">
              <a:defRPr sz="3225" b="1">
                <a:solidFill>
                  <a:srgbClr val="213044"/>
                </a:solidFill>
                <a:latin typeface="Arial"/>
                <a:ea typeface="Arial"/>
                <a:cs typeface="Arial"/>
              </a:defRPr>
            </a:lvl7pPr>
            <a:lvl8pPr algn="ctr">
              <a:defRPr sz="3225" b="1">
                <a:solidFill>
                  <a:srgbClr val="213044"/>
                </a:solidFill>
                <a:latin typeface="Arial"/>
                <a:ea typeface="Arial"/>
                <a:cs typeface="Arial"/>
              </a:defRPr>
            </a:lvl8pPr>
            <a:lvl9pPr algn="ctr">
              <a:defRPr sz="3225" b="1">
                <a:solidFill>
                  <a:srgbClr val="213044"/>
                </a:solidFill>
                <a:latin typeface="Arial"/>
                <a:ea typeface="Arial"/>
                <a:cs typeface="Arial"/>
              </a:defRPr>
            </a:lvl9pPr>
          </a:lstStyle>
          <a:p xmlns:a="http://schemas.openxmlformats.org/drawingml/2006/main">
            <a:pPr algn="ctr">
              <a:defRPr sz="3225" b="1">
                <a:solidFill>
                  <a:srgbClr val="213044"/>
                </a:solidFill>
                <a:latin typeface="Arial"/>
                <a:ea typeface="Arial"/>
                <a:cs typeface="Arial"/>
              </a:defRPr>
            </a:pPr>
            <a:r>
              <a:rPr sz="3225" b="1">
                <a:solidFill>
                  <a:srgbClr val="213044"/>
                </a:solidFill>
                <a:latin typeface="Arial"/>
                <a:ea typeface="Arial"/>
                <a:cs typeface="Arial"/>
              </a:rPr>
              <a:t>Freeze the behavior before moving it</a:t>
            </a:r>
          </a:p>
        </p:txBody>
      </p:sp>
      <p:sp>
        <p:nvSpPr>
          <p:cNvPr id="2" name="d3-47">
            <a:extLst xmlns:a="http://schemas.openxmlformats.org/drawingml/2006/main">
              <a:ext uri="{FF2B5EF4-FFF2-40B4-BE49-F238E27FC236}">
                <a16:creationId xmlns:a16="http://schemas.microsoft.com/office/drawing/2014/main" id="{5523FFC3-D658-424B-9E4A-C971A9B46D65}"/>
              </a:ext>
            </a:extLst>
          </p:cNvPr>
          <p:cNvSpPr>
            <a:spLocks xmlns:a="http://schemas.openxmlformats.org/drawingml/2006/main" noGrp="1"/>
          </p:cNvSpPr>
          <p:nvPr/>
        </p:nvSpPr>
        <p:spPr>
          <a:xfrm xmlns:a="http://schemas.openxmlformats.org/drawingml/2006/main">
            <a:off x="523875" y="65341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050" b="0">
                <a:solidFill>
                  <a:srgbClr val="627084"/>
                </a:solidFill>
                <a:latin typeface="Arial"/>
                <a:ea typeface="Arial"/>
                <a:cs typeface="Arial"/>
              </a:defRPr>
            </a:defPPr>
            <a:lvl1pPr algn="l">
              <a:defRPr sz="1050" b="0">
                <a:solidFill>
                  <a:srgbClr val="627084"/>
                </a:solidFill>
                <a:latin typeface="Arial"/>
                <a:ea typeface="Arial"/>
                <a:cs typeface="Arial"/>
              </a:defRPr>
            </a:lvl1pPr>
            <a:lvl2pPr algn="l">
              <a:defRPr sz="1050" b="0">
                <a:solidFill>
                  <a:srgbClr val="627084"/>
                </a:solidFill>
                <a:latin typeface="Arial"/>
                <a:ea typeface="Arial"/>
                <a:cs typeface="Arial"/>
              </a:defRPr>
            </a:lvl2pPr>
            <a:lvl3pPr algn="l">
              <a:defRPr sz="1050" b="0">
                <a:solidFill>
                  <a:srgbClr val="627084"/>
                </a:solidFill>
                <a:latin typeface="Arial"/>
                <a:ea typeface="Arial"/>
                <a:cs typeface="Arial"/>
              </a:defRPr>
            </a:lvl3pPr>
            <a:lvl4pPr algn="l">
              <a:defRPr sz="1050" b="0">
                <a:solidFill>
                  <a:srgbClr val="627084"/>
                </a:solidFill>
                <a:latin typeface="Arial"/>
                <a:ea typeface="Arial"/>
                <a:cs typeface="Arial"/>
              </a:defRPr>
            </a:lvl4pPr>
            <a:lvl5pPr algn="l">
              <a:defRPr sz="1050" b="0">
                <a:solidFill>
                  <a:srgbClr val="627084"/>
                </a:solidFill>
                <a:latin typeface="Arial"/>
                <a:ea typeface="Arial"/>
                <a:cs typeface="Arial"/>
              </a:defRPr>
            </a:lvl5pPr>
            <a:lvl6pPr algn="l">
              <a:defRPr sz="1050" b="0">
                <a:solidFill>
                  <a:srgbClr val="627084"/>
                </a:solidFill>
                <a:latin typeface="Arial"/>
                <a:ea typeface="Arial"/>
                <a:cs typeface="Arial"/>
              </a:defRPr>
            </a:lvl6pPr>
            <a:lvl7pPr algn="l">
              <a:defRPr sz="1050" b="0">
                <a:solidFill>
                  <a:srgbClr val="627084"/>
                </a:solidFill>
                <a:latin typeface="Arial"/>
                <a:ea typeface="Arial"/>
                <a:cs typeface="Arial"/>
              </a:defRPr>
            </a:lvl7pPr>
            <a:lvl8pPr algn="l">
              <a:defRPr sz="1050" b="0">
                <a:solidFill>
                  <a:srgbClr val="627084"/>
                </a:solidFill>
                <a:latin typeface="Arial"/>
                <a:ea typeface="Arial"/>
                <a:cs typeface="Arial"/>
              </a:defRPr>
            </a:lvl8pPr>
            <a:lvl9pPr algn="l">
              <a:defRPr sz="1050" b="0">
                <a:solidFill>
                  <a:srgbClr val="627084"/>
                </a:solidFill>
                <a:latin typeface="Arial"/>
                <a:ea typeface="Arial"/>
                <a:cs typeface="Arial"/>
              </a:defRPr>
            </a:lvl9pPr>
          </a:lstStyle>
          <a:p xmlns:a="http://schemas.openxmlformats.org/drawingml/2006/main">
            <a:pPr algn="l">
              <a:defRPr sz="1050" b="0">
                <a:solidFill>
                  <a:srgbClr val="627084"/>
                </a:solidFill>
                <a:latin typeface="Arial"/>
                <a:ea typeface="Arial"/>
                <a:cs typeface="Arial"/>
              </a:defRPr>
            </a:pPr>
            <a:r>
              <a:rPr sz="1050" b="0">
                <a:solidFill>
                  <a:srgbClr val="627084"/>
                </a:solidFill>
                <a:latin typeface="Arial"/>
                <a:ea typeface="Arial"/>
                <a:cs typeface="Arial"/>
              </a:rPr>
              <a:t>CODEX &amp; COFFEE</a:t>
            </a:r>
          </a:p>
        </p:txBody>
      </p:sp>
      <p:sp>
        <p:nvSpPr>
          <p:cNvPr id="3" name="d3-48">
            <a:extLst xmlns:a="http://schemas.openxmlformats.org/drawingml/2006/main">
              <a:ext uri="{FF2B5EF4-FFF2-40B4-BE49-F238E27FC236}">
                <a16:creationId xmlns:a16="http://schemas.microsoft.com/office/drawing/2014/main" id="{7B0975CA-0E05-4BC1-AB3E-D1AB676153DD}"/>
              </a:ext>
            </a:extLst>
          </p:cNvPr>
          <p:cNvSpPr>
            <a:spLocks xmlns:a="http://schemas.openxmlformats.org/drawingml/2006/main" noGrp="1"/>
          </p:cNvSpPr>
          <p:nvPr/>
        </p:nvSpPr>
        <p:spPr>
          <a:xfrm xmlns:a="http://schemas.openxmlformats.org/drawingml/2006/main">
            <a:off x="10001250" y="6534150"/>
            <a:ext cx="1666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050" b="0">
                <a:solidFill>
                  <a:srgbClr val="627084"/>
                </a:solidFill>
                <a:latin typeface="Arial"/>
                <a:ea typeface="Arial"/>
                <a:cs typeface="Arial"/>
              </a:defRPr>
            </a:defPPr>
            <a:lvl1pPr algn="r">
              <a:defRPr sz="1050" b="0">
                <a:solidFill>
                  <a:srgbClr val="627084"/>
                </a:solidFill>
                <a:latin typeface="Arial"/>
                <a:ea typeface="Arial"/>
                <a:cs typeface="Arial"/>
              </a:defRPr>
            </a:lvl1pPr>
            <a:lvl2pPr algn="r">
              <a:defRPr sz="1050" b="0">
                <a:solidFill>
                  <a:srgbClr val="627084"/>
                </a:solidFill>
                <a:latin typeface="Arial"/>
                <a:ea typeface="Arial"/>
                <a:cs typeface="Arial"/>
              </a:defRPr>
            </a:lvl2pPr>
            <a:lvl3pPr algn="r">
              <a:defRPr sz="1050" b="0">
                <a:solidFill>
                  <a:srgbClr val="627084"/>
                </a:solidFill>
                <a:latin typeface="Arial"/>
                <a:ea typeface="Arial"/>
                <a:cs typeface="Arial"/>
              </a:defRPr>
            </a:lvl3pPr>
            <a:lvl4pPr algn="r">
              <a:defRPr sz="1050" b="0">
                <a:solidFill>
                  <a:srgbClr val="627084"/>
                </a:solidFill>
                <a:latin typeface="Arial"/>
                <a:ea typeface="Arial"/>
                <a:cs typeface="Arial"/>
              </a:defRPr>
            </a:lvl4pPr>
            <a:lvl5pPr algn="r">
              <a:defRPr sz="1050" b="0">
                <a:solidFill>
                  <a:srgbClr val="627084"/>
                </a:solidFill>
                <a:latin typeface="Arial"/>
                <a:ea typeface="Arial"/>
                <a:cs typeface="Arial"/>
              </a:defRPr>
            </a:lvl5pPr>
            <a:lvl6pPr algn="r">
              <a:defRPr sz="1050" b="0">
                <a:solidFill>
                  <a:srgbClr val="627084"/>
                </a:solidFill>
                <a:latin typeface="Arial"/>
                <a:ea typeface="Arial"/>
                <a:cs typeface="Arial"/>
              </a:defRPr>
            </a:lvl6pPr>
            <a:lvl7pPr algn="r">
              <a:defRPr sz="1050" b="0">
                <a:solidFill>
                  <a:srgbClr val="627084"/>
                </a:solidFill>
                <a:latin typeface="Arial"/>
                <a:ea typeface="Arial"/>
                <a:cs typeface="Arial"/>
              </a:defRPr>
            </a:lvl7pPr>
            <a:lvl8pPr algn="r">
              <a:defRPr sz="1050" b="0">
                <a:solidFill>
                  <a:srgbClr val="627084"/>
                </a:solidFill>
                <a:latin typeface="Arial"/>
                <a:ea typeface="Arial"/>
                <a:cs typeface="Arial"/>
              </a:defRPr>
            </a:lvl8pPr>
            <a:lvl9pPr algn="r">
              <a:defRPr sz="1050" b="0">
                <a:solidFill>
                  <a:srgbClr val="627084"/>
                </a:solidFill>
                <a:latin typeface="Arial"/>
                <a:ea typeface="Arial"/>
                <a:cs typeface="Arial"/>
              </a:defRPr>
            </a:lvl9pPr>
          </a:lstStyle>
          <a:p xmlns:a="http://schemas.openxmlformats.org/drawingml/2006/main">
            <a:pPr algn="r">
              <a:defRPr sz="1050" b="0">
                <a:solidFill>
                  <a:srgbClr val="627084"/>
                </a:solidFill>
                <a:latin typeface="Arial"/>
                <a:ea typeface="Arial"/>
                <a:cs typeface="Arial"/>
              </a:defRPr>
            </a:pPr>
            <a:r>
              <a:rPr sz="1050" b="0">
                <a:solidFill>
                  <a:srgbClr val="627084"/>
                </a:solidFill>
                <a:latin typeface="Arial"/>
                <a:ea typeface="Arial"/>
                <a:cs typeface="Arial"/>
              </a:rPr>
              <a:t>DAY 3  ·  6</a:t>
            </a:r>
          </a:p>
        </p:txBody>
      </p:sp>
      <p:sp>
        <p:nvSpPr>
          <p:cNvPr id="4" name="d3-49">
            <a:extLst xmlns:a="http://schemas.openxmlformats.org/drawingml/2006/main">
              <a:ext uri="{FF2B5EF4-FFF2-40B4-BE49-F238E27FC236}">
                <a16:creationId xmlns:a16="http://schemas.microsoft.com/office/drawing/2014/main" id="{71689A55-C922-40AA-AD9D-25AE71A8E2A8}"/>
              </a:ext>
            </a:extLst>
          </p:cNvPr>
          <p:cNvSpPr>
            <a:spLocks xmlns:a="http://schemas.openxmlformats.org/drawingml/2006/main" noGrp="1"/>
          </p:cNvSpPr>
          <p:nvPr/>
        </p:nvSpPr>
        <p:spPr>
          <a:xfrm xmlns:a="http://schemas.openxmlformats.org/drawingml/2006/main">
            <a:off x="619125" y="1485900"/>
            <a:ext cx="5238750" cy="3619500"/>
          </a:xfrm>
          <a:prstGeom xmlns:a="http://schemas.openxmlformats.org/drawingml/2006/main" prst="roundRect">
            <a:avLst>
              <a:gd name="adj" fmla="val 2105"/>
            </a:avLst>
          </a:prstGeom>
          <a:solidFill xmlns:a="http://schemas.openxmlformats.org/drawingml/2006/main">
            <a:srgbClr val="EAF3FC"/>
          </a:solidFill>
          <a:ln xmlns:a="http://schemas.openxmlformats.org/drawingml/2006/main" w="14288">
            <a:solidFill>
              <a:srgbClr val="3D709F"/>
            </a:solidFill>
          </a:ln>
        </p:spPr>
      </p:sp>
      <p:sp>
        <p:nvSpPr>
          <p:cNvPr id="5" name="d3-50">
            <a:extLst xmlns:a="http://schemas.openxmlformats.org/drawingml/2006/main">
              <a:ext uri="{FF2B5EF4-FFF2-40B4-BE49-F238E27FC236}">
                <a16:creationId xmlns:a16="http://schemas.microsoft.com/office/drawing/2014/main" id="{4FBFFB13-B9AD-463D-89AA-EA90665B71F9}"/>
              </a:ext>
            </a:extLst>
          </p:cNvPr>
          <p:cNvSpPr>
            <a:spLocks xmlns:a="http://schemas.openxmlformats.org/drawingml/2006/main" noGrp="1"/>
          </p:cNvSpPr>
          <p:nvPr/>
        </p:nvSpPr>
        <p:spPr>
          <a:xfrm xmlns:a="http://schemas.openxmlformats.org/drawingml/2006/main">
            <a:off x="828675" y="1619250"/>
            <a:ext cx="4819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950" b="1">
                <a:solidFill>
                  <a:srgbClr val="3D709F"/>
                </a:solidFill>
                <a:latin typeface="Arial"/>
                <a:ea typeface="Arial"/>
                <a:cs typeface="Arial"/>
              </a:defRPr>
            </a:defPPr>
            <a:lvl1pPr algn="l">
              <a:defRPr sz="1950" b="1">
                <a:solidFill>
                  <a:srgbClr val="3D709F"/>
                </a:solidFill>
                <a:latin typeface="Arial"/>
                <a:ea typeface="Arial"/>
                <a:cs typeface="Arial"/>
              </a:defRPr>
            </a:lvl1pPr>
            <a:lvl2pPr algn="l">
              <a:defRPr sz="1950" b="1">
                <a:solidFill>
                  <a:srgbClr val="3D709F"/>
                </a:solidFill>
                <a:latin typeface="Arial"/>
                <a:ea typeface="Arial"/>
                <a:cs typeface="Arial"/>
              </a:defRPr>
            </a:lvl2pPr>
            <a:lvl3pPr algn="l">
              <a:defRPr sz="1950" b="1">
                <a:solidFill>
                  <a:srgbClr val="3D709F"/>
                </a:solidFill>
                <a:latin typeface="Arial"/>
                <a:ea typeface="Arial"/>
                <a:cs typeface="Arial"/>
              </a:defRPr>
            </a:lvl3pPr>
            <a:lvl4pPr algn="l">
              <a:defRPr sz="1950" b="1">
                <a:solidFill>
                  <a:srgbClr val="3D709F"/>
                </a:solidFill>
                <a:latin typeface="Arial"/>
                <a:ea typeface="Arial"/>
                <a:cs typeface="Arial"/>
              </a:defRPr>
            </a:lvl4pPr>
            <a:lvl5pPr algn="l">
              <a:defRPr sz="1950" b="1">
                <a:solidFill>
                  <a:srgbClr val="3D709F"/>
                </a:solidFill>
                <a:latin typeface="Arial"/>
                <a:ea typeface="Arial"/>
                <a:cs typeface="Arial"/>
              </a:defRPr>
            </a:lvl5pPr>
            <a:lvl6pPr algn="l">
              <a:defRPr sz="1950" b="1">
                <a:solidFill>
                  <a:srgbClr val="3D709F"/>
                </a:solidFill>
                <a:latin typeface="Arial"/>
                <a:ea typeface="Arial"/>
                <a:cs typeface="Arial"/>
              </a:defRPr>
            </a:lvl6pPr>
            <a:lvl7pPr algn="l">
              <a:defRPr sz="1950" b="1">
                <a:solidFill>
                  <a:srgbClr val="3D709F"/>
                </a:solidFill>
                <a:latin typeface="Arial"/>
                <a:ea typeface="Arial"/>
                <a:cs typeface="Arial"/>
              </a:defRPr>
            </a:lvl7pPr>
            <a:lvl8pPr algn="l">
              <a:defRPr sz="1950" b="1">
                <a:solidFill>
                  <a:srgbClr val="3D709F"/>
                </a:solidFill>
                <a:latin typeface="Arial"/>
                <a:ea typeface="Arial"/>
                <a:cs typeface="Arial"/>
              </a:defRPr>
            </a:lvl8pPr>
            <a:lvl9pPr algn="l">
              <a:defRPr sz="1950" b="1">
                <a:solidFill>
                  <a:srgbClr val="3D709F"/>
                </a:solidFill>
                <a:latin typeface="Arial"/>
                <a:ea typeface="Arial"/>
                <a:cs typeface="Arial"/>
              </a:defRPr>
            </a:lvl9pPr>
          </a:lstStyle>
          <a:p xmlns:a="http://schemas.openxmlformats.org/drawingml/2006/main">
            <a:pPr algn="l">
              <a:defRPr sz="1950" b="1">
                <a:solidFill>
                  <a:srgbClr val="3D709F"/>
                </a:solidFill>
                <a:latin typeface="Arial"/>
                <a:ea typeface="Arial"/>
                <a:cs typeface="Arial"/>
              </a:defRPr>
            </a:pPr>
            <a:r>
              <a:rPr sz="1950" b="1">
                <a:solidFill>
                  <a:srgbClr val="3D709F"/>
                </a:solidFill>
                <a:latin typeface="Arial"/>
                <a:ea typeface="Arial"/>
                <a:cs typeface="Arial"/>
              </a:rPr>
              <a:t>The ordinary case</a:t>
            </a:r>
          </a:p>
        </p:txBody>
      </p:sp>
      <p:sp>
        <p:nvSpPr>
          <p:cNvPr id="6" name="d3-51">
            <a:extLst xmlns:a="http://schemas.openxmlformats.org/drawingml/2006/main">
              <a:ext uri="{FF2B5EF4-FFF2-40B4-BE49-F238E27FC236}">
                <a16:creationId xmlns:a16="http://schemas.microsoft.com/office/drawing/2014/main" id="{CC2B6998-828E-41CD-8CD3-BD5FDAD468E6}"/>
              </a:ext>
            </a:extLst>
          </p:cNvPr>
          <p:cNvSpPr>
            <a:spLocks xmlns:a="http://schemas.openxmlformats.org/drawingml/2006/main" noGrp="1"/>
          </p:cNvSpPr>
          <p:nvPr/>
        </p:nvSpPr>
        <p:spPr>
          <a:xfrm xmlns:a="http://schemas.openxmlformats.org/drawingml/2006/main">
            <a:off x="828675" y="2171700"/>
            <a:ext cx="481965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025" b="0">
                <a:solidFill>
                  <a:srgbClr val="213044"/>
                </a:solidFill>
                <a:latin typeface="Arial"/>
                <a:ea typeface="Arial"/>
                <a:cs typeface="Arial"/>
              </a:defRPr>
            </a:defPPr>
            <a:lvl1pPr algn="l">
              <a:defRPr sz="2025" b="0">
                <a:solidFill>
                  <a:srgbClr val="213044"/>
                </a:solidFill>
                <a:latin typeface="Arial"/>
                <a:ea typeface="Arial"/>
                <a:cs typeface="Arial"/>
              </a:defRPr>
            </a:lvl1pPr>
            <a:lvl2pPr algn="l">
              <a:defRPr sz="2025" b="0">
                <a:solidFill>
                  <a:srgbClr val="213044"/>
                </a:solidFill>
                <a:latin typeface="Arial"/>
                <a:ea typeface="Arial"/>
                <a:cs typeface="Arial"/>
              </a:defRPr>
            </a:lvl2pPr>
            <a:lvl3pPr algn="l">
              <a:defRPr sz="2025" b="0">
                <a:solidFill>
                  <a:srgbClr val="213044"/>
                </a:solidFill>
                <a:latin typeface="Arial"/>
                <a:ea typeface="Arial"/>
                <a:cs typeface="Arial"/>
              </a:defRPr>
            </a:lvl3pPr>
            <a:lvl4pPr algn="l">
              <a:defRPr sz="2025" b="0">
                <a:solidFill>
                  <a:srgbClr val="213044"/>
                </a:solidFill>
                <a:latin typeface="Arial"/>
                <a:ea typeface="Arial"/>
                <a:cs typeface="Arial"/>
              </a:defRPr>
            </a:lvl4pPr>
            <a:lvl5pPr algn="l">
              <a:defRPr sz="2025" b="0">
                <a:solidFill>
                  <a:srgbClr val="213044"/>
                </a:solidFill>
                <a:latin typeface="Arial"/>
                <a:ea typeface="Arial"/>
                <a:cs typeface="Arial"/>
              </a:defRPr>
            </a:lvl5pPr>
            <a:lvl6pPr algn="l">
              <a:defRPr sz="2025" b="0">
                <a:solidFill>
                  <a:srgbClr val="213044"/>
                </a:solidFill>
                <a:latin typeface="Arial"/>
                <a:ea typeface="Arial"/>
                <a:cs typeface="Arial"/>
              </a:defRPr>
            </a:lvl6pPr>
            <a:lvl7pPr algn="l">
              <a:defRPr sz="2025" b="0">
                <a:solidFill>
                  <a:srgbClr val="213044"/>
                </a:solidFill>
                <a:latin typeface="Arial"/>
                <a:ea typeface="Arial"/>
                <a:cs typeface="Arial"/>
              </a:defRPr>
            </a:lvl7pPr>
            <a:lvl8pPr algn="l">
              <a:defRPr sz="2025" b="0">
                <a:solidFill>
                  <a:srgbClr val="213044"/>
                </a:solidFill>
                <a:latin typeface="Arial"/>
                <a:ea typeface="Arial"/>
                <a:cs typeface="Arial"/>
              </a:defRPr>
            </a:lvl8pPr>
            <a:lvl9pPr algn="l">
              <a:defRPr sz="2025" b="0">
                <a:solidFill>
                  <a:srgbClr val="213044"/>
                </a:solidFill>
                <a:latin typeface="Arial"/>
                <a:ea typeface="Arial"/>
                <a:cs typeface="Arial"/>
              </a:defRPr>
            </a:lvl9pPr>
          </a:lstStyle>
          <a:p xmlns:a="http://schemas.openxmlformats.org/drawingml/2006/main">
            <a:pPr algn="l">
              <a:defRPr sz="2025" b="0">
                <a:solidFill>
                  <a:srgbClr val="213044"/>
                </a:solidFill>
                <a:latin typeface="Arial"/>
                <a:ea typeface="Arial"/>
                <a:cs typeface="Arial"/>
              </a:defRPr>
            </a:pPr>
            <a:r>
              <a:rPr sz="2025" b="0">
                <a:solidFill>
                  <a:srgbClr val="213044"/>
                </a:solidFill>
                <a:latin typeface="Arial"/>
                <a:ea typeface="Arial"/>
                <a:cs typeface="Arial"/>
              </a:rPr>
              <a:t>Seeded quote</a:t>
            </a:r>
          </a:p>
          <a:p xmlns:a="http://schemas.openxmlformats.org/drawingml/2006/main">
            <a:pPr algn="l">
              <a:defRPr sz="2025" b="0">
                <a:solidFill>
                  <a:srgbClr val="213044"/>
                </a:solidFill>
                <a:latin typeface="Arial"/>
                <a:ea typeface="Arial"/>
                <a:cs typeface="Arial"/>
              </a:defRPr>
            </a:pPr>
            <a:r>
              <a:rPr sz="2025" b="0">
                <a:solidFill>
                  <a:srgbClr val="213044"/>
                </a:solidFill>
                <a:latin typeface="Arial"/>
                <a:ea typeface="Arial"/>
                <a:cs typeface="Arial"/>
              </a:rPr>
              <a:t>Subtotal: CAD 12,750.00</a:t>
            </a:r>
          </a:p>
          <a:p xmlns:a="http://schemas.openxmlformats.org/drawingml/2006/main">
            <a:pPr algn="l">
              <a:defRPr sz="2025" b="0">
                <a:solidFill>
                  <a:srgbClr val="213044"/>
                </a:solidFill>
                <a:latin typeface="Arial"/>
                <a:ea typeface="Arial"/>
                <a:cs typeface="Arial"/>
              </a:defRPr>
            </a:pPr>
            <a:r>
              <a:rPr sz="2025" b="0">
                <a:solidFill>
                  <a:srgbClr val="213044"/>
                </a:solidFill>
                <a:latin typeface="Arial"/>
                <a:ea typeface="Arial"/>
                <a:cs typeface="Arial"/>
              </a:rPr>
              <a:t>Discount: 5%</a:t>
            </a:r>
          </a:p>
          <a:p xmlns:a="http://schemas.openxmlformats.org/drawingml/2006/main">
            <a:pPr algn="l">
              <a:defRPr sz="2025" b="0">
                <a:solidFill>
                  <a:srgbClr val="213044"/>
                </a:solidFill>
                <a:latin typeface="Arial"/>
                <a:ea typeface="Arial"/>
                <a:cs typeface="Arial"/>
              </a:defRPr>
            </a:pPr>
            <a:r>
              <a:rPr sz="2025" b="0">
                <a:solidFill>
                  <a:srgbClr val="213044"/>
                </a:solidFill>
                <a:latin typeface="Arial"/>
                <a:ea typeface="Arial"/>
                <a:cs typeface="Arial"/>
              </a:rPr>
              <a:t>Tax: 13%</a:t>
            </a:r>
          </a:p>
          <a:p xmlns:a="http://schemas.openxmlformats.org/drawingml/2006/main">
            <a:pPr algn="l">
              <a:defRPr sz="2025" b="0">
                <a:solidFill>
                  <a:srgbClr val="213044"/>
                </a:solidFill>
                <a:latin typeface="Arial"/>
                <a:ea typeface="Arial"/>
                <a:cs typeface="Arial"/>
              </a:defRPr>
            </a:pPr>
            <a:r>
              <a:rPr sz="2025" b="0">
                <a:solidFill>
                  <a:srgbClr val="213044"/>
                </a:solidFill>
                <a:latin typeface="Arial"/>
                <a:ea typeface="Arial"/>
                <a:cs typeface="Arial"/>
              </a:rPr>
              <a:t>Total: CAD 13,687.13</a:t>
            </a:r>
          </a:p>
        </p:txBody>
      </p:sp>
      <p:sp>
        <p:nvSpPr>
          <p:cNvPr id="7" name="d3-52">
            <a:extLst xmlns:a="http://schemas.openxmlformats.org/drawingml/2006/main">
              <a:ext uri="{FF2B5EF4-FFF2-40B4-BE49-F238E27FC236}">
                <a16:creationId xmlns:a16="http://schemas.microsoft.com/office/drawing/2014/main" id="{29E223E3-041D-4087-83EE-BF122E5AB76C}"/>
              </a:ext>
            </a:extLst>
          </p:cNvPr>
          <p:cNvSpPr>
            <a:spLocks xmlns:a="http://schemas.openxmlformats.org/drawingml/2006/main" noGrp="1"/>
          </p:cNvSpPr>
          <p:nvPr/>
        </p:nvSpPr>
        <p:spPr>
          <a:xfrm xmlns:a="http://schemas.openxmlformats.org/drawingml/2006/main">
            <a:off x="6334125" y="1485900"/>
            <a:ext cx="5238750" cy="3619500"/>
          </a:xfrm>
          <a:prstGeom xmlns:a="http://schemas.openxmlformats.org/drawingml/2006/main" prst="roundRect">
            <a:avLst>
              <a:gd name="adj" fmla="val 2105"/>
            </a:avLst>
          </a:prstGeom>
          <a:solidFill xmlns:a="http://schemas.openxmlformats.org/drawingml/2006/main">
            <a:srgbClr val="FBEAE6"/>
          </a:solidFill>
          <a:ln xmlns:a="http://schemas.openxmlformats.org/drawingml/2006/main" w="14288">
            <a:solidFill>
              <a:srgbClr val="AC6154"/>
            </a:solidFill>
          </a:ln>
        </p:spPr>
      </p:sp>
      <p:sp>
        <p:nvSpPr>
          <p:cNvPr id="8" name="d3-53">
            <a:extLst xmlns:a="http://schemas.openxmlformats.org/drawingml/2006/main">
              <a:ext uri="{FF2B5EF4-FFF2-40B4-BE49-F238E27FC236}">
                <a16:creationId xmlns:a16="http://schemas.microsoft.com/office/drawing/2014/main" id="{15E15BBD-5A3F-4FDA-A721-6FCAD59CDBC4}"/>
              </a:ext>
            </a:extLst>
          </p:cNvPr>
          <p:cNvSpPr>
            <a:spLocks xmlns:a="http://schemas.openxmlformats.org/drawingml/2006/main" noGrp="1"/>
          </p:cNvSpPr>
          <p:nvPr/>
        </p:nvSpPr>
        <p:spPr>
          <a:xfrm xmlns:a="http://schemas.openxmlformats.org/drawingml/2006/main">
            <a:off x="6543675" y="1619250"/>
            <a:ext cx="4819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950" b="1">
                <a:solidFill>
                  <a:srgbClr val="AC6154"/>
                </a:solidFill>
                <a:latin typeface="Arial"/>
                <a:ea typeface="Arial"/>
                <a:cs typeface="Arial"/>
              </a:defRPr>
            </a:defPPr>
            <a:lvl1pPr algn="l">
              <a:defRPr sz="1950" b="1">
                <a:solidFill>
                  <a:srgbClr val="AC6154"/>
                </a:solidFill>
                <a:latin typeface="Arial"/>
                <a:ea typeface="Arial"/>
                <a:cs typeface="Arial"/>
              </a:defRPr>
            </a:lvl1pPr>
            <a:lvl2pPr algn="l">
              <a:defRPr sz="1950" b="1">
                <a:solidFill>
                  <a:srgbClr val="AC6154"/>
                </a:solidFill>
                <a:latin typeface="Arial"/>
                <a:ea typeface="Arial"/>
                <a:cs typeface="Arial"/>
              </a:defRPr>
            </a:lvl2pPr>
            <a:lvl3pPr algn="l">
              <a:defRPr sz="1950" b="1">
                <a:solidFill>
                  <a:srgbClr val="AC6154"/>
                </a:solidFill>
                <a:latin typeface="Arial"/>
                <a:ea typeface="Arial"/>
                <a:cs typeface="Arial"/>
              </a:defRPr>
            </a:lvl3pPr>
            <a:lvl4pPr algn="l">
              <a:defRPr sz="1950" b="1">
                <a:solidFill>
                  <a:srgbClr val="AC6154"/>
                </a:solidFill>
                <a:latin typeface="Arial"/>
                <a:ea typeface="Arial"/>
                <a:cs typeface="Arial"/>
              </a:defRPr>
            </a:lvl4pPr>
            <a:lvl5pPr algn="l">
              <a:defRPr sz="1950" b="1">
                <a:solidFill>
                  <a:srgbClr val="AC6154"/>
                </a:solidFill>
                <a:latin typeface="Arial"/>
                <a:ea typeface="Arial"/>
                <a:cs typeface="Arial"/>
              </a:defRPr>
            </a:lvl5pPr>
            <a:lvl6pPr algn="l">
              <a:defRPr sz="1950" b="1">
                <a:solidFill>
                  <a:srgbClr val="AC6154"/>
                </a:solidFill>
                <a:latin typeface="Arial"/>
                <a:ea typeface="Arial"/>
                <a:cs typeface="Arial"/>
              </a:defRPr>
            </a:lvl6pPr>
            <a:lvl7pPr algn="l">
              <a:defRPr sz="1950" b="1">
                <a:solidFill>
                  <a:srgbClr val="AC6154"/>
                </a:solidFill>
                <a:latin typeface="Arial"/>
                <a:ea typeface="Arial"/>
                <a:cs typeface="Arial"/>
              </a:defRPr>
            </a:lvl7pPr>
            <a:lvl8pPr algn="l">
              <a:defRPr sz="1950" b="1">
                <a:solidFill>
                  <a:srgbClr val="AC6154"/>
                </a:solidFill>
                <a:latin typeface="Arial"/>
                <a:ea typeface="Arial"/>
                <a:cs typeface="Arial"/>
              </a:defRPr>
            </a:lvl8pPr>
            <a:lvl9pPr algn="l">
              <a:defRPr sz="1950" b="1">
                <a:solidFill>
                  <a:srgbClr val="AC6154"/>
                </a:solidFill>
                <a:latin typeface="Arial"/>
                <a:ea typeface="Arial"/>
                <a:cs typeface="Arial"/>
              </a:defRPr>
            </a:lvl9pPr>
          </a:lstStyle>
          <a:p xmlns:a="http://schemas.openxmlformats.org/drawingml/2006/main">
            <a:pPr algn="l">
              <a:defRPr sz="1950" b="1">
                <a:solidFill>
                  <a:srgbClr val="AC6154"/>
                </a:solidFill>
                <a:latin typeface="Arial"/>
                <a:ea typeface="Arial"/>
                <a:cs typeface="Arial"/>
              </a:defRPr>
            </a:pPr>
            <a:r>
              <a:rPr sz="1950" b="1">
                <a:solidFill>
                  <a:srgbClr val="AC6154"/>
                </a:solidFill>
                <a:latin typeface="Arial"/>
                <a:ea typeface="Arial"/>
                <a:cs typeface="Arial"/>
              </a:rPr>
              <a:t>The surprising case</a:t>
            </a:r>
          </a:p>
        </p:txBody>
      </p:sp>
      <p:sp>
        <p:nvSpPr>
          <p:cNvPr id="9" name="d3-54">
            <a:extLst xmlns:a="http://schemas.openxmlformats.org/drawingml/2006/main">
              <a:ext uri="{FF2B5EF4-FFF2-40B4-BE49-F238E27FC236}">
                <a16:creationId xmlns:a16="http://schemas.microsoft.com/office/drawing/2014/main" id="{65F7C04B-0535-4AF8-B6E2-DE11F7FDBD2B}"/>
              </a:ext>
            </a:extLst>
          </p:cNvPr>
          <p:cNvSpPr>
            <a:spLocks xmlns:a="http://schemas.openxmlformats.org/drawingml/2006/main" noGrp="1"/>
          </p:cNvSpPr>
          <p:nvPr/>
        </p:nvSpPr>
        <p:spPr>
          <a:xfrm xmlns:a="http://schemas.openxmlformats.org/drawingml/2006/main">
            <a:off x="6543675" y="2171700"/>
            <a:ext cx="481965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025" b="0">
                <a:solidFill>
                  <a:srgbClr val="213044"/>
                </a:solidFill>
                <a:latin typeface="Arial"/>
                <a:ea typeface="Arial"/>
                <a:cs typeface="Arial"/>
              </a:defRPr>
            </a:defPPr>
            <a:lvl1pPr algn="l">
              <a:defRPr sz="2025" b="0">
                <a:solidFill>
                  <a:srgbClr val="213044"/>
                </a:solidFill>
                <a:latin typeface="Arial"/>
                <a:ea typeface="Arial"/>
                <a:cs typeface="Arial"/>
              </a:defRPr>
            </a:lvl1pPr>
            <a:lvl2pPr algn="l">
              <a:defRPr sz="2025" b="0">
                <a:solidFill>
                  <a:srgbClr val="213044"/>
                </a:solidFill>
                <a:latin typeface="Arial"/>
                <a:ea typeface="Arial"/>
                <a:cs typeface="Arial"/>
              </a:defRPr>
            </a:lvl2pPr>
            <a:lvl3pPr algn="l">
              <a:defRPr sz="2025" b="0">
                <a:solidFill>
                  <a:srgbClr val="213044"/>
                </a:solidFill>
                <a:latin typeface="Arial"/>
                <a:ea typeface="Arial"/>
                <a:cs typeface="Arial"/>
              </a:defRPr>
            </a:lvl3pPr>
            <a:lvl4pPr algn="l">
              <a:defRPr sz="2025" b="0">
                <a:solidFill>
                  <a:srgbClr val="213044"/>
                </a:solidFill>
                <a:latin typeface="Arial"/>
                <a:ea typeface="Arial"/>
                <a:cs typeface="Arial"/>
              </a:defRPr>
            </a:lvl4pPr>
            <a:lvl5pPr algn="l">
              <a:defRPr sz="2025" b="0">
                <a:solidFill>
                  <a:srgbClr val="213044"/>
                </a:solidFill>
                <a:latin typeface="Arial"/>
                <a:ea typeface="Arial"/>
                <a:cs typeface="Arial"/>
              </a:defRPr>
            </a:lvl5pPr>
            <a:lvl6pPr algn="l">
              <a:defRPr sz="2025" b="0">
                <a:solidFill>
                  <a:srgbClr val="213044"/>
                </a:solidFill>
                <a:latin typeface="Arial"/>
                <a:ea typeface="Arial"/>
                <a:cs typeface="Arial"/>
              </a:defRPr>
            </a:lvl6pPr>
            <a:lvl7pPr algn="l">
              <a:defRPr sz="2025" b="0">
                <a:solidFill>
                  <a:srgbClr val="213044"/>
                </a:solidFill>
                <a:latin typeface="Arial"/>
                <a:ea typeface="Arial"/>
                <a:cs typeface="Arial"/>
              </a:defRPr>
            </a:lvl7pPr>
            <a:lvl8pPr algn="l">
              <a:defRPr sz="2025" b="0">
                <a:solidFill>
                  <a:srgbClr val="213044"/>
                </a:solidFill>
                <a:latin typeface="Arial"/>
                <a:ea typeface="Arial"/>
                <a:cs typeface="Arial"/>
              </a:defRPr>
            </a:lvl8pPr>
            <a:lvl9pPr algn="l">
              <a:defRPr sz="2025" b="0">
                <a:solidFill>
                  <a:srgbClr val="213044"/>
                </a:solidFill>
                <a:latin typeface="Arial"/>
                <a:ea typeface="Arial"/>
                <a:cs typeface="Arial"/>
              </a:defRPr>
            </a:lvl9pPr>
          </a:lstStyle>
          <a:p xmlns:a="http://schemas.openxmlformats.org/drawingml/2006/main">
            <a:pPr algn="l">
              <a:defRPr sz="2025" b="0">
                <a:solidFill>
                  <a:srgbClr val="213044"/>
                </a:solidFill>
                <a:latin typeface="Arial"/>
                <a:ea typeface="Arial"/>
                <a:cs typeface="Arial"/>
              </a:defRPr>
            </a:pPr>
            <a:r>
              <a:rPr sz="2025" b="0">
                <a:solidFill>
                  <a:srgbClr val="213044"/>
                </a:solidFill>
                <a:latin typeface="Arial"/>
                <a:ea typeface="Arial"/>
                <a:cs typeface="Arial"/>
              </a:rPr>
              <a:t>Unit rate: 0.014</a:t>
            </a:r>
          </a:p>
          <a:p xmlns:a="http://schemas.openxmlformats.org/drawingml/2006/main">
            <a:pPr algn="l">
              <a:defRPr sz="2025" b="0">
                <a:solidFill>
                  <a:srgbClr val="213044"/>
                </a:solidFill>
                <a:latin typeface="Arial"/>
                <a:ea typeface="Arial"/>
                <a:cs typeface="Arial"/>
              </a:defRPr>
            </a:pPr>
            <a:r>
              <a:rPr sz="2025" b="0">
                <a:solidFill>
                  <a:srgbClr val="213044"/>
                </a:solidFill>
                <a:latin typeface="Arial"/>
                <a:ea typeface="Arial"/>
                <a:cs typeface="Arial"/>
              </a:rPr>
              <a:t>Quantity: 3</a:t>
            </a:r>
          </a:p>
          <a:p xmlns:a="http://schemas.openxmlformats.org/drawingml/2006/main">
            <a:r>
              <a:t/>
            </a:r>
          </a:p>
          <a:p xmlns:a="http://schemas.openxmlformats.org/drawingml/2006/main">
            <a:pPr algn="l">
              <a:defRPr sz="2025" b="0">
                <a:solidFill>
                  <a:srgbClr val="213044"/>
                </a:solidFill>
                <a:latin typeface="Arial"/>
                <a:ea typeface="Arial"/>
                <a:cs typeface="Arial"/>
              </a:defRPr>
            </a:pPr>
            <a:r>
              <a:rPr sz="2025" b="0">
                <a:solidFill>
                  <a:srgbClr val="213044"/>
                </a:solidFill>
                <a:latin typeface="Arial"/>
                <a:ea typeface="Arial"/>
                <a:cs typeface="Arial"/>
              </a:rPr>
              <a:t>Round unit first → 0.01</a:t>
            </a:r>
          </a:p>
          <a:p xmlns:a="http://schemas.openxmlformats.org/drawingml/2006/main">
            <a:pPr algn="l">
              <a:defRPr sz="2025" b="0">
                <a:solidFill>
                  <a:srgbClr val="213044"/>
                </a:solidFill>
                <a:latin typeface="Arial"/>
                <a:ea typeface="Arial"/>
                <a:cs typeface="Arial"/>
              </a:defRPr>
            </a:pPr>
            <a:r>
              <a:rPr sz="2025" b="0">
                <a:solidFill>
                  <a:srgbClr val="213044"/>
                </a:solidFill>
                <a:latin typeface="Arial"/>
                <a:ea typeface="Arial"/>
                <a:cs typeface="Arial"/>
              </a:rPr>
              <a:t>Existing result → 3 cents</a:t>
            </a:r>
          </a:p>
        </p:txBody>
      </p:sp>
      <p:sp>
        <p:nvSpPr>
          <p:cNvPr id="10" name="d3-55">
            <a:extLst xmlns:a="http://schemas.openxmlformats.org/drawingml/2006/main">
              <a:ext uri="{FF2B5EF4-FFF2-40B4-BE49-F238E27FC236}">
                <a16:creationId xmlns:a16="http://schemas.microsoft.com/office/drawing/2014/main" id="{7824B7CF-669C-4862-B1AC-5DE21EB573E8}"/>
              </a:ext>
            </a:extLst>
          </p:cNvPr>
          <p:cNvSpPr>
            <a:spLocks xmlns:a="http://schemas.openxmlformats.org/drawingml/2006/main" noGrp="1"/>
          </p:cNvSpPr>
          <p:nvPr/>
        </p:nvSpPr>
        <p:spPr>
          <a:xfrm xmlns:a="http://schemas.openxmlformats.org/drawingml/2006/main">
            <a:off x="666750" y="5495925"/>
            <a:ext cx="1085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325" b="1">
                <a:solidFill>
                  <a:srgbClr val="7360A1"/>
                </a:solidFill>
                <a:latin typeface="Arial"/>
                <a:ea typeface="Arial"/>
                <a:cs typeface="Arial"/>
              </a:defRPr>
            </a:defPPr>
            <a:lvl1pPr algn="ctr">
              <a:defRPr sz="2325" b="1">
                <a:solidFill>
                  <a:srgbClr val="7360A1"/>
                </a:solidFill>
                <a:latin typeface="Arial"/>
                <a:ea typeface="Arial"/>
                <a:cs typeface="Arial"/>
              </a:defRPr>
            </a:lvl1pPr>
            <a:lvl2pPr algn="ctr">
              <a:defRPr sz="2325" b="1">
                <a:solidFill>
                  <a:srgbClr val="7360A1"/>
                </a:solidFill>
                <a:latin typeface="Arial"/>
                <a:ea typeface="Arial"/>
                <a:cs typeface="Arial"/>
              </a:defRPr>
            </a:lvl2pPr>
            <a:lvl3pPr algn="ctr">
              <a:defRPr sz="2325" b="1">
                <a:solidFill>
                  <a:srgbClr val="7360A1"/>
                </a:solidFill>
                <a:latin typeface="Arial"/>
                <a:ea typeface="Arial"/>
                <a:cs typeface="Arial"/>
              </a:defRPr>
            </a:lvl3pPr>
            <a:lvl4pPr algn="ctr">
              <a:defRPr sz="2325" b="1">
                <a:solidFill>
                  <a:srgbClr val="7360A1"/>
                </a:solidFill>
                <a:latin typeface="Arial"/>
                <a:ea typeface="Arial"/>
                <a:cs typeface="Arial"/>
              </a:defRPr>
            </a:lvl4pPr>
            <a:lvl5pPr algn="ctr">
              <a:defRPr sz="2325" b="1">
                <a:solidFill>
                  <a:srgbClr val="7360A1"/>
                </a:solidFill>
                <a:latin typeface="Arial"/>
                <a:ea typeface="Arial"/>
                <a:cs typeface="Arial"/>
              </a:defRPr>
            </a:lvl5pPr>
            <a:lvl6pPr algn="ctr">
              <a:defRPr sz="2325" b="1">
                <a:solidFill>
                  <a:srgbClr val="7360A1"/>
                </a:solidFill>
                <a:latin typeface="Arial"/>
                <a:ea typeface="Arial"/>
                <a:cs typeface="Arial"/>
              </a:defRPr>
            </a:lvl6pPr>
            <a:lvl7pPr algn="ctr">
              <a:defRPr sz="2325" b="1">
                <a:solidFill>
                  <a:srgbClr val="7360A1"/>
                </a:solidFill>
                <a:latin typeface="Arial"/>
                <a:ea typeface="Arial"/>
                <a:cs typeface="Arial"/>
              </a:defRPr>
            </a:lvl7pPr>
            <a:lvl8pPr algn="ctr">
              <a:defRPr sz="2325" b="1">
                <a:solidFill>
                  <a:srgbClr val="7360A1"/>
                </a:solidFill>
                <a:latin typeface="Arial"/>
                <a:ea typeface="Arial"/>
                <a:cs typeface="Arial"/>
              </a:defRPr>
            </a:lvl8pPr>
            <a:lvl9pPr algn="ctr">
              <a:defRPr sz="2325" b="1">
                <a:solidFill>
                  <a:srgbClr val="7360A1"/>
                </a:solidFill>
                <a:latin typeface="Arial"/>
                <a:ea typeface="Arial"/>
                <a:cs typeface="Arial"/>
              </a:defRPr>
            </a:lvl9pPr>
          </a:lstStyle>
          <a:p xmlns:a="http://schemas.openxmlformats.org/drawingml/2006/main">
            <a:pPr algn="ctr">
              <a:defRPr sz="2325" b="1">
                <a:solidFill>
                  <a:srgbClr val="7360A1"/>
                </a:solidFill>
                <a:latin typeface="Arial"/>
                <a:ea typeface="Arial"/>
                <a:cs typeface="Arial"/>
              </a:defRPr>
            </a:pPr>
            <a:r>
              <a:rPr sz="2325" b="1">
                <a:solidFill>
                  <a:srgbClr val="7360A1"/>
                </a:solidFill>
                <a:latin typeface="Arial"/>
                <a:ea typeface="Arial"/>
                <a:cs typeface="Arial"/>
              </a:rPr>
              <a:t>Keep the exact output, including quirks, during this extraction</a:t>
            </a:r>
          </a:p>
        </p:txBody>
      </p:sp>
    </p:spTree>
    <p:extLst>
      <p:ext uri="{BB962C8B-B14F-4D97-AF65-F5344CB8AC3E}">
        <p14:creationId xmlns:p14="http://schemas.microsoft.com/office/powerpoint/2010/main" val="97132293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d3-56">
            <a:extLst xmlns:a="http://schemas.openxmlformats.org/drawingml/2006/main">
              <a:ext uri="{FF2B5EF4-FFF2-40B4-BE49-F238E27FC236}">
                <a16:creationId xmlns:a16="http://schemas.microsoft.com/office/drawing/2014/main" id="{6B553EE1-D170-4C90-818B-5B693EBB5E6A}"/>
              </a:ext>
            </a:extLst>
          </p:cNvPr>
          <p:cNvSpPr>
            <a:spLocks xmlns:a="http://schemas.openxmlformats.org/drawingml/2006/main" noGrp="1"/>
          </p:cNvSpPr>
          <p:nvPr/>
        </p:nvSpPr>
        <p:spPr>
          <a:xfrm xmlns:a="http://schemas.openxmlformats.org/drawingml/2006/main">
            <a:off x="523875" y="295275"/>
            <a:ext cx="11144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225" b="1">
                <a:solidFill>
                  <a:srgbClr val="213044"/>
                </a:solidFill>
                <a:latin typeface="Arial"/>
                <a:ea typeface="Arial"/>
                <a:cs typeface="Arial"/>
              </a:defRPr>
            </a:defPPr>
            <a:lvl1pPr algn="ctr">
              <a:defRPr sz="3225" b="1">
                <a:solidFill>
                  <a:srgbClr val="213044"/>
                </a:solidFill>
                <a:latin typeface="Arial"/>
                <a:ea typeface="Arial"/>
                <a:cs typeface="Arial"/>
              </a:defRPr>
            </a:lvl1pPr>
            <a:lvl2pPr algn="ctr">
              <a:defRPr sz="3225" b="1">
                <a:solidFill>
                  <a:srgbClr val="213044"/>
                </a:solidFill>
                <a:latin typeface="Arial"/>
                <a:ea typeface="Arial"/>
                <a:cs typeface="Arial"/>
              </a:defRPr>
            </a:lvl2pPr>
            <a:lvl3pPr algn="ctr">
              <a:defRPr sz="3225" b="1">
                <a:solidFill>
                  <a:srgbClr val="213044"/>
                </a:solidFill>
                <a:latin typeface="Arial"/>
                <a:ea typeface="Arial"/>
                <a:cs typeface="Arial"/>
              </a:defRPr>
            </a:lvl3pPr>
            <a:lvl4pPr algn="ctr">
              <a:defRPr sz="3225" b="1">
                <a:solidFill>
                  <a:srgbClr val="213044"/>
                </a:solidFill>
                <a:latin typeface="Arial"/>
                <a:ea typeface="Arial"/>
                <a:cs typeface="Arial"/>
              </a:defRPr>
            </a:lvl4pPr>
            <a:lvl5pPr algn="ctr">
              <a:defRPr sz="3225" b="1">
                <a:solidFill>
                  <a:srgbClr val="213044"/>
                </a:solidFill>
                <a:latin typeface="Arial"/>
                <a:ea typeface="Arial"/>
                <a:cs typeface="Arial"/>
              </a:defRPr>
            </a:lvl5pPr>
            <a:lvl6pPr algn="ctr">
              <a:defRPr sz="3225" b="1">
                <a:solidFill>
                  <a:srgbClr val="213044"/>
                </a:solidFill>
                <a:latin typeface="Arial"/>
                <a:ea typeface="Arial"/>
                <a:cs typeface="Arial"/>
              </a:defRPr>
            </a:lvl6pPr>
            <a:lvl7pPr algn="ctr">
              <a:defRPr sz="3225" b="1">
                <a:solidFill>
                  <a:srgbClr val="213044"/>
                </a:solidFill>
                <a:latin typeface="Arial"/>
                <a:ea typeface="Arial"/>
                <a:cs typeface="Arial"/>
              </a:defRPr>
            </a:lvl7pPr>
            <a:lvl8pPr algn="ctr">
              <a:defRPr sz="3225" b="1">
                <a:solidFill>
                  <a:srgbClr val="213044"/>
                </a:solidFill>
                <a:latin typeface="Arial"/>
                <a:ea typeface="Arial"/>
                <a:cs typeface="Arial"/>
              </a:defRPr>
            </a:lvl8pPr>
            <a:lvl9pPr algn="ctr">
              <a:defRPr sz="3225" b="1">
                <a:solidFill>
                  <a:srgbClr val="213044"/>
                </a:solidFill>
                <a:latin typeface="Arial"/>
                <a:ea typeface="Arial"/>
                <a:cs typeface="Arial"/>
              </a:defRPr>
            </a:lvl9pPr>
          </a:lstStyle>
          <a:p xmlns:a="http://schemas.openxmlformats.org/drawingml/2006/main">
            <a:pPr algn="ctr">
              <a:defRPr sz="3225" b="1">
                <a:solidFill>
                  <a:srgbClr val="213044"/>
                </a:solidFill>
                <a:latin typeface="Arial"/>
                <a:ea typeface="Arial"/>
                <a:cs typeface="Arial"/>
              </a:defRPr>
            </a:pPr>
            <a:r>
              <a:rPr sz="3225" b="1">
                <a:solidFill>
                  <a:srgbClr val="213044"/>
                </a:solidFill>
                <a:latin typeface="Arial"/>
                <a:ea typeface="Arial"/>
                <a:cs typeface="Arial"/>
              </a:rPr>
              <a:t>01 · Audit the existing application</a:t>
            </a:r>
          </a:p>
        </p:txBody>
      </p:sp>
      <p:sp>
        <p:nvSpPr>
          <p:cNvPr id="2" name="d3-57">
            <a:extLst xmlns:a="http://schemas.openxmlformats.org/drawingml/2006/main">
              <a:ext uri="{FF2B5EF4-FFF2-40B4-BE49-F238E27FC236}">
                <a16:creationId xmlns:a16="http://schemas.microsoft.com/office/drawing/2014/main" id="{2B0CE820-BC2C-4AAF-B82A-00D6DFA331F1}"/>
              </a:ext>
            </a:extLst>
          </p:cNvPr>
          <p:cNvSpPr>
            <a:spLocks xmlns:a="http://schemas.openxmlformats.org/drawingml/2006/main" noGrp="1"/>
          </p:cNvSpPr>
          <p:nvPr/>
        </p:nvSpPr>
        <p:spPr>
          <a:xfrm xmlns:a="http://schemas.openxmlformats.org/drawingml/2006/main">
            <a:off x="523875" y="65341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050" b="0">
                <a:solidFill>
                  <a:srgbClr val="627084"/>
                </a:solidFill>
                <a:latin typeface="Arial"/>
                <a:ea typeface="Arial"/>
                <a:cs typeface="Arial"/>
              </a:defRPr>
            </a:defPPr>
            <a:lvl1pPr algn="l">
              <a:defRPr sz="1050" b="0">
                <a:solidFill>
                  <a:srgbClr val="627084"/>
                </a:solidFill>
                <a:latin typeface="Arial"/>
                <a:ea typeface="Arial"/>
                <a:cs typeface="Arial"/>
              </a:defRPr>
            </a:lvl1pPr>
            <a:lvl2pPr algn="l">
              <a:defRPr sz="1050" b="0">
                <a:solidFill>
                  <a:srgbClr val="627084"/>
                </a:solidFill>
                <a:latin typeface="Arial"/>
                <a:ea typeface="Arial"/>
                <a:cs typeface="Arial"/>
              </a:defRPr>
            </a:lvl2pPr>
            <a:lvl3pPr algn="l">
              <a:defRPr sz="1050" b="0">
                <a:solidFill>
                  <a:srgbClr val="627084"/>
                </a:solidFill>
                <a:latin typeface="Arial"/>
                <a:ea typeface="Arial"/>
                <a:cs typeface="Arial"/>
              </a:defRPr>
            </a:lvl3pPr>
            <a:lvl4pPr algn="l">
              <a:defRPr sz="1050" b="0">
                <a:solidFill>
                  <a:srgbClr val="627084"/>
                </a:solidFill>
                <a:latin typeface="Arial"/>
                <a:ea typeface="Arial"/>
                <a:cs typeface="Arial"/>
              </a:defRPr>
            </a:lvl4pPr>
            <a:lvl5pPr algn="l">
              <a:defRPr sz="1050" b="0">
                <a:solidFill>
                  <a:srgbClr val="627084"/>
                </a:solidFill>
                <a:latin typeface="Arial"/>
                <a:ea typeface="Arial"/>
                <a:cs typeface="Arial"/>
              </a:defRPr>
            </a:lvl5pPr>
            <a:lvl6pPr algn="l">
              <a:defRPr sz="1050" b="0">
                <a:solidFill>
                  <a:srgbClr val="627084"/>
                </a:solidFill>
                <a:latin typeface="Arial"/>
                <a:ea typeface="Arial"/>
                <a:cs typeface="Arial"/>
              </a:defRPr>
            </a:lvl6pPr>
            <a:lvl7pPr algn="l">
              <a:defRPr sz="1050" b="0">
                <a:solidFill>
                  <a:srgbClr val="627084"/>
                </a:solidFill>
                <a:latin typeface="Arial"/>
                <a:ea typeface="Arial"/>
                <a:cs typeface="Arial"/>
              </a:defRPr>
            </a:lvl7pPr>
            <a:lvl8pPr algn="l">
              <a:defRPr sz="1050" b="0">
                <a:solidFill>
                  <a:srgbClr val="627084"/>
                </a:solidFill>
                <a:latin typeface="Arial"/>
                <a:ea typeface="Arial"/>
                <a:cs typeface="Arial"/>
              </a:defRPr>
            </a:lvl8pPr>
            <a:lvl9pPr algn="l">
              <a:defRPr sz="1050" b="0">
                <a:solidFill>
                  <a:srgbClr val="627084"/>
                </a:solidFill>
                <a:latin typeface="Arial"/>
                <a:ea typeface="Arial"/>
                <a:cs typeface="Arial"/>
              </a:defRPr>
            </a:lvl9pPr>
          </a:lstStyle>
          <a:p xmlns:a="http://schemas.openxmlformats.org/drawingml/2006/main">
            <a:pPr algn="l">
              <a:defRPr sz="1050" b="0">
                <a:solidFill>
                  <a:srgbClr val="627084"/>
                </a:solidFill>
                <a:latin typeface="Arial"/>
                <a:ea typeface="Arial"/>
                <a:cs typeface="Arial"/>
              </a:defRPr>
            </a:pPr>
            <a:r>
              <a:rPr sz="1050" b="0">
                <a:solidFill>
                  <a:srgbClr val="627084"/>
                </a:solidFill>
                <a:latin typeface="Arial"/>
                <a:ea typeface="Arial"/>
                <a:cs typeface="Arial"/>
              </a:rPr>
              <a:t>CODEX &amp; COFFEE</a:t>
            </a:r>
          </a:p>
        </p:txBody>
      </p:sp>
      <p:sp>
        <p:nvSpPr>
          <p:cNvPr id="3" name="d3-58">
            <a:extLst xmlns:a="http://schemas.openxmlformats.org/drawingml/2006/main">
              <a:ext uri="{FF2B5EF4-FFF2-40B4-BE49-F238E27FC236}">
                <a16:creationId xmlns:a16="http://schemas.microsoft.com/office/drawing/2014/main" id="{0A38F67E-2276-4258-901B-AC9FC2343EE7}"/>
              </a:ext>
            </a:extLst>
          </p:cNvPr>
          <p:cNvSpPr>
            <a:spLocks xmlns:a="http://schemas.openxmlformats.org/drawingml/2006/main" noGrp="1"/>
          </p:cNvSpPr>
          <p:nvPr/>
        </p:nvSpPr>
        <p:spPr>
          <a:xfrm xmlns:a="http://schemas.openxmlformats.org/drawingml/2006/main">
            <a:off x="10001250" y="6534150"/>
            <a:ext cx="1666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050" b="0">
                <a:solidFill>
                  <a:srgbClr val="627084"/>
                </a:solidFill>
                <a:latin typeface="Arial"/>
                <a:ea typeface="Arial"/>
                <a:cs typeface="Arial"/>
              </a:defRPr>
            </a:defPPr>
            <a:lvl1pPr algn="r">
              <a:defRPr sz="1050" b="0">
                <a:solidFill>
                  <a:srgbClr val="627084"/>
                </a:solidFill>
                <a:latin typeface="Arial"/>
                <a:ea typeface="Arial"/>
                <a:cs typeface="Arial"/>
              </a:defRPr>
            </a:lvl1pPr>
            <a:lvl2pPr algn="r">
              <a:defRPr sz="1050" b="0">
                <a:solidFill>
                  <a:srgbClr val="627084"/>
                </a:solidFill>
                <a:latin typeface="Arial"/>
                <a:ea typeface="Arial"/>
                <a:cs typeface="Arial"/>
              </a:defRPr>
            </a:lvl2pPr>
            <a:lvl3pPr algn="r">
              <a:defRPr sz="1050" b="0">
                <a:solidFill>
                  <a:srgbClr val="627084"/>
                </a:solidFill>
                <a:latin typeface="Arial"/>
                <a:ea typeface="Arial"/>
                <a:cs typeface="Arial"/>
              </a:defRPr>
            </a:lvl3pPr>
            <a:lvl4pPr algn="r">
              <a:defRPr sz="1050" b="0">
                <a:solidFill>
                  <a:srgbClr val="627084"/>
                </a:solidFill>
                <a:latin typeface="Arial"/>
                <a:ea typeface="Arial"/>
                <a:cs typeface="Arial"/>
              </a:defRPr>
            </a:lvl4pPr>
            <a:lvl5pPr algn="r">
              <a:defRPr sz="1050" b="0">
                <a:solidFill>
                  <a:srgbClr val="627084"/>
                </a:solidFill>
                <a:latin typeface="Arial"/>
                <a:ea typeface="Arial"/>
                <a:cs typeface="Arial"/>
              </a:defRPr>
            </a:lvl5pPr>
            <a:lvl6pPr algn="r">
              <a:defRPr sz="1050" b="0">
                <a:solidFill>
                  <a:srgbClr val="627084"/>
                </a:solidFill>
                <a:latin typeface="Arial"/>
                <a:ea typeface="Arial"/>
                <a:cs typeface="Arial"/>
              </a:defRPr>
            </a:lvl6pPr>
            <a:lvl7pPr algn="r">
              <a:defRPr sz="1050" b="0">
                <a:solidFill>
                  <a:srgbClr val="627084"/>
                </a:solidFill>
                <a:latin typeface="Arial"/>
                <a:ea typeface="Arial"/>
                <a:cs typeface="Arial"/>
              </a:defRPr>
            </a:lvl7pPr>
            <a:lvl8pPr algn="r">
              <a:defRPr sz="1050" b="0">
                <a:solidFill>
                  <a:srgbClr val="627084"/>
                </a:solidFill>
                <a:latin typeface="Arial"/>
                <a:ea typeface="Arial"/>
                <a:cs typeface="Arial"/>
              </a:defRPr>
            </a:lvl8pPr>
            <a:lvl9pPr algn="r">
              <a:defRPr sz="1050" b="0">
                <a:solidFill>
                  <a:srgbClr val="627084"/>
                </a:solidFill>
                <a:latin typeface="Arial"/>
                <a:ea typeface="Arial"/>
                <a:cs typeface="Arial"/>
              </a:defRPr>
            </a:lvl9pPr>
          </a:lstStyle>
          <a:p xmlns:a="http://schemas.openxmlformats.org/drawingml/2006/main">
            <a:pPr algn="r">
              <a:defRPr sz="1050" b="0">
                <a:solidFill>
                  <a:srgbClr val="627084"/>
                </a:solidFill>
                <a:latin typeface="Arial"/>
                <a:ea typeface="Arial"/>
                <a:cs typeface="Arial"/>
              </a:defRPr>
            </a:pPr>
            <a:r>
              <a:rPr sz="1050" b="0">
                <a:solidFill>
                  <a:srgbClr val="627084"/>
                </a:solidFill>
                <a:latin typeface="Arial"/>
                <a:ea typeface="Arial"/>
                <a:cs typeface="Arial"/>
              </a:rPr>
              <a:t>DAY 3  ·  7</a:t>
            </a:r>
          </a:p>
        </p:txBody>
      </p:sp>
      <p:sp>
        <p:nvSpPr>
          <p:cNvPr id="4" name="d3-59">
            <a:extLst xmlns:a="http://schemas.openxmlformats.org/drawingml/2006/main">
              <a:ext uri="{FF2B5EF4-FFF2-40B4-BE49-F238E27FC236}">
                <a16:creationId xmlns:a16="http://schemas.microsoft.com/office/drawing/2014/main" id="{62CE4992-CB21-4842-AAA6-0BD39B7A89BA}"/>
              </a:ext>
            </a:extLst>
          </p:cNvPr>
          <p:cNvSpPr>
            <a:spLocks xmlns:a="http://schemas.openxmlformats.org/drawingml/2006/main" noGrp="1"/>
          </p:cNvSpPr>
          <p:nvPr/>
        </p:nvSpPr>
        <p:spPr>
          <a:xfrm xmlns:a="http://schemas.openxmlformats.org/drawingml/2006/main">
            <a:off x="619125" y="1209675"/>
            <a:ext cx="619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500" b="1">
                <a:solidFill>
                  <a:srgbClr val="3D709F"/>
                </a:solidFill>
                <a:latin typeface="Arial"/>
                <a:ea typeface="Arial"/>
                <a:cs typeface="Arial"/>
              </a:defRPr>
            </a:defPPr>
            <a:lvl1pPr algn="l">
              <a:defRPr sz="1500" b="1">
                <a:solidFill>
                  <a:srgbClr val="3D709F"/>
                </a:solidFill>
                <a:latin typeface="Arial"/>
                <a:ea typeface="Arial"/>
                <a:cs typeface="Arial"/>
              </a:defRPr>
            </a:lvl1pPr>
            <a:lvl2pPr algn="l">
              <a:defRPr sz="1500" b="1">
                <a:solidFill>
                  <a:srgbClr val="3D709F"/>
                </a:solidFill>
                <a:latin typeface="Arial"/>
                <a:ea typeface="Arial"/>
                <a:cs typeface="Arial"/>
              </a:defRPr>
            </a:lvl2pPr>
            <a:lvl3pPr algn="l">
              <a:defRPr sz="1500" b="1">
                <a:solidFill>
                  <a:srgbClr val="3D709F"/>
                </a:solidFill>
                <a:latin typeface="Arial"/>
                <a:ea typeface="Arial"/>
                <a:cs typeface="Arial"/>
              </a:defRPr>
            </a:lvl3pPr>
            <a:lvl4pPr algn="l">
              <a:defRPr sz="1500" b="1">
                <a:solidFill>
                  <a:srgbClr val="3D709F"/>
                </a:solidFill>
                <a:latin typeface="Arial"/>
                <a:ea typeface="Arial"/>
                <a:cs typeface="Arial"/>
              </a:defRPr>
            </a:lvl4pPr>
            <a:lvl5pPr algn="l">
              <a:defRPr sz="1500" b="1">
                <a:solidFill>
                  <a:srgbClr val="3D709F"/>
                </a:solidFill>
                <a:latin typeface="Arial"/>
                <a:ea typeface="Arial"/>
                <a:cs typeface="Arial"/>
              </a:defRPr>
            </a:lvl5pPr>
            <a:lvl6pPr algn="l">
              <a:defRPr sz="1500" b="1">
                <a:solidFill>
                  <a:srgbClr val="3D709F"/>
                </a:solidFill>
                <a:latin typeface="Arial"/>
                <a:ea typeface="Arial"/>
                <a:cs typeface="Arial"/>
              </a:defRPr>
            </a:lvl6pPr>
            <a:lvl7pPr algn="l">
              <a:defRPr sz="1500" b="1">
                <a:solidFill>
                  <a:srgbClr val="3D709F"/>
                </a:solidFill>
                <a:latin typeface="Arial"/>
                <a:ea typeface="Arial"/>
                <a:cs typeface="Arial"/>
              </a:defRPr>
            </a:lvl7pPr>
            <a:lvl8pPr algn="l">
              <a:defRPr sz="1500" b="1">
                <a:solidFill>
                  <a:srgbClr val="3D709F"/>
                </a:solidFill>
                <a:latin typeface="Arial"/>
                <a:ea typeface="Arial"/>
                <a:cs typeface="Arial"/>
              </a:defRPr>
            </a:lvl8pPr>
            <a:lvl9pPr algn="l">
              <a:defRPr sz="1500" b="1">
                <a:solidFill>
                  <a:srgbClr val="3D709F"/>
                </a:solidFill>
                <a:latin typeface="Arial"/>
                <a:ea typeface="Arial"/>
                <a:cs typeface="Arial"/>
              </a:defRPr>
            </a:lvl9pPr>
          </a:lstStyle>
          <a:p xmlns:a="http://schemas.openxmlformats.org/drawingml/2006/main">
            <a:pPr algn="l">
              <a:defRPr sz="1500" b="1">
                <a:solidFill>
                  <a:srgbClr val="3D709F"/>
                </a:solidFill>
                <a:latin typeface="Arial"/>
                <a:ea typeface="Arial"/>
                <a:cs typeface="Arial"/>
              </a:defRPr>
            </a:pPr>
            <a:r>
              <a:rPr sz="1500" b="1">
                <a:solidFill>
                  <a:srgbClr val="3D709F"/>
                </a:solidFill>
                <a:latin typeface="Arial"/>
                <a:ea typeface="Arial"/>
                <a:cs typeface="Arial"/>
              </a:rPr>
              <a:t>REPLAY PROMPT · fresh working copy</a:t>
            </a:r>
          </a:p>
        </p:txBody>
      </p:sp>
      <p:sp>
        <p:nvSpPr>
          <p:cNvPr id="5" name="d3-60">
            <a:extLst xmlns:a="http://schemas.openxmlformats.org/drawingml/2006/main">
              <a:ext uri="{FF2B5EF4-FFF2-40B4-BE49-F238E27FC236}">
                <a16:creationId xmlns:a16="http://schemas.microsoft.com/office/drawing/2014/main" id="{20BA6A43-969E-49FC-B66D-962221E50497}"/>
              </a:ext>
            </a:extLst>
          </p:cNvPr>
          <p:cNvSpPr>
            <a:spLocks xmlns:a="http://schemas.openxmlformats.org/drawingml/2006/main" noGrp="1"/>
          </p:cNvSpPr>
          <p:nvPr/>
        </p:nvSpPr>
        <p:spPr>
          <a:xfrm xmlns:a="http://schemas.openxmlformats.org/drawingml/2006/main">
            <a:off x="619125" y="1762125"/>
            <a:ext cx="6238875" cy="3209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75" b="0">
                <a:solidFill>
                  <a:srgbClr val="213044"/>
                </a:solidFill>
                <a:latin typeface="Arial"/>
                <a:ea typeface="Arial"/>
                <a:cs typeface="Arial"/>
              </a:defRPr>
            </a:defPPr>
            <a:lvl1pPr algn="l">
              <a:defRPr sz="2175" b="0">
                <a:solidFill>
                  <a:srgbClr val="213044"/>
                </a:solidFill>
                <a:latin typeface="Arial"/>
                <a:ea typeface="Arial"/>
                <a:cs typeface="Arial"/>
              </a:defRPr>
            </a:lvl1pPr>
            <a:lvl2pPr algn="l">
              <a:defRPr sz="2175" b="0">
                <a:solidFill>
                  <a:srgbClr val="213044"/>
                </a:solidFill>
                <a:latin typeface="Arial"/>
                <a:ea typeface="Arial"/>
                <a:cs typeface="Arial"/>
              </a:defRPr>
            </a:lvl2pPr>
            <a:lvl3pPr algn="l">
              <a:defRPr sz="2175" b="0">
                <a:solidFill>
                  <a:srgbClr val="213044"/>
                </a:solidFill>
                <a:latin typeface="Arial"/>
                <a:ea typeface="Arial"/>
                <a:cs typeface="Arial"/>
              </a:defRPr>
            </a:lvl3pPr>
            <a:lvl4pPr algn="l">
              <a:defRPr sz="2175" b="0">
                <a:solidFill>
                  <a:srgbClr val="213044"/>
                </a:solidFill>
                <a:latin typeface="Arial"/>
                <a:ea typeface="Arial"/>
                <a:cs typeface="Arial"/>
              </a:defRPr>
            </a:lvl4pPr>
            <a:lvl5pPr algn="l">
              <a:defRPr sz="2175" b="0">
                <a:solidFill>
                  <a:srgbClr val="213044"/>
                </a:solidFill>
                <a:latin typeface="Arial"/>
                <a:ea typeface="Arial"/>
                <a:cs typeface="Arial"/>
              </a:defRPr>
            </a:lvl5pPr>
            <a:lvl6pPr algn="l">
              <a:defRPr sz="2175" b="0">
                <a:solidFill>
                  <a:srgbClr val="213044"/>
                </a:solidFill>
                <a:latin typeface="Arial"/>
                <a:ea typeface="Arial"/>
                <a:cs typeface="Arial"/>
              </a:defRPr>
            </a:lvl6pPr>
            <a:lvl7pPr algn="l">
              <a:defRPr sz="2175" b="0">
                <a:solidFill>
                  <a:srgbClr val="213044"/>
                </a:solidFill>
                <a:latin typeface="Arial"/>
                <a:ea typeface="Arial"/>
                <a:cs typeface="Arial"/>
              </a:defRPr>
            </a:lvl7pPr>
            <a:lvl8pPr algn="l">
              <a:defRPr sz="2175" b="0">
                <a:solidFill>
                  <a:srgbClr val="213044"/>
                </a:solidFill>
                <a:latin typeface="Arial"/>
                <a:ea typeface="Arial"/>
                <a:cs typeface="Arial"/>
              </a:defRPr>
            </a:lvl8pPr>
            <a:lvl9pPr algn="l">
              <a:defRPr sz="2175" b="0">
                <a:solidFill>
                  <a:srgbClr val="213044"/>
                </a:solidFill>
                <a:latin typeface="Arial"/>
                <a:ea typeface="Arial"/>
                <a:cs typeface="Arial"/>
              </a:defRPr>
            </a:lvl9pPr>
          </a:lstStyle>
          <a:p xmlns:a="http://schemas.openxmlformats.org/drawingml/2006/main">
            <a:pPr algn="l">
              <a:defRPr sz="2175" b="0">
                <a:solidFill>
                  <a:srgbClr val="213044"/>
                </a:solidFill>
                <a:latin typeface="Arial"/>
                <a:ea typeface="Arial"/>
                <a:cs typeface="Arial"/>
              </a:defRPr>
            </a:pPr>
            <a:r>
              <a:rPr sz="2175" b="0">
                <a:solidFill>
                  <a:srgbClr val="213044"/>
                </a:solidFill>
                <a:latin typeface="Arial"/>
                <a:ea typeface="Arial"/>
                <a:cs typeface="Arial"/>
              </a:rPr>
              <a:t>Read PRODUCT-BRIEF.md and inspect app.js. Map the quote calculation to its UI, saved-quote, scenario and export callers. Identify one safe extraction boundary and behavior risks. Do not edit files. Return findings with file references.</a:t>
            </a:r>
          </a:p>
        </p:txBody>
      </p:sp>
      <p:sp>
        <p:nvSpPr>
          <p:cNvPr id="6" name="d3-61">
            <a:extLst xmlns:a="http://schemas.openxmlformats.org/drawingml/2006/main">
              <a:ext uri="{FF2B5EF4-FFF2-40B4-BE49-F238E27FC236}">
                <a16:creationId xmlns:a16="http://schemas.microsoft.com/office/drawing/2014/main" id="{FED7FFB2-BA62-4639-93FB-14E6B7DAD6FD}"/>
              </a:ext>
            </a:extLst>
          </p:cNvPr>
          <p:cNvSpPr>
            <a:spLocks xmlns:a="http://schemas.openxmlformats.org/drawingml/2006/main" noGrp="1"/>
          </p:cNvSpPr>
          <p:nvPr/>
        </p:nvSpPr>
        <p:spPr>
          <a:xfrm xmlns:a="http://schemas.openxmlformats.org/drawingml/2006/main">
            <a:off x="7381875" y="1428750"/>
            <a:ext cx="4143375" cy="3838575"/>
          </a:xfrm>
          <a:prstGeom xmlns:a="http://schemas.openxmlformats.org/drawingml/2006/main" prst="roundRect">
            <a:avLst>
              <a:gd name="adj" fmla="val 1985"/>
            </a:avLst>
          </a:prstGeom>
          <a:solidFill xmlns:a="http://schemas.openxmlformats.org/drawingml/2006/main">
            <a:srgbClr val="EAF3FC"/>
          </a:solidFill>
          <a:ln xmlns:a="http://schemas.openxmlformats.org/drawingml/2006/main" w="14288">
            <a:solidFill>
              <a:srgbClr val="3D709F"/>
            </a:solidFill>
          </a:ln>
        </p:spPr>
      </p:sp>
      <p:sp>
        <p:nvSpPr>
          <p:cNvPr id="7" name="d3-62">
            <a:extLst xmlns:a="http://schemas.openxmlformats.org/drawingml/2006/main">
              <a:ext uri="{FF2B5EF4-FFF2-40B4-BE49-F238E27FC236}">
                <a16:creationId xmlns:a16="http://schemas.microsoft.com/office/drawing/2014/main" id="{11F0C3B5-4096-40D3-9068-0605BF536D53}"/>
              </a:ext>
            </a:extLst>
          </p:cNvPr>
          <p:cNvSpPr>
            <a:spLocks xmlns:a="http://schemas.openxmlformats.org/drawingml/2006/main" noGrp="1"/>
          </p:cNvSpPr>
          <p:nvPr/>
        </p:nvSpPr>
        <p:spPr>
          <a:xfrm xmlns:a="http://schemas.openxmlformats.org/drawingml/2006/main">
            <a:off x="7591425" y="1562100"/>
            <a:ext cx="37242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950" b="1">
                <a:solidFill>
                  <a:srgbClr val="3D709F"/>
                </a:solidFill>
                <a:latin typeface="Arial"/>
                <a:ea typeface="Arial"/>
                <a:cs typeface="Arial"/>
              </a:defRPr>
            </a:defPPr>
            <a:lvl1pPr algn="l">
              <a:defRPr sz="1950" b="1">
                <a:solidFill>
                  <a:srgbClr val="3D709F"/>
                </a:solidFill>
                <a:latin typeface="Arial"/>
                <a:ea typeface="Arial"/>
                <a:cs typeface="Arial"/>
              </a:defRPr>
            </a:lvl1pPr>
            <a:lvl2pPr algn="l">
              <a:defRPr sz="1950" b="1">
                <a:solidFill>
                  <a:srgbClr val="3D709F"/>
                </a:solidFill>
                <a:latin typeface="Arial"/>
                <a:ea typeface="Arial"/>
                <a:cs typeface="Arial"/>
              </a:defRPr>
            </a:lvl2pPr>
            <a:lvl3pPr algn="l">
              <a:defRPr sz="1950" b="1">
                <a:solidFill>
                  <a:srgbClr val="3D709F"/>
                </a:solidFill>
                <a:latin typeface="Arial"/>
                <a:ea typeface="Arial"/>
                <a:cs typeface="Arial"/>
              </a:defRPr>
            </a:lvl3pPr>
            <a:lvl4pPr algn="l">
              <a:defRPr sz="1950" b="1">
                <a:solidFill>
                  <a:srgbClr val="3D709F"/>
                </a:solidFill>
                <a:latin typeface="Arial"/>
                <a:ea typeface="Arial"/>
                <a:cs typeface="Arial"/>
              </a:defRPr>
            </a:lvl4pPr>
            <a:lvl5pPr algn="l">
              <a:defRPr sz="1950" b="1">
                <a:solidFill>
                  <a:srgbClr val="3D709F"/>
                </a:solidFill>
                <a:latin typeface="Arial"/>
                <a:ea typeface="Arial"/>
                <a:cs typeface="Arial"/>
              </a:defRPr>
            </a:lvl5pPr>
            <a:lvl6pPr algn="l">
              <a:defRPr sz="1950" b="1">
                <a:solidFill>
                  <a:srgbClr val="3D709F"/>
                </a:solidFill>
                <a:latin typeface="Arial"/>
                <a:ea typeface="Arial"/>
                <a:cs typeface="Arial"/>
              </a:defRPr>
            </a:lvl6pPr>
            <a:lvl7pPr algn="l">
              <a:defRPr sz="1950" b="1">
                <a:solidFill>
                  <a:srgbClr val="3D709F"/>
                </a:solidFill>
                <a:latin typeface="Arial"/>
                <a:ea typeface="Arial"/>
                <a:cs typeface="Arial"/>
              </a:defRPr>
            </a:lvl7pPr>
            <a:lvl8pPr algn="l">
              <a:defRPr sz="1950" b="1">
                <a:solidFill>
                  <a:srgbClr val="3D709F"/>
                </a:solidFill>
                <a:latin typeface="Arial"/>
                <a:ea typeface="Arial"/>
                <a:cs typeface="Arial"/>
              </a:defRPr>
            </a:lvl8pPr>
            <a:lvl9pPr algn="l">
              <a:defRPr sz="1950" b="1">
                <a:solidFill>
                  <a:srgbClr val="3D709F"/>
                </a:solidFill>
                <a:latin typeface="Arial"/>
                <a:ea typeface="Arial"/>
                <a:cs typeface="Arial"/>
              </a:defRPr>
            </a:lvl9pPr>
          </a:lstStyle>
          <a:p xmlns:a="http://schemas.openxmlformats.org/drawingml/2006/main">
            <a:pPr algn="l">
              <a:defRPr sz="1950" b="1">
                <a:solidFill>
                  <a:srgbClr val="3D709F"/>
                </a:solidFill>
                <a:latin typeface="Arial"/>
                <a:ea typeface="Arial"/>
                <a:cs typeface="Arial"/>
              </a:defRPr>
            </a:pPr>
            <a:r>
              <a:rPr sz="1950" b="1">
                <a:solidFill>
                  <a:srgbClr val="3D709F"/>
                </a:solidFill>
                <a:latin typeface="Arial"/>
                <a:ea typeface="Arial"/>
                <a:cs typeface="Arial"/>
              </a:rPr>
              <a:t>01-audit.md</a:t>
            </a:r>
          </a:p>
        </p:txBody>
      </p:sp>
      <p:sp>
        <p:nvSpPr>
          <p:cNvPr id="8" name="d3-63">
            <a:extLst xmlns:a="http://schemas.openxmlformats.org/drawingml/2006/main">
              <a:ext uri="{FF2B5EF4-FFF2-40B4-BE49-F238E27FC236}">
                <a16:creationId xmlns:a16="http://schemas.microsoft.com/office/drawing/2014/main" id="{FEFDEBE4-B389-41C2-A465-6274EE59E984}"/>
              </a:ext>
            </a:extLst>
          </p:cNvPr>
          <p:cNvSpPr>
            <a:spLocks xmlns:a="http://schemas.openxmlformats.org/drawingml/2006/main" noGrp="1"/>
          </p:cNvSpPr>
          <p:nvPr/>
        </p:nvSpPr>
        <p:spPr>
          <a:xfrm xmlns:a="http://schemas.openxmlformats.org/drawingml/2006/main">
            <a:off x="7591425" y="2114550"/>
            <a:ext cx="3724275" cy="2981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025" b="0">
                <a:solidFill>
                  <a:srgbClr val="213044"/>
                </a:solidFill>
                <a:latin typeface="Arial"/>
                <a:ea typeface="Arial"/>
                <a:cs typeface="Arial"/>
              </a:defRPr>
            </a:defPPr>
            <a:lvl1pPr algn="l">
              <a:defRPr sz="2025" b="0">
                <a:solidFill>
                  <a:srgbClr val="213044"/>
                </a:solidFill>
                <a:latin typeface="Arial"/>
                <a:ea typeface="Arial"/>
                <a:cs typeface="Arial"/>
              </a:defRPr>
            </a:lvl1pPr>
            <a:lvl2pPr algn="l">
              <a:defRPr sz="2025" b="0">
                <a:solidFill>
                  <a:srgbClr val="213044"/>
                </a:solidFill>
                <a:latin typeface="Arial"/>
                <a:ea typeface="Arial"/>
                <a:cs typeface="Arial"/>
              </a:defRPr>
            </a:lvl2pPr>
            <a:lvl3pPr algn="l">
              <a:defRPr sz="2025" b="0">
                <a:solidFill>
                  <a:srgbClr val="213044"/>
                </a:solidFill>
                <a:latin typeface="Arial"/>
                <a:ea typeface="Arial"/>
                <a:cs typeface="Arial"/>
              </a:defRPr>
            </a:lvl3pPr>
            <a:lvl4pPr algn="l">
              <a:defRPr sz="2025" b="0">
                <a:solidFill>
                  <a:srgbClr val="213044"/>
                </a:solidFill>
                <a:latin typeface="Arial"/>
                <a:ea typeface="Arial"/>
                <a:cs typeface="Arial"/>
              </a:defRPr>
            </a:lvl4pPr>
            <a:lvl5pPr algn="l">
              <a:defRPr sz="2025" b="0">
                <a:solidFill>
                  <a:srgbClr val="213044"/>
                </a:solidFill>
                <a:latin typeface="Arial"/>
                <a:ea typeface="Arial"/>
                <a:cs typeface="Arial"/>
              </a:defRPr>
            </a:lvl5pPr>
            <a:lvl6pPr algn="l">
              <a:defRPr sz="2025" b="0">
                <a:solidFill>
                  <a:srgbClr val="213044"/>
                </a:solidFill>
                <a:latin typeface="Arial"/>
                <a:ea typeface="Arial"/>
                <a:cs typeface="Arial"/>
              </a:defRPr>
            </a:lvl6pPr>
            <a:lvl7pPr algn="l">
              <a:defRPr sz="2025" b="0">
                <a:solidFill>
                  <a:srgbClr val="213044"/>
                </a:solidFill>
                <a:latin typeface="Arial"/>
                <a:ea typeface="Arial"/>
                <a:cs typeface="Arial"/>
              </a:defRPr>
            </a:lvl7pPr>
            <a:lvl8pPr algn="l">
              <a:defRPr sz="2025" b="0">
                <a:solidFill>
                  <a:srgbClr val="213044"/>
                </a:solidFill>
                <a:latin typeface="Arial"/>
                <a:ea typeface="Arial"/>
                <a:cs typeface="Arial"/>
              </a:defRPr>
            </a:lvl8pPr>
            <a:lvl9pPr algn="l">
              <a:defRPr sz="2025" b="0">
                <a:solidFill>
                  <a:srgbClr val="213044"/>
                </a:solidFill>
                <a:latin typeface="Arial"/>
                <a:ea typeface="Arial"/>
                <a:cs typeface="Arial"/>
              </a:defRPr>
            </a:lvl9pPr>
          </a:lstStyle>
          <a:p xmlns:a="http://schemas.openxmlformats.org/drawingml/2006/main">
            <a:pPr algn="l">
              <a:defRPr sz="2025" b="0">
                <a:solidFill>
                  <a:srgbClr val="213044"/>
                </a:solidFill>
                <a:latin typeface="Arial"/>
                <a:ea typeface="Arial"/>
                <a:cs typeface="Arial"/>
              </a:defRPr>
            </a:pPr>
            <a:r>
              <a:rPr sz="2025" b="0">
                <a:solidFill>
                  <a:srgbClr val="213044"/>
                </a:solidFill>
                <a:latin typeface="Arial"/>
                <a:ea typeface="Arial"/>
                <a:cs typeface="Arial"/>
              </a:rPr>
              <a:t>Observed seam:</a:t>
            </a:r>
          </a:p>
          <a:p xmlns:a="http://schemas.openxmlformats.org/drawingml/2006/main">
            <a:pPr algn="l">
              <a:defRPr sz="2025" b="0">
                <a:solidFill>
                  <a:srgbClr val="213044"/>
                </a:solidFill>
                <a:latin typeface="Arial"/>
                <a:ea typeface="Arial"/>
                <a:cs typeface="Arial"/>
              </a:defRPr>
            </a:pPr>
            <a:r>
              <a:rPr sz="2025" b="0">
                <a:solidFill>
                  <a:srgbClr val="213044"/>
                </a:solidFill>
                <a:latin typeface="Arial"/>
                <a:ea typeface="Arial"/>
                <a:cs typeface="Arial"/>
              </a:rPr>
              <a:t>calculateQuote is pure</a:t>
            </a:r>
          </a:p>
          <a:p xmlns:a="http://schemas.openxmlformats.org/drawingml/2006/main">
            <a:r>
              <a:t/>
            </a:r>
          </a:p>
          <a:p xmlns:a="http://schemas.openxmlformats.org/drawingml/2006/main">
            <a:pPr algn="l">
              <a:defRPr sz="2025" b="0">
                <a:solidFill>
                  <a:srgbClr val="213044"/>
                </a:solidFill>
                <a:latin typeface="Arial"/>
                <a:ea typeface="Arial"/>
                <a:cs typeface="Arial"/>
              </a:defRPr>
            </a:pPr>
            <a:r>
              <a:rPr sz="2025" b="0">
                <a:solidFill>
                  <a:srgbClr val="213044"/>
                </a:solidFill>
                <a:latin typeface="Arial"/>
                <a:ea typeface="Arial"/>
                <a:cs typeface="Arial"/>
              </a:rPr>
              <a:t>Four consumers:</a:t>
            </a:r>
          </a:p>
          <a:p xmlns:a="http://schemas.openxmlformats.org/drawingml/2006/main">
            <a:pPr algn="l">
              <a:defRPr sz="2025" b="0">
                <a:solidFill>
                  <a:srgbClr val="213044"/>
                </a:solidFill>
                <a:latin typeface="Arial"/>
                <a:ea typeface="Arial"/>
                <a:cs typeface="Arial"/>
              </a:defRPr>
            </a:pPr>
            <a:r>
              <a:rPr sz="2025" b="0">
                <a:solidFill>
                  <a:srgbClr val="213044"/>
                </a:solidFill>
                <a:latin typeface="Arial"/>
                <a:ea typeface="Arial"/>
                <a:cs typeface="Arial"/>
              </a:rPr>
              <a:t>UI, save, scenarios, export</a:t>
            </a:r>
          </a:p>
        </p:txBody>
      </p:sp>
      <p:sp>
        <p:nvSpPr>
          <p:cNvPr id="9" name="d3-64">
            <a:extLst xmlns:a="http://schemas.openxmlformats.org/drawingml/2006/main">
              <a:ext uri="{FF2B5EF4-FFF2-40B4-BE49-F238E27FC236}">
                <a16:creationId xmlns:a16="http://schemas.microsoft.com/office/drawing/2014/main" id="{66C90543-3BB9-46F2-A4CD-4CAD8AD7F42C}"/>
              </a:ext>
            </a:extLst>
          </p:cNvPr>
          <p:cNvSpPr>
            <a:spLocks xmlns:a="http://schemas.openxmlformats.org/drawingml/2006/main" noGrp="1"/>
          </p:cNvSpPr>
          <p:nvPr/>
        </p:nvSpPr>
        <p:spPr>
          <a:xfrm xmlns:a="http://schemas.openxmlformats.org/drawingml/2006/main">
            <a:off x="619125" y="5629275"/>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025" b="0">
                <a:solidFill>
                  <a:srgbClr val="AC6154"/>
                </a:solidFill>
                <a:latin typeface="Arial"/>
                <a:ea typeface="Arial"/>
                <a:cs typeface="Arial"/>
              </a:defRPr>
            </a:defPPr>
            <a:lvl1pPr algn="l">
              <a:defRPr sz="2025" b="0">
                <a:solidFill>
                  <a:srgbClr val="AC6154"/>
                </a:solidFill>
                <a:latin typeface="Arial"/>
                <a:ea typeface="Arial"/>
                <a:cs typeface="Arial"/>
              </a:defRPr>
            </a:lvl1pPr>
            <a:lvl2pPr algn="l">
              <a:defRPr sz="2025" b="0">
                <a:solidFill>
                  <a:srgbClr val="AC6154"/>
                </a:solidFill>
                <a:latin typeface="Arial"/>
                <a:ea typeface="Arial"/>
                <a:cs typeface="Arial"/>
              </a:defRPr>
            </a:lvl2pPr>
            <a:lvl3pPr algn="l">
              <a:defRPr sz="2025" b="0">
                <a:solidFill>
                  <a:srgbClr val="AC6154"/>
                </a:solidFill>
                <a:latin typeface="Arial"/>
                <a:ea typeface="Arial"/>
                <a:cs typeface="Arial"/>
              </a:defRPr>
            </a:lvl3pPr>
            <a:lvl4pPr algn="l">
              <a:defRPr sz="2025" b="0">
                <a:solidFill>
                  <a:srgbClr val="AC6154"/>
                </a:solidFill>
                <a:latin typeface="Arial"/>
                <a:ea typeface="Arial"/>
                <a:cs typeface="Arial"/>
              </a:defRPr>
            </a:lvl4pPr>
            <a:lvl5pPr algn="l">
              <a:defRPr sz="2025" b="0">
                <a:solidFill>
                  <a:srgbClr val="AC6154"/>
                </a:solidFill>
                <a:latin typeface="Arial"/>
                <a:ea typeface="Arial"/>
                <a:cs typeface="Arial"/>
              </a:defRPr>
            </a:lvl5pPr>
            <a:lvl6pPr algn="l">
              <a:defRPr sz="2025" b="0">
                <a:solidFill>
                  <a:srgbClr val="AC6154"/>
                </a:solidFill>
                <a:latin typeface="Arial"/>
                <a:ea typeface="Arial"/>
                <a:cs typeface="Arial"/>
              </a:defRPr>
            </a:lvl6pPr>
            <a:lvl7pPr algn="l">
              <a:defRPr sz="2025" b="0">
                <a:solidFill>
                  <a:srgbClr val="AC6154"/>
                </a:solidFill>
                <a:latin typeface="Arial"/>
                <a:ea typeface="Arial"/>
                <a:cs typeface="Arial"/>
              </a:defRPr>
            </a:lvl7pPr>
            <a:lvl8pPr algn="l">
              <a:defRPr sz="2025" b="0">
                <a:solidFill>
                  <a:srgbClr val="AC6154"/>
                </a:solidFill>
                <a:latin typeface="Arial"/>
                <a:ea typeface="Arial"/>
                <a:cs typeface="Arial"/>
              </a:defRPr>
            </a:lvl8pPr>
            <a:lvl9pPr algn="l">
              <a:defRPr sz="2025" b="0">
                <a:solidFill>
                  <a:srgbClr val="AC6154"/>
                </a:solidFill>
                <a:latin typeface="Arial"/>
                <a:ea typeface="Arial"/>
                <a:cs typeface="Arial"/>
              </a:defRPr>
            </a:lvl9pPr>
          </a:lstStyle>
          <a:p xmlns:a="http://schemas.openxmlformats.org/drawingml/2006/main">
            <a:pPr algn="l">
              <a:defRPr sz="2025" b="0">
                <a:solidFill>
                  <a:srgbClr val="AC6154"/>
                </a:solidFill>
                <a:latin typeface="Arial"/>
                <a:ea typeface="Arial"/>
                <a:cs typeface="Arial"/>
              </a:defRPr>
            </a:pPr>
            <a:r>
              <a:rPr sz="2025" b="0">
                <a:solidFill>
                  <a:srgbClr val="AC6154"/>
                </a:solidFill>
                <a:latin typeface="Arial"/>
                <a:ea typeface="Arial"/>
                <a:cs typeface="Arial"/>
              </a:rPr>
              <a:t>Check the saved evidence before moving to the next stage</a:t>
            </a:r>
          </a:p>
        </p:txBody>
      </p:sp>
    </p:spTree>
    <p:extLst>
      <p:ext uri="{BB962C8B-B14F-4D97-AF65-F5344CB8AC3E}">
        <p14:creationId xmlns:p14="http://schemas.microsoft.com/office/powerpoint/2010/main" val="41048908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d3-65">
            <a:extLst xmlns:a="http://schemas.openxmlformats.org/drawingml/2006/main">
              <a:ext uri="{FF2B5EF4-FFF2-40B4-BE49-F238E27FC236}">
                <a16:creationId xmlns:a16="http://schemas.microsoft.com/office/drawing/2014/main" id="{40A9FEFE-E1A5-4832-8458-88ADC4124D06}"/>
              </a:ext>
            </a:extLst>
          </p:cNvPr>
          <p:cNvSpPr>
            <a:spLocks xmlns:a="http://schemas.openxmlformats.org/drawingml/2006/main" noGrp="1"/>
          </p:cNvSpPr>
          <p:nvPr/>
        </p:nvSpPr>
        <p:spPr>
          <a:xfrm xmlns:a="http://schemas.openxmlformats.org/drawingml/2006/main">
            <a:off x="523875" y="295275"/>
            <a:ext cx="11144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225" b="1">
                <a:solidFill>
                  <a:srgbClr val="213044"/>
                </a:solidFill>
                <a:latin typeface="Arial"/>
                <a:ea typeface="Arial"/>
                <a:cs typeface="Arial"/>
              </a:defRPr>
            </a:defPPr>
            <a:lvl1pPr algn="ctr">
              <a:defRPr sz="3225" b="1">
                <a:solidFill>
                  <a:srgbClr val="213044"/>
                </a:solidFill>
                <a:latin typeface="Arial"/>
                <a:ea typeface="Arial"/>
                <a:cs typeface="Arial"/>
              </a:defRPr>
            </a:lvl1pPr>
            <a:lvl2pPr algn="ctr">
              <a:defRPr sz="3225" b="1">
                <a:solidFill>
                  <a:srgbClr val="213044"/>
                </a:solidFill>
                <a:latin typeface="Arial"/>
                <a:ea typeface="Arial"/>
                <a:cs typeface="Arial"/>
              </a:defRPr>
            </a:lvl2pPr>
            <a:lvl3pPr algn="ctr">
              <a:defRPr sz="3225" b="1">
                <a:solidFill>
                  <a:srgbClr val="213044"/>
                </a:solidFill>
                <a:latin typeface="Arial"/>
                <a:ea typeface="Arial"/>
                <a:cs typeface="Arial"/>
              </a:defRPr>
            </a:lvl3pPr>
            <a:lvl4pPr algn="ctr">
              <a:defRPr sz="3225" b="1">
                <a:solidFill>
                  <a:srgbClr val="213044"/>
                </a:solidFill>
                <a:latin typeface="Arial"/>
                <a:ea typeface="Arial"/>
                <a:cs typeface="Arial"/>
              </a:defRPr>
            </a:lvl4pPr>
            <a:lvl5pPr algn="ctr">
              <a:defRPr sz="3225" b="1">
                <a:solidFill>
                  <a:srgbClr val="213044"/>
                </a:solidFill>
                <a:latin typeface="Arial"/>
                <a:ea typeface="Arial"/>
                <a:cs typeface="Arial"/>
              </a:defRPr>
            </a:lvl5pPr>
            <a:lvl6pPr algn="ctr">
              <a:defRPr sz="3225" b="1">
                <a:solidFill>
                  <a:srgbClr val="213044"/>
                </a:solidFill>
                <a:latin typeface="Arial"/>
                <a:ea typeface="Arial"/>
                <a:cs typeface="Arial"/>
              </a:defRPr>
            </a:lvl6pPr>
            <a:lvl7pPr algn="ctr">
              <a:defRPr sz="3225" b="1">
                <a:solidFill>
                  <a:srgbClr val="213044"/>
                </a:solidFill>
                <a:latin typeface="Arial"/>
                <a:ea typeface="Arial"/>
                <a:cs typeface="Arial"/>
              </a:defRPr>
            </a:lvl7pPr>
            <a:lvl8pPr algn="ctr">
              <a:defRPr sz="3225" b="1">
                <a:solidFill>
                  <a:srgbClr val="213044"/>
                </a:solidFill>
                <a:latin typeface="Arial"/>
                <a:ea typeface="Arial"/>
                <a:cs typeface="Arial"/>
              </a:defRPr>
            </a:lvl8pPr>
            <a:lvl9pPr algn="ctr">
              <a:defRPr sz="3225" b="1">
                <a:solidFill>
                  <a:srgbClr val="213044"/>
                </a:solidFill>
                <a:latin typeface="Arial"/>
                <a:ea typeface="Arial"/>
                <a:cs typeface="Arial"/>
              </a:defRPr>
            </a:lvl9pPr>
          </a:lstStyle>
          <a:p xmlns:a="http://schemas.openxmlformats.org/drawingml/2006/main">
            <a:pPr algn="ctr">
              <a:defRPr sz="3225" b="1">
                <a:solidFill>
                  <a:srgbClr val="213044"/>
                </a:solidFill>
                <a:latin typeface="Arial"/>
                <a:ea typeface="Arial"/>
                <a:cs typeface="Arial"/>
              </a:defRPr>
            </a:pPr>
            <a:r>
              <a:rPr sz="3225" b="1">
                <a:solidFill>
                  <a:srgbClr val="213044"/>
                </a:solidFill>
                <a:latin typeface="Arial"/>
                <a:ea typeface="Arial"/>
                <a:cs typeface="Arial"/>
              </a:rPr>
              <a:t>02 · Capture behavior and checks</a:t>
            </a:r>
          </a:p>
        </p:txBody>
      </p:sp>
      <p:sp>
        <p:nvSpPr>
          <p:cNvPr id="2" name="d3-66">
            <a:extLst xmlns:a="http://schemas.openxmlformats.org/drawingml/2006/main">
              <a:ext uri="{FF2B5EF4-FFF2-40B4-BE49-F238E27FC236}">
                <a16:creationId xmlns:a16="http://schemas.microsoft.com/office/drawing/2014/main" id="{D857998B-A129-47FA-9A24-63EC52B143EF}"/>
              </a:ext>
            </a:extLst>
          </p:cNvPr>
          <p:cNvSpPr>
            <a:spLocks xmlns:a="http://schemas.openxmlformats.org/drawingml/2006/main" noGrp="1"/>
          </p:cNvSpPr>
          <p:nvPr/>
        </p:nvSpPr>
        <p:spPr>
          <a:xfrm xmlns:a="http://schemas.openxmlformats.org/drawingml/2006/main">
            <a:off x="523875" y="65341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050" b="0">
                <a:solidFill>
                  <a:srgbClr val="627084"/>
                </a:solidFill>
                <a:latin typeface="Arial"/>
                <a:ea typeface="Arial"/>
                <a:cs typeface="Arial"/>
              </a:defRPr>
            </a:defPPr>
            <a:lvl1pPr algn="l">
              <a:defRPr sz="1050" b="0">
                <a:solidFill>
                  <a:srgbClr val="627084"/>
                </a:solidFill>
                <a:latin typeface="Arial"/>
                <a:ea typeface="Arial"/>
                <a:cs typeface="Arial"/>
              </a:defRPr>
            </a:lvl1pPr>
            <a:lvl2pPr algn="l">
              <a:defRPr sz="1050" b="0">
                <a:solidFill>
                  <a:srgbClr val="627084"/>
                </a:solidFill>
                <a:latin typeface="Arial"/>
                <a:ea typeface="Arial"/>
                <a:cs typeface="Arial"/>
              </a:defRPr>
            </a:lvl2pPr>
            <a:lvl3pPr algn="l">
              <a:defRPr sz="1050" b="0">
                <a:solidFill>
                  <a:srgbClr val="627084"/>
                </a:solidFill>
                <a:latin typeface="Arial"/>
                <a:ea typeface="Arial"/>
                <a:cs typeface="Arial"/>
              </a:defRPr>
            </a:lvl3pPr>
            <a:lvl4pPr algn="l">
              <a:defRPr sz="1050" b="0">
                <a:solidFill>
                  <a:srgbClr val="627084"/>
                </a:solidFill>
                <a:latin typeface="Arial"/>
                <a:ea typeface="Arial"/>
                <a:cs typeface="Arial"/>
              </a:defRPr>
            </a:lvl4pPr>
            <a:lvl5pPr algn="l">
              <a:defRPr sz="1050" b="0">
                <a:solidFill>
                  <a:srgbClr val="627084"/>
                </a:solidFill>
                <a:latin typeface="Arial"/>
                <a:ea typeface="Arial"/>
                <a:cs typeface="Arial"/>
              </a:defRPr>
            </a:lvl5pPr>
            <a:lvl6pPr algn="l">
              <a:defRPr sz="1050" b="0">
                <a:solidFill>
                  <a:srgbClr val="627084"/>
                </a:solidFill>
                <a:latin typeface="Arial"/>
                <a:ea typeface="Arial"/>
                <a:cs typeface="Arial"/>
              </a:defRPr>
            </a:lvl6pPr>
            <a:lvl7pPr algn="l">
              <a:defRPr sz="1050" b="0">
                <a:solidFill>
                  <a:srgbClr val="627084"/>
                </a:solidFill>
                <a:latin typeface="Arial"/>
                <a:ea typeface="Arial"/>
                <a:cs typeface="Arial"/>
              </a:defRPr>
            </a:lvl7pPr>
            <a:lvl8pPr algn="l">
              <a:defRPr sz="1050" b="0">
                <a:solidFill>
                  <a:srgbClr val="627084"/>
                </a:solidFill>
                <a:latin typeface="Arial"/>
                <a:ea typeface="Arial"/>
                <a:cs typeface="Arial"/>
              </a:defRPr>
            </a:lvl8pPr>
            <a:lvl9pPr algn="l">
              <a:defRPr sz="1050" b="0">
                <a:solidFill>
                  <a:srgbClr val="627084"/>
                </a:solidFill>
                <a:latin typeface="Arial"/>
                <a:ea typeface="Arial"/>
                <a:cs typeface="Arial"/>
              </a:defRPr>
            </a:lvl9pPr>
          </a:lstStyle>
          <a:p xmlns:a="http://schemas.openxmlformats.org/drawingml/2006/main">
            <a:pPr algn="l">
              <a:defRPr sz="1050" b="0">
                <a:solidFill>
                  <a:srgbClr val="627084"/>
                </a:solidFill>
                <a:latin typeface="Arial"/>
                <a:ea typeface="Arial"/>
                <a:cs typeface="Arial"/>
              </a:defRPr>
            </a:pPr>
            <a:r>
              <a:rPr sz="1050" b="0">
                <a:solidFill>
                  <a:srgbClr val="627084"/>
                </a:solidFill>
                <a:latin typeface="Arial"/>
                <a:ea typeface="Arial"/>
                <a:cs typeface="Arial"/>
              </a:rPr>
              <a:t>CODEX &amp; COFFEE</a:t>
            </a:r>
          </a:p>
        </p:txBody>
      </p:sp>
      <p:sp>
        <p:nvSpPr>
          <p:cNvPr id="3" name="d3-67">
            <a:extLst xmlns:a="http://schemas.openxmlformats.org/drawingml/2006/main">
              <a:ext uri="{FF2B5EF4-FFF2-40B4-BE49-F238E27FC236}">
                <a16:creationId xmlns:a16="http://schemas.microsoft.com/office/drawing/2014/main" id="{34AD079F-AC26-4B3C-91FC-D9A1FCDC5ABA}"/>
              </a:ext>
            </a:extLst>
          </p:cNvPr>
          <p:cNvSpPr>
            <a:spLocks xmlns:a="http://schemas.openxmlformats.org/drawingml/2006/main" noGrp="1"/>
          </p:cNvSpPr>
          <p:nvPr/>
        </p:nvSpPr>
        <p:spPr>
          <a:xfrm xmlns:a="http://schemas.openxmlformats.org/drawingml/2006/main">
            <a:off x="10001250" y="6534150"/>
            <a:ext cx="1666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050" b="0">
                <a:solidFill>
                  <a:srgbClr val="627084"/>
                </a:solidFill>
                <a:latin typeface="Arial"/>
                <a:ea typeface="Arial"/>
                <a:cs typeface="Arial"/>
              </a:defRPr>
            </a:defPPr>
            <a:lvl1pPr algn="r">
              <a:defRPr sz="1050" b="0">
                <a:solidFill>
                  <a:srgbClr val="627084"/>
                </a:solidFill>
                <a:latin typeface="Arial"/>
                <a:ea typeface="Arial"/>
                <a:cs typeface="Arial"/>
              </a:defRPr>
            </a:lvl1pPr>
            <a:lvl2pPr algn="r">
              <a:defRPr sz="1050" b="0">
                <a:solidFill>
                  <a:srgbClr val="627084"/>
                </a:solidFill>
                <a:latin typeface="Arial"/>
                <a:ea typeface="Arial"/>
                <a:cs typeface="Arial"/>
              </a:defRPr>
            </a:lvl2pPr>
            <a:lvl3pPr algn="r">
              <a:defRPr sz="1050" b="0">
                <a:solidFill>
                  <a:srgbClr val="627084"/>
                </a:solidFill>
                <a:latin typeface="Arial"/>
                <a:ea typeface="Arial"/>
                <a:cs typeface="Arial"/>
              </a:defRPr>
            </a:lvl3pPr>
            <a:lvl4pPr algn="r">
              <a:defRPr sz="1050" b="0">
                <a:solidFill>
                  <a:srgbClr val="627084"/>
                </a:solidFill>
                <a:latin typeface="Arial"/>
                <a:ea typeface="Arial"/>
                <a:cs typeface="Arial"/>
              </a:defRPr>
            </a:lvl4pPr>
            <a:lvl5pPr algn="r">
              <a:defRPr sz="1050" b="0">
                <a:solidFill>
                  <a:srgbClr val="627084"/>
                </a:solidFill>
                <a:latin typeface="Arial"/>
                <a:ea typeface="Arial"/>
                <a:cs typeface="Arial"/>
              </a:defRPr>
            </a:lvl5pPr>
            <a:lvl6pPr algn="r">
              <a:defRPr sz="1050" b="0">
                <a:solidFill>
                  <a:srgbClr val="627084"/>
                </a:solidFill>
                <a:latin typeface="Arial"/>
                <a:ea typeface="Arial"/>
                <a:cs typeface="Arial"/>
              </a:defRPr>
            </a:lvl6pPr>
            <a:lvl7pPr algn="r">
              <a:defRPr sz="1050" b="0">
                <a:solidFill>
                  <a:srgbClr val="627084"/>
                </a:solidFill>
                <a:latin typeface="Arial"/>
                <a:ea typeface="Arial"/>
                <a:cs typeface="Arial"/>
              </a:defRPr>
            </a:lvl7pPr>
            <a:lvl8pPr algn="r">
              <a:defRPr sz="1050" b="0">
                <a:solidFill>
                  <a:srgbClr val="627084"/>
                </a:solidFill>
                <a:latin typeface="Arial"/>
                <a:ea typeface="Arial"/>
                <a:cs typeface="Arial"/>
              </a:defRPr>
            </a:lvl8pPr>
            <a:lvl9pPr algn="r">
              <a:defRPr sz="1050" b="0">
                <a:solidFill>
                  <a:srgbClr val="627084"/>
                </a:solidFill>
                <a:latin typeface="Arial"/>
                <a:ea typeface="Arial"/>
                <a:cs typeface="Arial"/>
              </a:defRPr>
            </a:lvl9pPr>
          </a:lstStyle>
          <a:p xmlns:a="http://schemas.openxmlformats.org/drawingml/2006/main">
            <a:pPr algn="r">
              <a:defRPr sz="1050" b="0">
                <a:solidFill>
                  <a:srgbClr val="627084"/>
                </a:solidFill>
                <a:latin typeface="Arial"/>
                <a:ea typeface="Arial"/>
                <a:cs typeface="Arial"/>
              </a:defRPr>
            </a:pPr>
            <a:r>
              <a:rPr sz="1050" b="0">
                <a:solidFill>
                  <a:srgbClr val="627084"/>
                </a:solidFill>
                <a:latin typeface="Arial"/>
                <a:ea typeface="Arial"/>
                <a:cs typeface="Arial"/>
              </a:rPr>
              <a:t>DAY 3  ·  8</a:t>
            </a:r>
          </a:p>
        </p:txBody>
      </p:sp>
      <p:sp>
        <p:nvSpPr>
          <p:cNvPr id="4" name="d3-68">
            <a:extLst xmlns:a="http://schemas.openxmlformats.org/drawingml/2006/main">
              <a:ext uri="{FF2B5EF4-FFF2-40B4-BE49-F238E27FC236}">
                <a16:creationId xmlns:a16="http://schemas.microsoft.com/office/drawing/2014/main" id="{1C92A216-502D-4042-B287-1196933AAABD}"/>
              </a:ext>
            </a:extLst>
          </p:cNvPr>
          <p:cNvSpPr>
            <a:spLocks xmlns:a="http://schemas.openxmlformats.org/drawingml/2006/main" noGrp="1"/>
          </p:cNvSpPr>
          <p:nvPr/>
        </p:nvSpPr>
        <p:spPr>
          <a:xfrm xmlns:a="http://schemas.openxmlformats.org/drawingml/2006/main">
            <a:off x="619125" y="1209675"/>
            <a:ext cx="619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500" b="1">
                <a:solidFill>
                  <a:srgbClr val="7360A1"/>
                </a:solidFill>
                <a:latin typeface="Arial"/>
                <a:ea typeface="Arial"/>
                <a:cs typeface="Arial"/>
              </a:defRPr>
            </a:defPPr>
            <a:lvl1pPr algn="l">
              <a:defRPr sz="1500" b="1">
                <a:solidFill>
                  <a:srgbClr val="7360A1"/>
                </a:solidFill>
                <a:latin typeface="Arial"/>
                <a:ea typeface="Arial"/>
                <a:cs typeface="Arial"/>
              </a:defRPr>
            </a:lvl1pPr>
            <a:lvl2pPr algn="l">
              <a:defRPr sz="1500" b="1">
                <a:solidFill>
                  <a:srgbClr val="7360A1"/>
                </a:solidFill>
                <a:latin typeface="Arial"/>
                <a:ea typeface="Arial"/>
                <a:cs typeface="Arial"/>
              </a:defRPr>
            </a:lvl2pPr>
            <a:lvl3pPr algn="l">
              <a:defRPr sz="1500" b="1">
                <a:solidFill>
                  <a:srgbClr val="7360A1"/>
                </a:solidFill>
                <a:latin typeface="Arial"/>
                <a:ea typeface="Arial"/>
                <a:cs typeface="Arial"/>
              </a:defRPr>
            </a:lvl3pPr>
            <a:lvl4pPr algn="l">
              <a:defRPr sz="1500" b="1">
                <a:solidFill>
                  <a:srgbClr val="7360A1"/>
                </a:solidFill>
                <a:latin typeface="Arial"/>
                <a:ea typeface="Arial"/>
                <a:cs typeface="Arial"/>
              </a:defRPr>
            </a:lvl4pPr>
            <a:lvl5pPr algn="l">
              <a:defRPr sz="1500" b="1">
                <a:solidFill>
                  <a:srgbClr val="7360A1"/>
                </a:solidFill>
                <a:latin typeface="Arial"/>
                <a:ea typeface="Arial"/>
                <a:cs typeface="Arial"/>
              </a:defRPr>
            </a:lvl5pPr>
            <a:lvl6pPr algn="l">
              <a:defRPr sz="1500" b="1">
                <a:solidFill>
                  <a:srgbClr val="7360A1"/>
                </a:solidFill>
                <a:latin typeface="Arial"/>
                <a:ea typeface="Arial"/>
                <a:cs typeface="Arial"/>
              </a:defRPr>
            </a:lvl6pPr>
            <a:lvl7pPr algn="l">
              <a:defRPr sz="1500" b="1">
                <a:solidFill>
                  <a:srgbClr val="7360A1"/>
                </a:solidFill>
                <a:latin typeface="Arial"/>
                <a:ea typeface="Arial"/>
                <a:cs typeface="Arial"/>
              </a:defRPr>
            </a:lvl7pPr>
            <a:lvl8pPr algn="l">
              <a:defRPr sz="1500" b="1">
                <a:solidFill>
                  <a:srgbClr val="7360A1"/>
                </a:solidFill>
                <a:latin typeface="Arial"/>
                <a:ea typeface="Arial"/>
                <a:cs typeface="Arial"/>
              </a:defRPr>
            </a:lvl8pPr>
            <a:lvl9pPr algn="l">
              <a:defRPr sz="1500" b="1">
                <a:solidFill>
                  <a:srgbClr val="7360A1"/>
                </a:solidFill>
                <a:latin typeface="Arial"/>
                <a:ea typeface="Arial"/>
                <a:cs typeface="Arial"/>
              </a:defRPr>
            </a:lvl9pPr>
          </a:lstStyle>
          <a:p xmlns:a="http://schemas.openxmlformats.org/drawingml/2006/main">
            <a:pPr algn="l">
              <a:defRPr sz="1500" b="1">
                <a:solidFill>
                  <a:srgbClr val="7360A1"/>
                </a:solidFill>
                <a:latin typeface="Arial"/>
                <a:ea typeface="Arial"/>
                <a:cs typeface="Arial"/>
              </a:defRPr>
            </a:pPr>
            <a:r>
              <a:rPr sz="1500" b="1">
                <a:solidFill>
                  <a:srgbClr val="7360A1"/>
                </a:solidFill>
                <a:latin typeface="Arial"/>
                <a:ea typeface="Arial"/>
                <a:cs typeface="Arial"/>
              </a:rPr>
              <a:t>REPLAY PROMPT · fresh working copy</a:t>
            </a:r>
          </a:p>
        </p:txBody>
      </p:sp>
      <p:sp>
        <p:nvSpPr>
          <p:cNvPr id="5" name="d3-69">
            <a:extLst xmlns:a="http://schemas.openxmlformats.org/drawingml/2006/main">
              <a:ext uri="{FF2B5EF4-FFF2-40B4-BE49-F238E27FC236}">
                <a16:creationId xmlns:a16="http://schemas.microsoft.com/office/drawing/2014/main" id="{62121DA5-AA65-48F4-9A7D-5465670E11D2}"/>
              </a:ext>
            </a:extLst>
          </p:cNvPr>
          <p:cNvSpPr>
            <a:spLocks xmlns:a="http://schemas.openxmlformats.org/drawingml/2006/main" noGrp="1"/>
          </p:cNvSpPr>
          <p:nvPr/>
        </p:nvSpPr>
        <p:spPr>
          <a:xfrm xmlns:a="http://schemas.openxmlformats.org/drawingml/2006/main">
            <a:off x="619125" y="1762125"/>
            <a:ext cx="6238875" cy="3209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75" b="0">
                <a:solidFill>
                  <a:srgbClr val="213044"/>
                </a:solidFill>
                <a:latin typeface="Arial"/>
                <a:ea typeface="Arial"/>
                <a:cs typeface="Arial"/>
              </a:defRPr>
            </a:defPPr>
            <a:lvl1pPr algn="l">
              <a:defRPr sz="2175" b="0">
                <a:solidFill>
                  <a:srgbClr val="213044"/>
                </a:solidFill>
                <a:latin typeface="Arial"/>
                <a:ea typeface="Arial"/>
                <a:cs typeface="Arial"/>
              </a:defRPr>
            </a:lvl1pPr>
            <a:lvl2pPr algn="l">
              <a:defRPr sz="2175" b="0">
                <a:solidFill>
                  <a:srgbClr val="213044"/>
                </a:solidFill>
                <a:latin typeface="Arial"/>
                <a:ea typeface="Arial"/>
                <a:cs typeface="Arial"/>
              </a:defRPr>
            </a:lvl2pPr>
            <a:lvl3pPr algn="l">
              <a:defRPr sz="2175" b="0">
                <a:solidFill>
                  <a:srgbClr val="213044"/>
                </a:solidFill>
                <a:latin typeface="Arial"/>
                <a:ea typeface="Arial"/>
                <a:cs typeface="Arial"/>
              </a:defRPr>
            </a:lvl3pPr>
            <a:lvl4pPr algn="l">
              <a:defRPr sz="2175" b="0">
                <a:solidFill>
                  <a:srgbClr val="213044"/>
                </a:solidFill>
                <a:latin typeface="Arial"/>
                <a:ea typeface="Arial"/>
                <a:cs typeface="Arial"/>
              </a:defRPr>
            </a:lvl4pPr>
            <a:lvl5pPr algn="l">
              <a:defRPr sz="2175" b="0">
                <a:solidFill>
                  <a:srgbClr val="213044"/>
                </a:solidFill>
                <a:latin typeface="Arial"/>
                <a:ea typeface="Arial"/>
                <a:cs typeface="Arial"/>
              </a:defRPr>
            </a:lvl5pPr>
            <a:lvl6pPr algn="l">
              <a:defRPr sz="2175" b="0">
                <a:solidFill>
                  <a:srgbClr val="213044"/>
                </a:solidFill>
                <a:latin typeface="Arial"/>
                <a:ea typeface="Arial"/>
                <a:cs typeface="Arial"/>
              </a:defRPr>
            </a:lvl6pPr>
            <a:lvl7pPr algn="l">
              <a:defRPr sz="2175" b="0">
                <a:solidFill>
                  <a:srgbClr val="213044"/>
                </a:solidFill>
                <a:latin typeface="Arial"/>
                <a:ea typeface="Arial"/>
                <a:cs typeface="Arial"/>
              </a:defRPr>
            </a:lvl7pPr>
            <a:lvl8pPr algn="l">
              <a:defRPr sz="2175" b="0">
                <a:solidFill>
                  <a:srgbClr val="213044"/>
                </a:solidFill>
                <a:latin typeface="Arial"/>
                <a:ea typeface="Arial"/>
                <a:cs typeface="Arial"/>
              </a:defRPr>
            </a:lvl8pPr>
            <a:lvl9pPr algn="l">
              <a:defRPr sz="2175" b="0">
                <a:solidFill>
                  <a:srgbClr val="213044"/>
                </a:solidFill>
                <a:latin typeface="Arial"/>
                <a:ea typeface="Arial"/>
                <a:cs typeface="Arial"/>
              </a:defRPr>
            </a:lvl9pPr>
          </a:lstStyle>
          <a:p xmlns:a="http://schemas.openxmlformats.org/drawingml/2006/main">
            <a:pPr algn="l">
              <a:defRPr sz="2175" b="0">
                <a:solidFill>
                  <a:srgbClr val="213044"/>
                </a:solidFill>
                <a:latin typeface="Arial"/>
                <a:ea typeface="Arial"/>
                <a:cs typeface="Arial"/>
              </a:defRPr>
            </a:pPr>
            <a:r>
              <a:rPr sz="2175" b="0">
                <a:solidFill>
                  <a:srgbClr val="213044"/>
                </a:solidFill>
                <a:latin typeface="Arial"/>
                <a:ea typeface="Arial"/>
                <a:cs typeface="Arial"/>
              </a:rPr>
              <a:t>Before refactoring, characterize calculateQuote in app.js. Add literal fixtures for the seeded quote, rounding and discounts. Check normalization, output shape, row order, input mutation and errors. Run the tests against the existing app. Do not change application code.</a:t>
            </a:r>
          </a:p>
        </p:txBody>
      </p:sp>
      <p:sp>
        <p:nvSpPr>
          <p:cNvPr id="6" name="d3-70">
            <a:extLst xmlns:a="http://schemas.openxmlformats.org/drawingml/2006/main">
              <a:ext uri="{FF2B5EF4-FFF2-40B4-BE49-F238E27FC236}">
                <a16:creationId xmlns:a16="http://schemas.microsoft.com/office/drawing/2014/main" id="{FDED4D9F-ED25-4381-AC32-BE2256EDAD9C}"/>
              </a:ext>
            </a:extLst>
          </p:cNvPr>
          <p:cNvSpPr>
            <a:spLocks xmlns:a="http://schemas.openxmlformats.org/drawingml/2006/main" noGrp="1"/>
          </p:cNvSpPr>
          <p:nvPr/>
        </p:nvSpPr>
        <p:spPr>
          <a:xfrm xmlns:a="http://schemas.openxmlformats.org/drawingml/2006/main">
            <a:off x="7381875" y="1428750"/>
            <a:ext cx="4143375" cy="3838575"/>
          </a:xfrm>
          <a:prstGeom xmlns:a="http://schemas.openxmlformats.org/drawingml/2006/main" prst="roundRect">
            <a:avLst>
              <a:gd name="adj" fmla="val 1985"/>
            </a:avLst>
          </a:prstGeom>
          <a:solidFill xmlns:a="http://schemas.openxmlformats.org/drawingml/2006/main">
            <a:srgbClr val="F0ECFC"/>
          </a:solidFill>
          <a:ln xmlns:a="http://schemas.openxmlformats.org/drawingml/2006/main" w="14288">
            <a:solidFill>
              <a:srgbClr val="7360A1"/>
            </a:solidFill>
          </a:ln>
        </p:spPr>
      </p:sp>
      <p:sp>
        <p:nvSpPr>
          <p:cNvPr id="7" name="d3-71">
            <a:extLst xmlns:a="http://schemas.openxmlformats.org/drawingml/2006/main">
              <a:ext uri="{FF2B5EF4-FFF2-40B4-BE49-F238E27FC236}">
                <a16:creationId xmlns:a16="http://schemas.microsoft.com/office/drawing/2014/main" id="{75209683-77AC-4FD8-82ED-F950E99FDFBD}"/>
              </a:ext>
            </a:extLst>
          </p:cNvPr>
          <p:cNvSpPr>
            <a:spLocks xmlns:a="http://schemas.openxmlformats.org/drawingml/2006/main" noGrp="1"/>
          </p:cNvSpPr>
          <p:nvPr/>
        </p:nvSpPr>
        <p:spPr>
          <a:xfrm xmlns:a="http://schemas.openxmlformats.org/drawingml/2006/main">
            <a:off x="7591425" y="1562100"/>
            <a:ext cx="37242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950" b="1">
                <a:solidFill>
                  <a:srgbClr val="7360A1"/>
                </a:solidFill>
                <a:latin typeface="Arial"/>
                <a:ea typeface="Arial"/>
                <a:cs typeface="Arial"/>
              </a:defRPr>
            </a:defPPr>
            <a:lvl1pPr algn="l">
              <a:defRPr sz="1950" b="1">
                <a:solidFill>
                  <a:srgbClr val="7360A1"/>
                </a:solidFill>
                <a:latin typeface="Arial"/>
                <a:ea typeface="Arial"/>
                <a:cs typeface="Arial"/>
              </a:defRPr>
            </a:lvl1pPr>
            <a:lvl2pPr algn="l">
              <a:defRPr sz="1950" b="1">
                <a:solidFill>
                  <a:srgbClr val="7360A1"/>
                </a:solidFill>
                <a:latin typeface="Arial"/>
                <a:ea typeface="Arial"/>
                <a:cs typeface="Arial"/>
              </a:defRPr>
            </a:lvl2pPr>
            <a:lvl3pPr algn="l">
              <a:defRPr sz="1950" b="1">
                <a:solidFill>
                  <a:srgbClr val="7360A1"/>
                </a:solidFill>
                <a:latin typeface="Arial"/>
                <a:ea typeface="Arial"/>
                <a:cs typeface="Arial"/>
              </a:defRPr>
            </a:lvl3pPr>
            <a:lvl4pPr algn="l">
              <a:defRPr sz="1950" b="1">
                <a:solidFill>
                  <a:srgbClr val="7360A1"/>
                </a:solidFill>
                <a:latin typeface="Arial"/>
                <a:ea typeface="Arial"/>
                <a:cs typeface="Arial"/>
              </a:defRPr>
            </a:lvl4pPr>
            <a:lvl5pPr algn="l">
              <a:defRPr sz="1950" b="1">
                <a:solidFill>
                  <a:srgbClr val="7360A1"/>
                </a:solidFill>
                <a:latin typeface="Arial"/>
                <a:ea typeface="Arial"/>
                <a:cs typeface="Arial"/>
              </a:defRPr>
            </a:lvl5pPr>
            <a:lvl6pPr algn="l">
              <a:defRPr sz="1950" b="1">
                <a:solidFill>
                  <a:srgbClr val="7360A1"/>
                </a:solidFill>
                <a:latin typeface="Arial"/>
                <a:ea typeface="Arial"/>
                <a:cs typeface="Arial"/>
              </a:defRPr>
            </a:lvl6pPr>
            <a:lvl7pPr algn="l">
              <a:defRPr sz="1950" b="1">
                <a:solidFill>
                  <a:srgbClr val="7360A1"/>
                </a:solidFill>
                <a:latin typeface="Arial"/>
                <a:ea typeface="Arial"/>
                <a:cs typeface="Arial"/>
              </a:defRPr>
            </a:lvl7pPr>
            <a:lvl8pPr algn="l">
              <a:defRPr sz="1950" b="1">
                <a:solidFill>
                  <a:srgbClr val="7360A1"/>
                </a:solidFill>
                <a:latin typeface="Arial"/>
                <a:ea typeface="Arial"/>
                <a:cs typeface="Arial"/>
              </a:defRPr>
            </a:lvl8pPr>
            <a:lvl9pPr algn="l">
              <a:defRPr sz="1950" b="1">
                <a:solidFill>
                  <a:srgbClr val="7360A1"/>
                </a:solidFill>
                <a:latin typeface="Arial"/>
                <a:ea typeface="Arial"/>
                <a:cs typeface="Arial"/>
              </a:defRPr>
            </a:lvl9pPr>
          </a:lstStyle>
          <a:p xmlns:a="http://schemas.openxmlformats.org/drawingml/2006/main">
            <a:pPr algn="l">
              <a:defRPr sz="1950" b="1">
                <a:solidFill>
                  <a:srgbClr val="7360A1"/>
                </a:solidFill>
                <a:latin typeface="Arial"/>
                <a:ea typeface="Arial"/>
                <a:cs typeface="Arial"/>
              </a:defRPr>
            </a:pPr>
            <a:r>
              <a:rPr sz="1950" b="1">
                <a:solidFill>
                  <a:srgbClr val="7360A1"/>
                </a:solidFill>
                <a:latin typeface="Arial"/>
                <a:ea typeface="Arial"/>
                <a:cs typeface="Arial"/>
              </a:rPr>
              <a:t>Behavior contract</a:t>
            </a:r>
          </a:p>
        </p:txBody>
      </p:sp>
      <p:sp>
        <p:nvSpPr>
          <p:cNvPr id="8" name="d3-72">
            <a:extLst xmlns:a="http://schemas.openxmlformats.org/drawingml/2006/main">
              <a:ext uri="{FF2B5EF4-FFF2-40B4-BE49-F238E27FC236}">
                <a16:creationId xmlns:a16="http://schemas.microsoft.com/office/drawing/2014/main" id="{A763CE6F-B4ED-4CEB-ADB9-952FD46603B2}"/>
              </a:ext>
            </a:extLst>
          </p:cNvPr>
          <p:cNvSpPr>
            <a:spLocks xmlns:a="http://schemas.openxmlformats.org/drawingml/2006/main" noGrp="1"/>
          </p:cNvSpPr>
          <p:nvPr/>
        </p:nvSpPr>
        <p:spPr>
          <a:xfrm xmlns:a="http://schemas.openxmlformats.org/drawingml/2006/main">
            <a:off x="7591425" y="2114550"/>
            <a:ext cx="3724275" cy="2981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025" b="0">
                <a:solidFill>
                  <a:srgbClr val="213044"/>
                </a:solidFill>
                <a:latin typeface="Arial"/>
                <a:ea typeface="Arial"/>
                <a:cs typeface="Arial"/>
              </a:defRPr>
            </a:defPPr>
            <a:lvl1pPr algn="l">
              <a:defRPr sz="2025" b="0">
                <a:solidFill>
                  <a:srgbClr val="213044"/>
                </a:solidFill>
                <a:latin typeface="Arial"/>
                <a:ea typeface="Arial"/>
                <a:cs typeface="Arial"/>
              </a:defRPr>
            </a:lvl1pPr>
            <a:lvl2pPr algn="l">
              <a:defRPr sz="2025" b="0">
                <a:solidFill>
                  <a:srgbClr val="213044"/>
                </a:solidFill>
                <a:latin typeface="Arial"/>
                <a:ea typeface="Arial"/>
                <a:cs typeface="Arial"/>
              </a:defRPr>
            </a:lvl2pPr>
            <a:lvl3pPr algn="l">
              <a:defRPr sz="2025" b="0">
                <a:solidFill>
                  <a:srgbClr val="213044"/>
                </a:solidFill>
                <a:latin typeface="Arial"/>
                <a:ea typeface="Arial"/>
                <a:cs typeface="Arial"/>
              </a:defRPr>
            </a:lvl3pPr>
            <a:lvl4pPr algn="l">
              <a:defRPr sz="2025" b="0">
                <a:solidFill>
                  <a:srgbClr val="213044"/>
                </a:solidFill>
                <a:latin typeface="Arial"/>
                <a:ea typeface="Arial"/>
                <a:cs typeface="Arial"/>
              </a:defRPr>
            </a:lvl4pPr>
            <a:lvl5pPr algn="l">
              <a:defRPr sz="2025" b="0">
                <a:solidFill>
                  <a:srgbClr val="213044"/>
                </a:solidFill>
                <a:latin typeface="Arial"/>
                <a:ea typeface="Arial"/>
                <a:cs typeface="Arial"/>
              </a:defRPr>
            </a:lvl5pPr>
            <a:lvl6pPr algn="l">
              <a:defRPr sz="2025" b="0">
                <a:solidFill>
                  <a:srgbClr val="213044"/>
                </a:solidFill>
                <a:latin typeface="Arial"/>
                <a:ea typeface="Arial"/>
                <a:cs typeface="Arial"/>
              </a:defRPr>
            </a:lvl6pPr>
            <a:lvl7pPr algn="l">
              <a:defRPr sz="2025" b="0">
                <a:solidFill>
                  <a:srgbClr val="213044"/>
                </a:solidFill>
                <a:latin typeface="Arial"/>
                <a:ea typeface="Arial"/>
                <a:cs typeface="Arial"/>
              </a:defRPr>
            </a:lvl7pPr>
            <a:lvl8pPr algn="l">
              <a:defRPr sz="2025" b="0">
                <a:solidFill>
                  <a:srgbClr val="213044"/>
                </a:solidFill>
                <a:latin typeface="Arial"/>
                <a:ea typeface="Arial"/>
                <a:cs typeface="Arial"/>
              </a:defRPr>
            </a:lvl8pPr>
            <a:lvl9pPr algn="l">
              <a:defRPr sz="2025" b="0">
                <a:solidFill>
                  <a:srgbClr val="213044"/>
                </a:solidFill>
                <a:latin typeface="Arial"/>
                <a:ea typeface="Arial"/>
                <a:cs typeface="Arial"/>
              </a:defRPr>
            </a:lvl9pPr>
          </a:lstStyle>
          <a:p xmlns:a="http://schemas.openxmlformats.org/drawingml/2006/main">
            <a:pPr algn="l">
              <a:defRPr sz="2025" b="0">
                <a:solidFill>
                  <a:srgbClr val="213044"/>
                </a:solidFill>
                <a:latin typeface="Arial"/>
                <a:ea typeface="Arial"/>
                <a:cs typeface="Arial"/>
              </a:defRPr>
            </a:pPr>
            <a:r>
              <a:rPr sz="2025" b="0">
                <a:solidFill>
                  <a:srgbClr val="213044"/>
                </a:solidFill>
                <a:latin typeface="Arial"/>
                <a:ea typeface="Arial"/>
                <a:cs typeface="Arial"/>
              </a:rPr>
              <a:t>27 checks pass</a:t>
            </a:r>
          </a:p>
          <a:p xmlns:a="http://schemas.openxmlformats.org/drawingml/2006/main">
            <a:pPr algn="l">
              <a:defRPr sz="2025" b="0">
                <a:solidFill>
                  <a:srgbClr val="213044"/>
                </a:solidFill>
                <a:latin typeface="Arial"/>
                <a:ea typeface="Arial"/>
                <a:cs typeface="Arial"/>
              </a:defRPr>
            </a:pPr>
            <a:r>
              <a:rPr sz="2025" b="0">
                <a:solidFill>
                  <a:srgbClr val="213044"/>
                </a:solidFill>
                <a:latin typeface="Arial"/>
                <a:ea typeface="Arial"/>
                <a:cs typeface="Arial"/>
              </a:rPr>
              <a:t>on the baseline</a:t>
            </a:r>
          </a:p>
          <a:p xmlns:a="http://schemas.openxmlformats.org/drawingml/2006/main">
            <a:r>
              <a:t/>
            </a:r>
          </a:p>
          <a:p xmlns:a="http://schemas.openxmlformats.org/drawingml/2006/main">
            <a:pPr algn="l">
              <a:defRPr sz="2025" b="0">
                <a:solidFill>
                  <a:srgbClr val="213044"/>
                </a:solidFill>
                <a:latin typeface="Arial"/>
                <a:ea typeface="Arial"/>
                <a:cs typeface="Arial"/>
              </a:defRPr>
            </a:pPr>
            <a:r>
              <a:rPr sz="2025" b="0">
                <a:solidFill>
                  <a:srgbClr val="213044"/>
                </a:solidFill>
                <a:latin typeface="Arial"/>
                <a:ea typeface="Arial"/>
                <a:cs typeface="Arial"/>
              </a:rPr>
              <a:t>Literal expected results</a:t>
            </a:r>
          </a:p>
          <a:p xmlns:a="http://schemas.openxmlformats.org/drawingml/2006/main">
            <a:pPr algn="l">
              <a:defRPr sz="2025" b="0">
                <a:solidFill>
                  <a:srgbClr val="213044"/>
                </a:solidFill>
                <a:latin typeface="Arial"/>
                <a:ea typeface="Arial"/>
                <a:cs typeface="Arial"/>
              </a:defRPr>
            </a:pPr>
            <a:r>
              <a:rPr sz="2025" b="0">
                <a:solidFill>
                  <a:srgbClr val="213044"/>
                </a:solidFill>
                <a:latin typeface="Arial"/>
                <a:ea typeface="Arial"/>
                <a:cs typeface="Arial"/>
              </a:rPr>
              <a:t>Rounding and normalization</a:t>
            </a:r>
          </a:p>
          <a:p xmlns:a="http://schemas.openxmlformats.org/drawingml/2006/main">
            <a:pPr algn="l">
              <a:defRPr sz="2025" b="0">
                <a:solidFill>
                  <a:srgbClr val="213044"/>
                </a:solidFill>
                <a:latin typeface="Arial"/>
                <a:ea typeface="Arial"/>
                <a:cs typeface="Arial"/>
              </a:defRPr>
            </a:pPr>
            <a:r>
              <a:rPr sz="2025" b="0">
                <a:solidFill>
                  <a:srgbClr val="213044"/>
                </a:solidFill>
                <a:latin typeface="Arial"/>
                <a:ea typeface="Arial"/>
                <a:cs typeface="Arial"/>
              </a:rPr>
              <a:t>Input mutation and errors</a:t>
            </a:r>
          </a:p>
        </p:txBody>
      </p:sp>
      <p:sp>
        <p:nvSpPr>
          <p:cNvPr id="9" name="d3-73">
            <a:extLst xmlns:a="http://schemas.openxmlformats.org/drawingml/2006/main">
              <a:ext uri="{FF2B5EF4-FFF2-40B4-BE49-F238E27FC236}">
                <a16:creationId xmlns:a16="http://schemas.microsoft.com/office/drawing/2014/main" id="{E1A6E3FC-FC3F-4AD5-B712-4B160CAAF225}"/>
              </a:ext>
            </a:extLst>
          </p:cNvPr>
          <p:cNvSpPr>
            <a:spLocks xmlns:a="http://schemas.openxmlformats.org/drawingml/2006/main" noGrp="1"/>
          </p:cNvSpPr>
          <p:nvPr/>
        </p:nvSpPr>
        <p:spPr>
          <a:xfrm xmlns:a="http://schemas.openxmlformats.org/drawingml/2006/main">
            <a:off x="619125" y="5629275"/>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025" b="0">
                <a:solidFill>
                  <a:srgbClr val="AC6154"/>
                </a:solidFill>
                <a:latin typeface="Arial"/>
                <a:ea typeface="Arial"/>
                <a:cs typeface="Arial"/>
              </a:defRPr>
            </a:defPPr>
            <a:lvl1pPr algn="l">
              <a:defRPr sz="2025" b="0">
                <a:solidFill>
                  <a:srgbClr val="AC6154"/>
                </a:solidFill>
                <a:latin typeface="Arial"/>
                <a:ea typeface="Arial"/>
                <a:cs typeface="Arial"/>
              </a:defRPr>
            </a:lvl1pPr>
            <a:lvl2pPr algn="l">
              <a:defRPr sz="2025" b="0">
                <a:solidFill>
                  <a:srgbClr val="AC6154"/>
                </a:solidFill>
                <a:latin typeface="Arial"/>
                <a:ea typeface="Arial"/>
                <a:cs typeface="Arial"/>
              </a:defRPr>
            </a:lvl2pPr>
            <a:lvl3pPr algn="l">
              <a:defRPr sz="2025" b="0">
                <a:solidFill>
                  <a:srgbClr val="AC6154"/>
                </a:solidFill>
                <a:latin typeface="Arial"/>
                <a:ea typeface="Arial"/>
                <a:cs typeface="Arial"/>
              </a:defRPr>
            </a:lvl3pPr>
            <a:lvl4pPr algn="l">
              <a:defRPr sz="2025" b="0">
                <a:solidFill>
                  <a:srgbClr val="AC6154"/>
                </a:solidFill>
                <a:latin typeface="Arial"/>
                <a:ea typeface="Arial"/>
                <a:cs typeface="Arial"/>
              </a:defRPr>
            </a:lvl4pPr>
            <a:lvl5pPr algn="l">
              <a:defRPr sz="2025" b="0">
                <a:solidFill>
                  <a:srgbClr val="AC6154"/>
                </a:solidFill>
                <a:latin typeface="Arial"/>
                <a:ea typeface="Arial"/>
                <a:cs typeface="Arial"/>
              </a:defRPr>
            </a:lvl5pPr>
            <a:lvl6pPr algn="l">
              <a:defRPr sz="2025" b="0">
                <a:solidFill>
                  <a:srgbClr val="AC6154"/>
                </a:solidFill>
                <a:latin typeface="Arial"/>
                <a:ea typeface="Arial"/>
                <a:cs typeface="Arial"/>
              </a:defRPr>
            </a:lvl6pPr>
            <a:lvl7pPr algn="l">
              <a:defRPr sz="2025" b="0">
                <a:solidFill>
                  <a:srgbClr val="AC6154"/>
                </a:solidFill>
                <a:latin typeface="Arial"/>
                <a:ea typeface="Arial"/>
                <a:cs typeface="Arial"/>
              </a:defRPr>
            </a:lvl7pPr>
            <a:lvl8pPr algn="l">
              <a:defRPr sz="2025" b="0">
                <a:solidFill>
                  <a:srgbClr val="AC6154"/>
                </a:solidFill>
                <a:latin typeface="Arial"/>
                <a:ea typeface="Arial"/>
                <a:cs typeface="Arial"/>
              </a:defRPr>
            </a:lvl8pPr>
            <a:lvl9pPr algn="l">
              <a:defRPr sz="2025" b="0">
                <a:solidFill>
                  <a:srgbClr val="AC6154"/>
                </a:solidFill>
                <a:latin typeface="Arial"/>
                <a:ea typeface="Arial"/>
                <a:cs typeface="Arial"/>
              </a:defRPr>
            </a:lvl9pPr>
          </a:lstStyle>
          <a:p xmlns:a="http://schemas.openxmlformats.org/drawingml/2006/main">
            <a:pPr algn="l">
              <a:defRPr sz="2025" b="0">
                <a:solidFill>
                  <a:srgbClr val="AC6154"/>
                </a:solidFill>
                <a:latin typeface="Arial"/>
                <a:ea typeface="Arial"/>
                <a:cs typeface="Arial"/>
              </a:defRPr>
            </a:pPr>
            <a:r>
              <a:rPr sz="2025" b="0">
                <a:solidFill>
                  <a:srgbClr val="AC6154"/>
                </a:solidFill>
                <a:latin typeface="Arial"/>
                <a:ea typeface="Arial"/>
                <a:cs typeface="Arial"/>
              </a:rPr>
              <a:t>Check the saved evidence before moving to the next stage</a:t>
            </a:r>
          </a:p>
        </p:txBody>
      </p:sp>
    </p:spTree>
    <p:extLst>
      <p:ext uri="{BB962C8B-B14F-4D97-AF65-F5344CB8AC3E}">
        <p14:creationId xmlns:p14="http://schemas.microsoft.com/office/powerpoint/2010/main" val="154837298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9" name="">
            <a:extLst xmlns:a="http://schemas.openxmlformats.org/drawingml/2006/main">
              <a:ext uri="{FF2B5EF4-FFF2-40B4-BE49-F238E27FC236}">
                <a16:creationId xmlns:a16="http://schemas.microsoft.com/office/drawing/2014/main" id="{CCEF990E-7EBE-49C4-A73D-62C10FE5D87B}"/>
              </a:ext>
            </a:extLst>
          </p:cNvPr>
          <p:cNvCxnSpPr>
            <a:stCxn xmlns:a="http://schemas.openxmlformats.org/drawingml/2006/main" id="5" idx="2"/>
            <a:endCxn xmlns:a="http://schemas.openxmlformats.org/drawingml/2006/main" id="7" idx="0"/>
          </p:cNvCxnSpPr>
          <p:nvPr/>
        </p:nvCxnSpPr>
        <p:spPr>
          <a:xfrm xmlns:a="http://schemas.openxmlformats.org/drawingml/2006/main">
            <a:off x="9001125" y="2943225"/>
            <a:ext cx="0" cy="1066800"/>
          </a:xfrm>
          <a:prstGeom xmlns:a="http://schemas.openxmlformats.org/drawingml/2006/main" prst="straightConnector1">
            <a:avLst/>
          </a:prstGeom>
          <a:ln xmlns:a="http://schemas.openxmlformats.org/drawingml/2006/main" w="19050">
            <a:solidFill>
              <a:srgbClr val="627084"/>
            </a:solidFill>
            <a:tailEnd type="arrow" w="sm" len="sm"/>
          </a:ln>
        </p:spPr>
      </p:cxnSp>
      <p:sp>
        <p:nvSpPr>
          <p:cNvPr id="11" name="d3-74">
            <a:extLst xmlns:a="http://schemas.openxmlformats.org/drawingml/2006/main">
              <a:ext uri="{FF2B5EF4-FFF2-40B4-BE49-F238E27FC236}">
                <a16:creationId xmlns:a16="http://schemas.microsoft.com/office/drawing/2014/main" id="{1C3FB4B0-2D84-4C50-875C-4E919667C5FC}"/>
              </a:ext>
            </a:extLst>
          </p:cNvPr>
          <p:cNvSpPr>
            <a:spLocks xmlns:a="http://schemas.openxmlformats.org/drawingml/2006/main" noGrp="1"/>
          </p:cNvSpPr>
          <p:nvPr/>
        </p:nvSpPr>
        <p:spPr>
          <a:xfrm xmlns:a="http://schemas.openxmlformats.org/drawingml/2006/main">
            <a:off x="523875" y="295275"/>
            <a:ext cx="11144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225" b="1">
                <a:solidFill>
                  <a:srgbClr val="213044"/>
                </a:solidFill>
                <a:latin typeface="Arial"/>
                <a:ea typeface="Arial"/>
                <a:cs typeface="Arial"/>
              </a:defRPr>
            </a:defPPr>
            <a:lvl1pPr algn="ctr">
              <a:defRPr sz="3225" b="1">
                <a:solidFill>
                  <a:srgbClr val="213044"/>
                </a:solidFill>
                <a:latin typeface="Arial"/>
                <a:ea typeface="Arial"/>
                <a:cs typeface="Arial"/>
              </a:defRPr>
            </a:lvl1pPr>
            <a:lvl2pPr algn="ctr">
              <a:defRPr sz="3225" b="1">
                <a:solidFill>
                  <a:srgbClr val="213044"/>
                </a:solidFill>
                <a:latin typeface="Arial"/>
                <a:ea typeface="Arial"/>
                <a:cs typeface="Arial"/>
              </a:defRPr>
            </a:lvl2pPr>
            <a:lvl3pPr algn="ctr">
              <a:defRPr sz="3225" b="1">
                <a:solidFill>
                  <a:srgbClr val="213044"/>
                </a:solidFill>
                <a:latin typeface="Arial"/>
                <a:ea typeface="Arial"/>
                <a:cs typeface="Arial"/>
              </a:defRPr>
            </a:lvl3pPr>
            <a:lvl4pPr algn="ctr">
              <a:defRPr sz="3225" b="1">
                <a:solidFill>
                  <a:srgbClr val="213044"/>
                </a:solidFill>
                <a:latin typeface="Arial"/>
                <a:ea typeface="Arial"/>
                <a:cs typeface="Arial"/>
              </a:defRPr>
            </a:lvl4pPr>
            <a:lvl5pPr algn="ctr">
              <a:defRPr sz="3225" b="1">
                <a:solidFill>
                  <a:srgbClr val="213044"/>
                </a:solidFill>
                <a:latin typeface="Arial"/>
                <a:ea typeface="Arial"/>
                <a:cs typeface="Arial"/>
              </a:defRPr>
            </a:lvl5pPr>
            <a:lvl6pPr algn="ctr">
              <a:defRPr sz="3225" b="1">
                <a:solidFill>
                  <a:srgbClr val="213044"/>
                </a:solidFill>
                <a:latin typeface="Arial"/>
                <a:ea typeface="Arial"/>
                <a:cs typeface="Arial"/>
              </a:defRPr>
            </a:lvl6pPr>
            <a:lvl7pPr algn="ctr">
              <a:defRPr sz="3225" b="1">
                <a:solidFill>
                  <a:srgbClr val="213044"/>
                </a:solidFill>
                <a:latin typeface="Arial"/>
                <a:ea typeface="Arial"/>
                <a:cs typeface="Arial"/>
              </a:defRPr>
            </a:lvl7pPr>
            <a:lvl8pPr algn="ctr">
              <a:defRPr sz="3225" b="1">
                <a:solidFill>
                  <a:srgbClr val="213044"/>
                </a:solidFill>
                <a:latin typeface="Arial"/>
                <a:ea typeface="Arial"/>
                <a:cs typeface="Arial"/>
              </a:defRPr>
            </a:lvl8pPr>
            <a:lvl9pPr algn="ctr">
              <a:defRPr sz="3225" b="1">
                <a:solidFill>
                  <a:srgbClr val="213044"/>
                </a:solidFill>
                <a:latin typeface="Arial"/>
                <a:ea typeface="Arial"/>
                <a:cs typeface="Arial"/>
              </a:defRPr>
            </a:lvl9pPr>
          </a:lstStyle>
          <a:p xmlns:a="http://schemas.openxmlformats.org/drawingml/2006/main">
            <a:pPr algn="ctr">
              <a:defRPr sz="3225" b="1">
                <a:solidFill>
                  <a:srgbClr val="213044"/>
                </a:solidFill>
                <a:latin typeface="Arial"/>
                <a:ea typeface="Arial"/>
                <a:cs typeface="Arial"/>
              </a:defRPr>
            </a:pPr>
            <a:r>
              <a:rPr sz="3225" b="1">
                <a:solidFill>
                  <a:srgbClr val="213044"/>
                </a:solidFill>
                <a:latin typeface="Arial"/>
                <a:ea typeface="Arial"/>
                <a:cs typeface="Arial"/>
              </a:rPr>
              <a:t>03 · Define the target architecture</a:t>
            </a:r>
          </a:p>
        </p:txBody>
      </p:sp>
      <p:sp>
        <p:nvSpPr>
          <p:cNvPr id="2" name="d3-75">
            <a:extLst xmlns:a="http://schemas.openxmlformats.org/drawingml/2006/main">
              <a:ext uri="{FF2B5EF4-FFF2-40B4-BE49-F238E27FC236}">
                <a16:creationId xmlns:a16="http://schemas.microsoft.com/office/drawing/2014/main" id="{3B648F1A-9FCA-4236-8972-6E507DDA8E38}"/>
              </a:ext>
            </a:extLst>
          </p:cNvPr>
          <p:cNvSpPr>
            <a:spLocks xmlns:a="http://schemas.openxmlformats.org/drawingml/2006/main" noGrp="1"/>
          </p:cNvSpPr>
          <p:nvPr/>
        </p:nvSpPr>
        <p:spPr>
          <a:xfrm xmlns:a="http://schemas.openxmlformats.org/drawingml/2006/main">
            <a:off x="523875" y="65341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050" b="0">
                <a:solidFill>
                  <a:srgbClr val="627084"/>
                </a:solidFill>
                <a:latin typeface="Arial"/>
                <a:ea typeface="Arial"/>
                <a:cs typeface="Arial"/>
              </a:defRPr>
            </a:defPPr>
            <a:lvl1pPr algn="l">
              <a:defRPr sz="1050" b="0">
                <a:solidFill>
                  <a:srgbClr val="627084"/>
                </a:solidFill>
                <a:latin typeface="Arial"/>
                <a:ea typeface="Arial"/>
                <a:cs typeface="Arial"/>
              </a:defRPr>
            </a:lvl1pPr>
            <a:lvl2pPr algn="l">
              <a:defRPr sz="1050" b="0">
                <a:solidFill>
                  <a:srgbClr val="627084"/>
                </a:solidFill>
                <a:latin typeface="Arial"/>
                <a:ea typeface="Arial"/>
                <a:cs typeface="Arial"/>
              </a:defRPr>
            </a:lvl2pPr>
            <a:lvl3pPr algn="l">
              <a:defRPr sz="1050" b="0">
                <a:solidFill>
                  <a:srgbClr val="627084"/>
                </a:solidFill>
                <a:latin typeface="Arial"/>
                <a:ea typeface="Arial"/>
                <a:cs typeface="Arial"/>
              </a:defRPr>
            </a:lvl3pPr>
            <a:lvl4pPr algn="l">
              <a:defRPr sz="1050" b="0">
                <a:solidFill>
                  <a:srgbClr val="627084"/>
                </a:solidFill>
                <a:latin typeface="Arial"/>
                <a:ea typeface="Arial"/>
                <a:cs typeface="Arial"/>
              </a:defRPr>
            </a:lvl4pPr>
            <a:lvl5pPr algn="l">
              <a:defRPr sz="1050" b="0">
                <a:solidFill>
                  <a:srgbClr val="627084"/>
                </a:solidFill>
                <a:latin typeface="Arial"/>
                <a:ea typeface="Arial"/>
                <a:cs typeface="Arial"/>
              </a:defRPr>
            </a:lvl5pPr>
            <a:lvl6pPr algn="l">
              <a:defRPr sz="1050" b="0">
                <a:solidFill>
                  <a:srgbClr val="627084"/>
                </a:solidFill>
                <a:latin typeface="Arial"/>
                <a:ea typeface="Arial"/>
                <a:cs typeface="Arial"/>
              </a:defRPr>
            </a:lvl6pPr>
            <a:lvl7pPr algn="l">
              <a:defRPr sz="1050" b="0">
                <a:solidFill>
                  <a:srgbClr val="627084"/>
                </a:solidFill>
                <a:latin typeface="Arial"/>
                <a:ea typeface="Arial"/>
                <a:cs typeface="Arial"/>
              </a:defRPr>
            </a:lvl7pPr>
            <a:lvl8pPr algn="l">
              <a:defRPr sz="1050" b="0">
                <a:solidFill>
                  <a:srgbClr val="627084"/>
                </a:solidFill>
                <a:latin typeface="Arial"/>
                <a:ea typeface="Arial"/>
                <a:cs typeface="Arial"/>
              </a:defRPr>
            </a:lvl8pPr>
            <a:lvl9pPr algn="l">
              <a:defRPr sz="1050" b="0">
                <a:solidFill>
                  <a:srgbClr val="627084"/>
                </a:solidFill>
                <a:latin typeface="Arial"/>
                <a:ea typeface="Arial"/>
                <a:cs typeface="Arial"/>
              </a:defRPr>
            </a:lvl9pPr>
          </a:lstStyle>
          <a:p xmlns:a="http://schemas.openxmlformats.org/drawingml/2006/main">
            <a:pPr algn="l">
              <a:defRPr sz="1050" b="0">
                <a:solidFill>
                  <a:srgbClr val="627084"/>
                </a:solidFill>
                <a:latin typeface="Arial"/>
                <a:ea typeface="Arial"/>
                <a:cs typeface="Arial"/>
              </a:defRPr>
            </a:pPr>
            <a:r>
              <a:rPr sz="1050" b="0">
                <a:solidFill>
                  <a:srgbClr val="627084"/>
                </a:solidFill>
                <a:latin typeface="Arial"/>
                <a:ea typeface="Arial"/>
                <a:cs typeface="Arial"/>
              </a:rPr>
              <a:t>CODEX &amp; COFFEE</a:t>
            </a:r>
          </a:p>
        </p:txBody>
      </p:sp>
      <p:sp>
        <p:nvSpPr>
          <p:cNvPr id="3" name="d3-76">
            <a:extLst xmlns:a="http://schemas.openxmlformats.org/drawingml/2006/main">
              <a:ext uri="{FF2B5EF4-FFF2-40B4-BE49-F238E27FC236}">
                <a16:creationId xmlns:a16="http://schemas.microsoft.com/office/drawing/2014/main" id="{F85DC8F3-DF58-479A-B0A6-48B5E06C6F63}"/>
              </a:ext>
            </a:extLst>
          </p:cNvPr>
          <p:cNvSpPr>
            <a:spLocks xmlns:a="http://schemas.openxmlformats.org/drawingml/2006/main" noGrp="1"/>
          </p:cNvSpPr>
          <p:nvPr/>
        </p:nvSpPr>
        <p:spPr>
          <a:xfrm xmlns:a="http://schemas.openxmlformats.org/drawingml/2006/main">
            <a:off x="10001250" y="6534150"/>
            <a:ext cx="1666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050" b="0">
                <a:solidFill>
                  <a:srgbClr val="627084"/>
                </a:solidFill>
                <a:latin typeface="Arial"/>
                <a:ea typeface="Arial"/>
                <a:cs typeface="Arial"/>
              </a:defRPr>
            </a:defPPr>
            <a:lvl1pPr algn="r">
              <a:defRPr sz="1050" b="0">
                <a:solidFill>
                  <a:srgbClr val="627084"/>
                </a:solidFill>
                <a:latin typeface="Arial"/>
                <a:ea typeface="Arial"/>
                <a:cs typeface="Arial"/>
              </a:defRPr>
            </a:lvl1pPr>
            <a:lvl2pPr algn="r">
              <a:defRPr sz="1050" b="0">
                <a:solidFill>
                  <a:srgbClr val="627084"/>
                </a:solidFill>
                <a:latin typeface="Arial"/>
                <a:ea typeface="Arial"/>
                <a:cs typeface="Arial"/>
              </a:defRPr>
            </a:lvl2pPr>
            <a:lvl3pPr algn="r">
              <a:defRPr sz="1050" b="0">
                <a:solidFill>
                  <a:srgbClr val="627084"/>
                </a:solidFill>
                <a:latin typeface="Arial"/>
                <a:ea typeface="Arial"/>
                <a:cs typeface="Arial"/>
              </a:defRPr>
            </a:lvl3pPr>
            <a:lvl4pPr algn="r">
              <a:defRPr sz="1050" b="0">
                <a:solidFill>
                  <a:srgbClr val="627084"/>
                </a:solidFill>
                <a:latin typeface="Arial"/>
                <a:ea typeface="Arial"/>
                <a:cs typeface="Arial"/>
              </a:defRPr>
            </a:lvl4pPr>
            <a:lvl5pPr algn="r">
              <a:defRPr sz="1050" b="0">
                <a:solidFill>
                  <a:srgbClr val="627084"/>
                </a:solidFill>
                <a:latin typeface="Arial"/>
                <a:ea typeface="Arial"/>
                <a:cs typeface="Arial"/>
              </a:defRPr>
            </a:lvl5pPr>
            <a:lvl6pPr algn="r">
              <a:defRPr sz="1050" b="0">
                <a:solidFill>
                  <a:srgbClr val="627084"/>
                </a:solidFill>
                <a:latin typeface="Arial"/>
                <a:ea typeface="Arial"/>
                <a:cs typeface="Arial"/>
              </a:defRPr>
            </a:lvl6pPr>
            <a:lvl7pPr algn="r">
              <a:defRPr sz="1050" b="0">
                <a:solidFill>
                  <a:srgbClr val="627084"/>
                </a:solidFill>
                <a:latin typeface="Arial"/>
                <a:ea typeface="Arial"/>
                <a:cs typeface="Arial"/>
              </a:defRPr>
            </a:lvl7pPr>
            <a:lvl8pPr algn="r">
              <a:defRPr sz="1050" b="0">
                <a:solidFill>
                  <a:srgbClr val="627084"/>
                </a:solidFill>
                <a:latin typeface="Arial"/>
                <a:ea typeface="Arial"/>
                <a:cs typeface="Arial"/>
              </a:defRPr>
            </a:lvl8pPr>
            <a:lvl9pPr algn="r">
              <a:defRPr sz="1050" b="0">
                <a:solidFill>
                  <a:srgbClr val="627084"/>
                </a:solidFill>
                <a:latin typeface="Arial"/>
                <a:ea typeface="Arial"/>
                <a:cs typeface="Arial"/>
              </a:defRPr>
            </a:lvl9pPr>
          </a:lstStyle>
          <a:p xmlns:a="http://schemas.openxmlformats.org/drawingml/2006/main">
            <a:pPr algn="r">
              <a:defRPr sz="1050" b="0">
                <a:solidFill>
                  <a:srgbClr val="627084"/>
                </a:solidFill>
                <a:latin typeface="Arial"/>
                <a:ea typeface="Arial"/>
                <a:cs typeface="Arial"/>
              </a:defRPr>
            </a:pPr>
            <a:r>
              <a:rPr sz="1050" b="0">
                <a:solidFill>
                  <a:srgbClr val="627084"/>
                </a:solidFill>
                <a:latin typeface="Arial"/>
                <a:ea typeface="Arial"/>
                <a:cs typeface="Arial"/>
              </a:rPr>
              <a:t>DAY 3  ·  9</a:t>
            </a:r>
          </a:p>
        </p:txBody>
      </p:sp>
      <p:sp>
        <p:nvSpPr>
          <p:cNvPr id="4" name="d3-77">
            <a:extLst xmlns:a="http://schemas.openxmlformats.org/drawingml/2006/main">
              <a:ext uri="{FF2B5EF4-FFF2-40B4-BE49-F238E27FC236}">
                <a16:creationId xmlns:a16="http://schemas.microsoft.com/office/drawing/2014/main" id="{8A96E14E-F18F-483C-B089-4B3B1934A7C2}"/>
              </a:ext>
            </a:extLst>
          </p:cNvPr>
          <p:cNvSpPr>
            <a:spLocks xmlns:a="http://schemas.openxmlformats.org/drawingml/2006/main" noGrp="1"/>
          </p:cNvSpPr>
          <p:nvPr/>
        </p:nvSpPr>
        <p:spPr>
          <a:xfrm xmlns:a="http://schemas.openxmlformats.org/drawingml/2006/main">
            <a:off x="619125" y="1457325"/>
            <a:ext cx="5334000" cy="3105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00" b="0">
                <a:solidFill>
                  <a:srgbClr val="213044"/>
                </a:solidFill>
                <a:latin typeface="Arial"/>
                <a:ea typeface="Arial"/>
                <a:cs typeface="Arial"/>
              </a:defRPr>
            </a:defPPr>
            <a:lvl1pPr algn="l">
              <a:defRPr sz="2100" b="0">
                <a:solidFill>
                  <a:srgbClr val="213044"/>
                </a:solidFill>
                <a:latin typeface="Arial"/>
                <a:ea typeface="Arial"/>
                <a:cs typeface="Arial"/>
              </a:defRPr>
            </a:lvl1pPr>
            <a:lvl2pPr algn="l">
              <a:defRPr sz="2100" b="0">
                <a:solidFill>
                  <a:srgbClr val="213044"/>
                </a:solidFill>
                <a:latin typeface="Arial"/>
                <a:ea typeface="Arial"/>
                <a:cs typeface="Arial"/>
              </a:defRPr>
            </a:lvl2pPr>
            <a:lvl3pPr algn="l">
              <a:defRPr sz="2100" b="0">
                <a:solidFill>
                  <a:srgbClr val="213044"/>
                </a:solidFill>
                <a:latin typeface="Arial"/>
                <a:ea typeface="Arial"/>
                <a:cs typeface="Arial"/>
              </a:defRPr>
            </a:lvl3pPr>
            <a:lvl4pPr algn="l">
              <a:defRPr sz="2100" b="0">
                <a:solidFill>
                  <a:srgbClr val="213044"/>
                </a:solidFill>
                <a:latin typeface="Arial"/>
                <a:ea typeface="Arial"/>
                <a:cs typeface="Arial"/>
              </a:defRPr>
            </a:lvl4pPr>
            <a:lvl5pPr algn="l">
              <a:defRPr sz="2100" b="0">
                <a:solidFill>
                  <a:srgbClr val="213044"/>
                </a:solidFill>
                <a:latin typeface="Arial"/>
                <a:ea typeface="Arial"/>
                <a:cs typeface="Arial"/>
              </a:defRPr>
            </a:lvl5pPr>
            <a:lvl6pPr algn="l">
              <a:defRPr sz="2100" b="0">
                <a:solidFill>
                  <a:srgbClr val="213044"/>
                </a:solidFill>
                <a:latin typeface="Arial"/>
                <a:ea typeface="Arial"/>
                <a:cs typeface="Arial"/>
              </a:defRPr>
            </a:lvl6pPr>
            <a:lvl7pPr algn="l">
              <a:defRPr sz="2100" b="0">
                <a:solidFill>
                  <a:srgbClr val="213044"/>
                </a:solidFill>
                <a:latin typeface="Arial"/>
                <a:ea typeface="Arial"/>
                <a:cs typeface="Arial"/>
              </a:defRPr>
            </a:lvl7pPr>
            <a:lvl8pPr algn="l">
              <a:defRPr sz="2100" b="0">
                <a:solidFill>
                  <a:srgbClr val="213044"/>
                </a:solidFill>
                <a:latin typeface="Arial"/>
                <a:ea typeface="Arial"/>
                <a:cs typeface="Arial"/>
              </a:defRPr>
            </a:lvl8pPr>
            <a:lvl9pPr algn="l">
              <a:defRPr sz="2100" b="0">
                <a:solidFill>
                  <a:srgbClr val="213044"/>
                </a:solidFill>
                <a:latin typeface="Arial"/>
                <a:ea typeface="Arial"/>
                <a:cs typeface="Arial"/>
              </a:defRPr>
            </a:lvl9pPr>
          </a:lstStyle>
          <a:p xmlns:a="http://schemas.openxmlformats.org/drawingml/2006/main">
            <a:pPr algn="l">
              <a:defRPr sz="2100" b="0">
                <a:solidFill>
                  <a:srgbClr val="213044"/>
                </a:solidFill>
                <a:latin typeface="Arial"/>
                <a:ea typeface="Arial"/>
                <a:cs typeface="Arial"/>
              </a:defRPr>
            </a:pPr>
            <a:r>
              <a:rPr sz="2100" b="0">
                <a:solidFill>
                  <a:srgbClr val="213044"/>
                </a:solidFill>
                <a:latin typeface="Arial"/>
                <a:ea typeface="Arial"/>
                <a:cs typeface="Arial"/>
              </a:rPr>
              <a:t>Read the business brief, behavior contract and tests. Plan one pricing extraction into domain/pricing.js while preserving the app.js entry point. Document allowed files, forbidden changes, checks and rollback. Write focused AGENTS.md guidance. Do not implement the refactor.</a:t>
            </a:r>
          </a:p>
        </p:txBody>
      </p:sp>
      <p:sp>
        <p:nvSpPr>
          <p:cNvPr id="5" name="d3-78">
            <a:extLst xmlns:a="http://schemas.openxmlformats.org/drawingml/2006/main">
              <a:ext uri="{FF2B5EF4-FFF2-40B4-BE49-F238E27FC236}">
                <a16:creationId xmlns:a16="http://schemas.microsoft.com/office/drawing/2014/main" id="{1A689E21-8FD9-456F-A52C-CB6D01CE3DDE}"/>
              </a:ext>
            </a:extLst>
          </p:cNvPr>
          <p:cNvSpPr>
            <a:spLocks xmlns:a="http://schemas.openxmlformats.org/drawingml/2006/main" noGrp="1"/>
          </p:cNvSpPr>
          <p:nvPr/>
        </p:nvSpPr>
        <p:spPr>
          <a:xfrm xmlns:a="http://schemas.openxmlformats.org/drawingml/2006/main">
            <a:off x="6667500" y="1704975"/>
            <a:ext cx="4667250" cy="1238250"/>
          </a:xfrm>
          <a:prstGeom xmlns:a="http://schemas.openxmlformats.org/drawingml/2006/main" prst="roundRect">
            <a:avLst>
              <a:gd name="adj" fmla="val 6154"/>
            </a:avLst>
          </a:prstGeom>
          <a:solidFill xmlns:a="http://schemas.openxmlformats.org/drawingml/2006/main">
            <a:srgbClr val="EAF3FC"/>
          </a:solidFill>
          <a:ln xmlns:a="http://schemas.openxmlformats.org/drawingml/2006/main" w="14288">
            <a:solidFill>
              <a:srgbClr val="3D709F"/>
            </a:solidFill>
          </a:ln>
        </p:spPr>
      </p:sp>
      <p:sp>
        <p:nvSpPr>
          <p:cNvPr id="6" name="d3-79">
            <a:extLst xmlns:a="http://schemas.openxmlformats.org/drawingml/2006/main">
              <a:ext uri="{FF2B5EF4-FFF2-40B4-BE49-F238E27FC236}">
                <a16:creationId xmlns:a16="http://schemas.microsoft.com/office/drawing/2014/main" id="{0EEA6D99-5E3F-4C61-8505-5457D816968F}"/>
              </a:ext>
            </a:extLst>
          </p:cNvPr>
          <p:cNvSpPr>
            <a:spLocks xmlns:a="http://schemas.openxmlformats.org/drawingml/2006/main" noGrp="1"/>
          </p:cNvSpPr>
          <p:nvPr/>
        </p:nvSpPr>
        <p:spPr>
          <a:xfrm xmlns:a="http://schemas.openxmlformats.org/drawingml/2006/main">
            <a:off x="6905625" y="1828800"/>
            <a:ext cx="41910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025" b="1">
                <a:solidFill>
                  <a:srgbClr val="3D709F"/>
                </a:solidFill>
                <a:latin typeface="Arial"/>
                <a:ea typeface="Arial"/>
                <a:cs typeface="Arial"/>
              </a:defRPr>
            </a:defPPr>
            <a:lvl1pPr algn="ctr">
              <a:defRPr sz="2025" b="1">
                <a:solidFill>
                  <a:srgbClr val="3D709F"/>
                </a:solidFill>
                <a:latin typeface="Arial"/>
                <a:ea typeface="Arial"/>
                <a:cs typeface="Arial"/>
              </a:defRPr>
            </a:lvl1pPr>
            <a:lvl2pPr algn="ctr">
              <a:defRPr sz="2025" b="1">
                <a:solidFill>
                  <a:srgbClr val="3D709F"/>
                </a:solidFill>
                <a:latin typeface="Arial"/>
                <a:ea typeface="Arial"/>
                <a:cs typeface="Arial"/>
              </a:defRPr>
            </a:lvl2pPr>
            <a:lvl3pPr algn="ctr">
              <a:defRPr sz="2025" b="1">
                <a:solidFill>
                  <a:srgbClr val="3D709F"/>
                </a:solidFill>
                <a:latin typeface="Arial"/>
                <a:ea typeface="Arial"/>
                <a:cs typeface="Arial"/>
              </a:defRPr>
            </a:lvl3pPr>
            <a:lvl4pPr algn="ctr">
              <a:defRPr sz="2025" b="1">
                <a:solidFill>
                  <a:srgbClr val="3D709F"/>
                </a:solidFill>
                <a:latin typeface="Arial"/>
                <a:ea typeface="Arial"/>
                <a:cs typeface="Arial"/>
              </a:defRPr>
            </a:lvl4pPr>
            <a:lvl5pPr algn="ctr">
              <a:defRPr sz="2025" b="1">
                <a:solidFill>
                  <a:srgbClr val="3D709F"/>
                </a:solidFill>
                <a:latin typeface="Arial"/>
                <a:ea typeface="Arial"/>
                <a:cs typeface="Arial"/>
              </a:defRPr>
            </a:lvl5pPr>
            <a:lvl6pPr algn="ctr">
              <a:defRPr sz="2025" b="1">
                <a:solidFill>
                  <a:srgbClr val="3D709F"/>
                </a:solidFill>
                <a:latin typeface="Arial"/>
                <a:ea typeface="Arial"/>
                <a:cs typeface="Arial"/>
              </a:defRPr>
            </a:lvl6pPr>
            <a:lvl7pPr algn="ctr">
              <a:defRPr sz="2025" b="1">
                <a:solidFill>
                  <a:srgbClr val="3D709F"/>
                </a:solidFill>
                <a:latin typeface="Arial"/>
                <a:ea typeface="Arial"/>
                <a:cs typeface="Arial"/>
              </a:defRPr>
            </a:lvl7pPr>
            <a:lvl8pPr algn="ctr">
              <a:defRPr sz="2025" b="1">
                <a:solidFill>
                  <a:srgbClr val="3D709F"/>
                </a:solidFill>
                <a:latin typeface="Arial"/>
                <a:ea typeface="Arial"/>
                <a:cs typeface="Arial"/>
              </a:defRPr>
            </a:lvl8pPr>
            <a:lvl9pPr algn="ctr">
              <a:defRPr sz="2025" b="1">
                <a:solidFill>
                  <a:srgbClr val="3D709F"/>
                </a:solidFill>
                <a:latin typeface="Arial"/>
                <a:ea typeface="Arial"/>
                <a:cs typeface="Arial"/>
              </a:defRPr>
            </a:lvl9pPr>
          </a:lstStyle>
          <a:p xmlns:a="http://schemas.openxmlformats.org/drawingml/2006/main">
            <a:pPr algn="ctr">
              <a:defRPr sz="2025" b="1">
                <a:solidFill>
                  <a:srgbClr val="3D709F"/>
                </a:solidFill>
                <a:latin typeface="Arial"/>
                <a:ea typeface="Arial"/>
                <a:cs typeface="Arial"/>
              </a:defRPr>
            </a:pPr>
            <a:r>
              <a:rPr sz="2025" b="1">
                <a:solidFill>
                  <a:srgbClr val="3D709F"/>
                </a:solidFill>
                <a:latin typeface="Arial"/>
                <a:ea typeface="Arial"/>
                <a:cs typeface="Arial"/>
              </a:rPr>
              <a:t>app.js</a:t>
            </a:r>
          </a:p>
          <a:p xmlns:a="http://schemas.openxmlformats.org/drawingml/2006/main">
            <a:pPr algn="ctr">
              <a:defRPr sz="2025" b="1">
                <a:solidFill>
                  <a:srgbClr val="3D709F"/>
                </a:solidFill>
                <a:latin typeface="Arial"/>
                <a:ea typeface="Arial"/>
                <a:cs typeface="Arial"/>
              </a:defRPr>
            </a:pPr>
            <a:r>
              <a:rPr sz="2025" b="1">
                <a:solidFill>
                  <a:srgbClr val="3D709F"/>
                </a:solidFill>
                <a:latin typeface="Arial"/>
                <a:ea typeface="Arial"/>
                <a:cs typeface="Arial"/>
              </a:rPr>
              <a:t>UI · storage · export · facade</a:t>
            </a:r>
          </a:p>
        </p:txBody>
      </p:sp>
      <p:sp>
        <p:nvSpPr>
          <p:cNvPr id="7" name="d3-80">
            <a:extLst xmlns:a="http://schemas.openxmlformats.org/drawingml/2006/main">
              <a:ext uri="{FF2B5EF4-FFF2-40B4-BE49-F238E27FC236}">
                <a16:creationId xmlns:a16="http://schemas.microsoft.com/office/drawing/2014/main" id="{00FD4587-4904-4435-A353-A8219537D794}"/>
              </a:ext>
            </a:extLst>
          </p:cNvPr>
          <p:cNvSpPr>
            <a:spLocks xmlns:a="http://schemas.openxmlformats.org/drawingml/2006/main" noGrp="1"/>
          </p:cNvSpPr>
          <p:nvPr/>
        </p:nvSpPr>
        <p:spPr>
          <a:xfrm xmlns:a="http://schemas.openxmlformats.org/drawingml/2006/main">
            <a:off x="6667500" y="4010025"/>
            <a:ext cx="4667250" cy="1238250"/>
          </a:xfrm>
          <a:prstGeom xmlns:a="http://schemas.openxmlformats.org/drawingml/2006/main" prst="roundRect">
            <a:avLst>
              <a:gd name="adj" fmla="val 6154"/>
            </a:avLst>
          </a:prstGeom>
          <a:solidFill xmlns:a="http://schemas.openxmlformats.org/drawingml/2006/main">
            <a:srgbClr val="E5F4EF"/>
          </a:solidFill>
          <a:ln xmlns:a="http://schemas.openxmlformats.org/drawingml/2006/main" w="14288">
            <a:solidFill>
              <a:srgbClr val="327D6B"/>
            </a:solidFill>
          </a:ln>
        </p:spPr>
      </p:sp>
      <p:sp>
        <p:nvSpPr>
          <p:cNvPr id="8" name="d3-81">
            <a:extLst xmlns:a="http://schemas.openxmlformats.org/drawingml/2006/main">
              <a:ext uri="{FF2B5EF4-FFF2-40B4-BE49-F238E27FC236}">
                <a16:creationId xmlns:a16="http://schemas.microsoft.com/office/drawing/2014/main" id="{5C3E9545-8300-4C23-AA20-3ECA09EEB29F}"/>
              </a:ext>
            </a:extLst>
          </p:cNvPr>
          <p:cNvSpPr>
            <a:spLocks xmlns:a="http://schemas.openxmlformats.org/drawingml/2006/main" noGrp="1"/>
          </p:cNvSpPr>
          <p:nvPr/>
        </p:nvSpPr>
        <p:spPr>
          <a:xfrm xmlns:a="http://schemas.openxmlformats.org/drawingml/2006/main">
            <a:off x="6905625" y="4133850"/>
            <a:ext cx="41910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025" b="1">
                <a:solidFill>
                  <a:srgbClr val="327D6B"/>
                </a:solidFill>
                <a:latin typeface="Arial"/>
                <a:ea typeface="Arial"/>
                <a:cs typeface="Arial"/>
              </a:defRPr>
            </a:defPPr>
            <a:lvl1pPr algn="ctr">
              <a:defRPr sz="2025" b="1">
                <a:solidFill>
                  <a:srgbClr val="327D6B"/>
                </a:solidFill>
                <a:latin typeface="Arial"/>
                <a:ea typeface="Arial"/>
                <a:cs typeface="Arial"/>
              </a:defRPr>
            </a:lvl1pPr>
            <a:lvl2pPr algn="ctr">
              <a:defRPr sz="2025" b="1">
                <a:solidFill>
                  <a:srgbClr val="327D6B"/>
                </a:solidFill>
                <a:latin typeface="Arial"/>
                <a:ea typeface="Arial"/>
                <a:cs typeface="Arial"/>
              </a:defRPr>
            </a:lvl2pPr>
            <a:lvl3pPr algn="ctr">
              <a:defRPr sz="2025" b="1">
                <a:solidFill>
                  <a:srgbClr val="327D6B"/>
                </a:solidFill>
                <a:latin typeface="Arial"/>
                <a:ea typeface="Arial"/>
                <a:cs typeface="Arial"/>
              </a:defRPr>
            </a:lvl3pPr>
            <a:lvl4pPr algn="ctr">
              <a:defRPr sz="2025" b="1">
                <a:solidFill>
                  <a:srgbClr val="327D6B"/>
                </a:solidFill>
                <a:latin typeface="Arial"/>
                <a:ea typeface="Arial"/>
                <a:cs typeface="Arial"/>
              </a:defRPr>
            </a:lvl4pPr>
            <a:lvl5pPr algn="ctr">
              <a:defRPr sz="2025" b="1">
                <a:solidFill>
                  <a:srgbClr val="327D6B"/>
                </a:solidFill>
                <a:latin typeface="Arial"/>
                <a:ea typeface="Arial"/>
                <a:cs typeface="Arial"/>
              </a:defRPr>
            </a:lvl5pPr>
            <a:lvl6pPr algn="ctr">
              <a:defRPr sz="2025" b="1">
                <a:solidFill>
                  <a:srgbClr val="327D6B"/>
                </a:solidFill>
                <a:latin typeface="Arial"/>
                <a:ea typeface="Arial"/>
                <a:cs typeface="Arial"/>
              </a:defRPr>
            </a:lvl6pPr>
            <a:lvl7pPr algn="ctr">
              <a:defRPr sz="2025" b="1">
                <a:solidFill>
                  <a:srgbClr val="327D6B"/>
                </a:solidFill>
                <a:latin typeface="Arial"/>
                <a:ea typeface="Arial"/>
                <a:cs typeface="Arial"/>
              </a:defRPr>
            </a:lvl7pPr>
            <a:lvl8pPr algn="ctr">
              <a:defRPr sz="2025" b="1">
                <a:solidFill>
                  <a:srgbClr val="327D6B"/>
                </a:solidFill>
                <a:latin typeface="Arial"/>
                <a:ea typeface="Arial"/>
                <a:cs typeface="Arial"/>
              </a:defRPr>
            </a:lvl8pPr>
            <a:lvl9pPr algn="ctr">
              <a:defRPr sz="2025" b="1">
                <a:solidFill>
                  <a:srgbClr val="327D6B"/>
                </a:solidFill>
                <a:latin typeface="Arial"/>
                <a:ea typeface="Arial"/>
                <a:cs typeface="Arial"/>
              </a:defRPr>
            </a:lvl9pPr>
          </a:lstStyle>
          <a:p xmlns:a="http://schemas.openxmlformats.org/drawingml/2006/main">
            <a:pPr algn="ctr">
              <a:defRPr sz="2025" b="1">
                <a:solidFill>
                  <a:srgbClr val="327D6B"/>
                </a:solidFill>
                <a:latin typeface="Arial"/>
                <a:ea typeface="Arial"/>
                <a:cs typeface="Arial"/>
              </a:defRPr>
            </a:pPr>
            <a:r>
              <a:rPr sz="2025" b="1">
                <a:solidFill>
                  <a:srgbClr val="327D6B"/>
                </a:solidFill>
                <a:latin typeface="Arial"/>
                <a:ea typeface="Arial"/>
                <a:cs typeface="Arial"/>
              </a:rPr>
              <a:t>domain/pricing.js</a:t>
            </a:r>
          </a:p>
          <a:p xmlns:a="http://schemas.openxmlformats.org/drawingml/2006/main">
            <a:pPr algn="ctr">
              <a:defRPr sz="2025" b="1">
                <a:solidFill>
                  <a:srgbClr val="327D6B"/>
                </a:solidFill>
                <a:latin typeface="Arial"/>
                <a:ea typeface="Arial"/>
                <a:cs typeface="Arial"/>
              </a:defRPr>
            </a:pPr>
            <a:r>
              <a:rPr sz="2025" b="1">
                <a:solidFill>
                  <a:srgbClr val="327D6B"/>
                </a:solidFill>
                <a:latin typeface="Arial"/>
                <a:ea typeface="Arial"/>
                <a:cs typeface="Arial"/>
              </a:rPr>
              <a:t>Pure functions · no browser</a:t>
            </a:r>
          </a:p>
        </p:txBody>
      </p:sp>
      <p:sp>
        <p:nvSpPr>
          <p:cNvPr id="10" name="d3-82">
            <a:extLst xmlns:a="http://schemas.openxmlformats.org/drawingml/2006/main">
              <a:ext uri="{FF2B5EF4-FFF2-40B4-BE49-F238E27FC236}">
                <a16:creationId xmlns:a16="http://schemas.microsoft.com/office/drawing/2014/main" id="{784A9677-2AC3-4B8A-B967-FC367A73FF7C}"/>
              </a:ext>
            </a:extLst>
          </p:cNvPr>
          <p:cNvSpPr>
            <a:spLocks xmlns:a="http://schemas.openxmlformats.org/drawingml/2006/main" noGrp="1"/>
          </p:cNvSpPr>
          <p:nvPr/>
        </p:nvSpPr>
        <p:spPr>
          <a:xfrm xmlns:a="http://schemas.openxmlformats.org/drawingml/2006/main">
            <a:off x="619125" y="5629275"/>
            <a:ext cx="10906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325" b="1">
                <a:solidFill>
                  <a:srgbClr val="203B69"/>
                </a:solidFill>
                <a:latin typeface="Arial"/>
                <a:ea typeface="Arial"/>
                <a:cs typeface="Arial"/>
              </a:defRPr>
            </a:defPPr>
            <a:lvl1pPr algn="l">
              <a:defRPr sz="2325" b="1">
                <a:solidFill>
                  <a:srgbClr val="203B69"/>
                </a:solidFill>
                <a:latin typeface="Arial"/>
                <a:ea typeface="Arial"/>
                <a:cs typeface="Arial"/>
              </a:defRPr>
            </a:lvl1pPr>
            <a:lvl2pPr algn="l">
              <a:defRPr sz="2325" b="1">
                <a:solidFill>
                  <a:srgbClr val="203B69"/>
                </a:solidFill>
                <a:latin typeface="Arial"/>
                <a:ea typeface="Arial"/>
                <a:cs typeface="Arial"/>
              </a:defRPr>
            </a:lvl2pPr>
            <a:lvl3pPr algn="l">
              <a:defRPr sz="2325" b="1">
                <a:solidFill>
                  <a:srgbClr val="203B69"/>
                </a:solidFill>
                <a:latin typeface="Arial"/>
                <a:ea typeface="Arial"/>
                <a:cs typeface="Arial"/>
              </a:defRPr>
            </a:lvl3pPr>
            <a:lvl4pPr algn="l">
              <a:defRPr sz="2325" b="1">
                <a:solidFill>
                  <a:srgbClr val="203B69"/>
                </a:solidFill>
                <a:latin typeface="Arial"/>
                <a:ea typeface="Arial"/>
                <a:cs typeface="Arial"/>
              </a:defRPr>
            </a:lvl4pPr>
            <a:lvl5pPr algn="l">
              <a:defRPr sz="2325" b="1">
                <a:solidFill>
                  <a:srgbClr val="203B69"/>
                </a:solidFill>
                <a:latin typeface="Arial"/>
                <a:ea typeface="Arial"/>
                <a:cs typeface="Arial"/>
              </a:defRPr>
            </a:lvl5pPr>
            <a:lvl6pPr algn="l">
              <a:defRPr sz="2325" b="1">
                <a:solidFill>
                  <a:srgbClr val="203B69"/>
                </a:solidFill>
                <a:latin typeface="Arial"/>
                <a:ea typeface="Arial"/>
                <a:cs typeface="Arial"/>
              </a:defRPr>
            </a:lvl6pPr>
            <a:lvl7pPr algn="l">
              <a:defRPr sz="2325" b="1">
                <a:solidFill>
                  <a:srgbClr val="203B69"/>
                </a:solidFill>
                <a:latin typeface="Arial"/>
                <a:ea typeface="Arial"/>
                <a:cs typeface="Arial"/>
              </a:defRPr>
            </a:lvl7pPr>
            <a:lvl8pPr algn="l">
              <a:defRPr sz="2325" b="1">
                <a:solidFill>
                  <a:srgbClr val="203B69"/>
                </a:solidFill>
                <a:latin typeface="Arial"/>
                <a:ea typeface="Arial"/>
                <a:cs typeface="Arial"/>
              </a:defRPr>
            </a:lvl8pPr>
            <a:lvl9pPr algn="l">
              <a:defRPr sz="2325" b="1">
                <a:solidFill>
                  <a:srgbClr val="203B69"/>
                </a:solidFill>
                <a:latin typeface="Arial"/>
                <a:ea typeface="Arial"/>
                <a:cs typeface="Arial"/>
              </a:defRPr>
            </a:lvl9pPr>
          </a:lstStyle>
          <a:p xmlns:a="http://schemas.openxmlformats.org/drawingml/2006/main">
            <a:pPr algn="l">
              <a:defRPr sz="2325" b="1">
                <a:solidFill>
                  <a:srgbClr val="203B69"/>
                </a:solidFill>
                <a:latin typeface="Arial"/>
                <a:ea typeface="Arial"/>
                <a:cs typeface="Arial"/>
              </a:defRPr>
            </a:pPr>
            <a:r>
              <a:rPr sz="2325" b="1">
                <a:solidFill>
                  <a:srgbClr val="203B69"/>
                </a:solidFill>
                <a:latin typeface="Arial"/>
                <a:ea typeface="Arial"/>
                <a:cs typeface="Arial"/>
              </a:rPr>
              <a:t>Same callers, smaller pricing boundary</a:t>
            </a:r>
          </a:p>
        </p:txBody>
      </p:sp>
    </p:spTree>
    <p:extLst>
      <p:ext uri="{BB962C8B-B14F-4D97-AF65-F5344CB8AC3E}">
        <p14:creationId xmlns:p14="http://schemas.microsoft.com/office/powerpoint/2010/main" val="42142738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d3-83">
            <a:extLst xmlns:a="http://schemas.openxmlformats.org/drawingml/2006/main">
              <a:ext uri="{FF2B5EF4-FFF2-40B4-BE49-F238E27FC236}">
                <a16:creationId xmlns:a16="http://schemas.microsoft.com/office/drawing/2014/main" id="{EA9AA7FF-9D50-4B3B-93A8-C038F2C19F97}"/>
              </a:ext>
            </a:extLst>
          </p:cNvPr>
          <p:cNvSpPr>
            <a:spLocks xmlns:a="http://schemas.openxmlformats.org/drawingml/2006/main" noGrp="1"/>
          </p:cNvSpPr>
          <p:nvPr/>
        </p:nvSpPr>
        <p:spPr>
          <a:xfrm xmlns:a="http://schemas.openxmlformats.org/drawingml/2006/main">
            <a:off x="523875" y="295275"/>
            <a:ext cx="11144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225" b="1">
                <a:solidFill>
                  <a:srgbClr val="213044"/>
                </a:solidFill>
                <a:latin typeface="Arial"/>
                <a:ea typeface="Arial"/>
                <a:cs typeface="Arial"/>
              </a:defRPr>
            </a:defPPr>
            <a:lvl1pPr algn="ctr">
              <a:defRPr sz="3225" b="1">
                <a:solidFill>
                  <a:srgbClr val="213044"/>
                </a:solidFill>
                <a:latin typeface="Arial"/>
                <a:ea typeface="Arial"/>
                <a:cs typeface="Arial"/>
              </a:defRPr>
            </a:lvl1pPr>
            <a:lvl2pPr algn="ctr">
              <a:defRPr sz="3225" b="1">
                <a:solidFill>
                  <a:srgbClr val="213044"/>
                </a:solidFill>
                <a:latin typeface="Arial"/>
                <a:ea typeface="Arial"/>
                <a:cs typeface="Arial"/>
              </a:defRPr>
            </a:lvl2pPr>
            <a:lvl3pPr algn="ctr">
              <a:defRPr sz="3225" b="1">
                <a:solidFill>
                  <a:srgbClr val="213044"/>
                </a:solidFill>
                <a:latin typeface="Arial"/>
                <a:ea typeface="Arial"/>
                <a:cs typeface="Arial"/>
              </a:defRPr>
            </a:lvl3pPr>
            <a:lvl4pPr algn="ctr">
              <a:defRPr sz="3225" b="1">
                <a:solidFill>
                  <a:srgbClr val="213044"/>
                </a:solidFill>
                <a:latin typeface="Arial"/>
                <a:ea typeface="Arial"/>
                <a:cs typeface="Arial"/>
              </a:defRPr>
            </a:lvl4pPr>
            <a:lvl5pPr algn="ctr">
              <a:defRPr sz="3225" b="1">
                <a:solidFill>
                  <a:srgbClr val="213044"/>
                </a:solidFill>
                <a:latin typeface="Arial"/>
                <a:ea typeface="Arial"/>
                <a:cs typeface="Arial"/>
              </a:defRPr>
            </a:lvl5pPr>
            <a:lvl6pPr algn="ctr">
              <a:defRPr sz="3225" b="1">
                <a:solidFill>
                  <a:srgbClr val="213044"/>
                </a:solidFill>
                <a:latin typeface="Arial"/>
                <a:ea typeface="Arial"/>
                <a:cs typeface="Arial"/>
              </a:defRPr>
            </a:lvl6pPr>
            <a:lvl7pPr algn="ctr">
              <a:defRPr sz="3225" b="1">
                <a:solidFill>
                  <a:srgbClr val="213044"/>
                </a:solidFill>
                <a:latin typeface="Arial"/>
                <a:ea typeface="Arial"/>
                <a:cs typeface="Arial"/>
              </a:defRPr>
            </a:lvl7pPr>
            <a:lvl8pPr algn="ctr">
              <a:defRPr sz="3225" b="1">
                <a:solidFill>
                  <a:srgbClr val="213044"/>
                </a:solidFill>
                <a:latin typeface="Arial"/>
                <a:ea typeface="Arial"/>
                <a:cs typeface="Arial"/>
              </a:defRPr>
            </a:lvl8pPr>
            <a:lvl9pPr algn="ctr">
              <a:defRPr sz="3225" b="1">
                <a:solidFill>
                  <a:srgbClr val="213044"/>
                </a:solidFill>
                <a:latin typeface="Arial"/>
                <a:ea typeface="Arial"/>
                <a:cs typeface="Arial"/>
              </a:defRPr>
            </a:lvl9pPr>
          </a:lstStyle>
          <a:p xmlns:a="http://schemas.openxmlformats.org/drawingml/2006/main">
            <a:pPr algn="ctr">
              <a:defRPr sz="3225" b="1">
                <a:solidFill>
                  <a:srgbClr val="213044"/>
                </a:solidFill>
                <a:latin typeface="Arial"/>
                <a:ea typeface="Arial"/>
                <a:cs typeface="Arial"/>
              </a:defRPr>
            </a:pPr>
            <a:r>
              <a:rPr sz="3225" b="1">
                <a:solidFill>
                  <a:srgbClr val="213044"/>
                </a:solidFill>
                <a:latin typeface="Arial"/>
                <a:ea typeface="Arial"/>
                <a:cs typeface="Arial"/>
              </a:rPr>
              <a:t>Project guidance that limits the change</a:t>
            </a:r>
          </a:p>
        </p:txBody>
      </p:sp>
      <p:sp>
        <p:nvSpPr>
          <p:cNvPr id="2" name="d3-84">
            <a:extLst xmlns:a="http://schemas.openxmlformats.org/drawingml/2006/main">
              <a:ext uri="{FF2B5EF4-FFF2-40B4-BE49-F238E27FC236}">
                <a16:creationId xmlns:a16="http://schemas.microsoft.com/office/drawing/2014/main" id="{89DC204C-8A26-4A72-9554-0A3D05372C79}"/>
              </a:ext>
            </a:extLst>
          </p:cNvPr>
          <p:cNvSpPr>
            <a:spLocks xmlns:a="http://schemas.openxmlformats.org/drawingml/2006/main" noGrp="1"/>
          </p:cNvSpPr>
          <p:nvPr/>
        </p:nvSpPr>
        <p:spPr>
          <a:xfrm xmlns:a="http://schemas.openxmlformats.org/drawingml/2006/main">
            <a:off x="523875" y="65341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050" b="0">
                <a:solidFill>
                  <a:srgbClr val="627084"/>
                </a:solidFill>
                <a:latin typeface="Arial"/>
                <a:ea typeface="Arial"/>
                <a:cs typeface="Arial"/>
              </a:defRPr>
            </a:defPPr>
            <a:lvl1pPr algn="l">
              <a:defRPr sz="1050" b="0">
                <a:solidFill>
                  <a:srgbClr val="627084"/>
                </a:solidFill>
                <a:latin typeface="Arial"/>
                <a:ea typeface="Arial"/>
                <a:cs typeface="Arial"/>
              </a:defRPr>
            </a:lvl1pPr>
            <a:lvl2pPr algn="l">
              <a:defRPr sz="1050" b="0">
                <a:solidFill>
                  <a:srgbClr val="627084"/>
                </a:solidFill>
                <a:latin typeface="Arial"/>
                <a:ea typeface="Arial"/>
                <a:cs typeface="Arial"/>
              </a:defRPr>
            </a:lvl2pPr>
            <a:lvl3pPr algn="l">
              <a:defRPr sz="1050" b="0">
                <a:solidFill>
                  <a:srgbClr val="627084"/>
                </a:solidFill>
                <a:latin typeface="Arial"/>
                <a:ea typeface="Arial"/>
                <a:cs typeface="Arial"/>
              </a:defRPr>
            </a:lvl3pPr>
            <a:lvl4pPr algn="l">
              <a:defRPr sz="1050" b="0">
                <a:solidFill>
                  <a:srgbClr val="627084"/>
                </a:solidFill>
                <a:latin typeface="Arial"/>
                <a:ea typeface="Arial"/>
                <a:cs typeface="Arial"/>
              </a:defRPr>
            </a:lvl4pPr>
            <a:lvl5pPr algn="l">
              <a:defRPr sz="1050" b="0">
                <a:solidFill>
                  <a:srgbClr val="627084"/>
                </a:solidFill>
                <a:latin typeface="Arial"/>
                <a:ea typeface="Arial"/>
                <a:cs typeface="Arial"/>
              </a:defRPr>
            </a:lvl5pPr>
            <a:lvl6pPr algn="l">
              <a:defRPr sz="1050" b="0">
                <a:solidFill>
                  <a:srgbClr val="627084"/>
                </a:solidFill>
                <a:latin typeface="Arial"/>
                <a:ea typeface="Arial"/>
                <a:cs typeface="Arial"/>
              </a:defRPr>
            </a:lvl6pPr>
            <a:lvl7pPr algn="l">
              <a:defRPr sz="1050" b="0">
                <a:solidFill>
                  <a:srgbClr val="627084"/>
                </a:solidFill>
                <a:latin typeface="Arial"/>
                <a:ea typeface="Arial"/>
                <a:cs typeface="Arial"/>
              </a:defRPr>
            </a:lvl7pPr>
            <a:lvl8pPr algn="l">
              <a:defRPr sz="1050" b="0">
                <a:solidFill>
                  <a:srgbClr val="627084"/>
                </a:solidFill>
                <a:latin typeface="Arial"/>
                <a:ea typeface="Arial"/>
                <a:cs typeface="Arial"/>
              </a:defRPr>
            </a:lvl8pPr>
            <a:lvl9pPr algn="l">
              <a:defRPr sz="1050" b="0">
                <a:solidFill>
                  <a:srgbClr val="627084"/>
                </a:solidFill>
                <a:latin typeface="Arial"/>
                <a:ea typeface="Arial"/>
                <a:cs typeface="Arial"/>
              </a:defRPr>
            </a:lvl9pPr>
          </a:lstStyle>
          <a:p xmlns:a="http://schemas.openxmlformats.org/drawingml/2006/main">
            <a:pPr algn="l">
              <a:defRPr sz="1050" b="0">
                <a:solidFill>
                  <a:srgbClr val="627084"/>
                </a:solidFill>
                <a:latin typeface="Arial"/>
                <a:ea typeface="Arial"/>
                <a:cs typeface="Arial"/>
              </a:defRPr>
            </a:pPr>
            <a:r>
              <a:rPr sz="1050" b="0">
                <a:solidFill>
                  <a:srgbClr val="627084"/>
                </a:solidFill>
                <a:latin typeface="Arial"/>
                <a:ea typeface="Arial"/>
                <a:cs typeface="Arial"/>
              </a:rPr>
              <a:t>CODEX &amp; COFFEE</a:t>
            </a:r>
          </a:p>
        </p:txBody>
      </p:sp>
      <p:sp>
        <p:nvSpPr>
          <p:cNvPr id="3" name="d3-85">
            <a:extLst xmlns:a="http://schemas.openxmlformats.org/drawingml/2006/main">
              <a:ext uri="{FF2B5EF4-FFF2-40B4-BE49-F238E27FC236}">
                <a16:creationId xmlns:a16="http://schemas.microsoft.com/office/drawing/2014/main" id="{031EE155-8BCD-4741-8F30-B75DD0ECB683}"/>
              </a:ext>
            </a:extLst>
          </p:cNvPr>
          <p:cNvSpPr>
            <a:spLocks xmlns:a="http://schemas.openxmlformats.org/drawingml/2006/main" noGrp="1"/>
          </p:cNvSpPr>
          <p:nvPr/>
        </p:nvSpPr>
        <p:spPr>
          <a:xfrm xmlns:a="http://schemas.openxmlformats.org/drawingml/2006/main">
            <a:off x="10001250" y="6534150"/>
            <a:ext cx="1666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050" b="0">
                <a:solidFill>
                  <a:srgbClr val="627084"/>
                </a:solidFill>
                <a:latin typeface="Arial"/>
                <a:ea typeface="Arial"/>
                <a:cs typeface="Arial"/>
              </a:defRPr>
            </a:defPPr>
            <a:lvl1pPr algn="r">
              <a:defRPr sz="1050" b="0">
                <a:solidFill>
                  <a:srgbClr val="627084"/>
                </a:solidFill>
                <a:latin typeface="Arial"/>
                <a:ea typeface="Arial"/>
                <a:cs typeface="Arial"/>
              </a:defRPr>
            </a:lvl1pPr>
            <a:lvl2pPr algn="r">
              <a:defRPr sz="1050" b="0">
                <a:solidFill>
                  <a:srgbClr val="627084"/>
                </a:solidFill>
                <a:latin typeface="Arial"/>
                <a:ea typeface="Arial"/>
                <a:cs typeface="Arial"/>
              </a:defRPr>
            </a:lvl2pPr>
            <a:lvl3pPr algn="r">
              <a:defRPr sz="1050" b="0">
                <a:solidFill>
                  <a:srgbClr val="627084"/>
                </a:solidFill>
                <a:latin typeface="Arial"/>
                <a:ea typeface="Arial"/>
                <a:cs typeface="Arial"/>
              </a:defRPr>
            </a:lvl3pPr>
            <a:lvl4pPr algn="r">
              <a:defRPr sz="1050" b="0">
                <a:solidFill>
                  <a:srgbClr val="627084"/>
                </a:solidFill>
                <a:latin typeface="Arial"/>
                <a:ea typeface="Arial"/>
                <a:cs typeface="Arial"/>
              </a:defRPr>
            </a:lvl4pPr>
            <a:lvl5pPr algn="r">
              <a:defRPr sz="1050" b="0">
                <a:solidFill>
                  <a:srgbClr val="627084"/>
                </a:solidFill>
                <a:latin typeface="Arial"/>
                <a:ea typeface="Arial"/>
                <a:cs typeface="Arial"/>
              </a:defRPr>
            </a:lvl5pPr>
            <a:lvl6pPr algn="r">
              <a:defRPr sz="1050" b="0">
                <a:solidFill>
                  <a:srgbClr val="627084"/>
                </a:solidFill>
                <a:latin typeface="Arial"/>
                <a:ea typeface="Arial"/>
                <a:cs typeface="Arial"/>
              </a:defRPr>
            </a:lvl6pPr>
            <a:lvl7pPr algn="r">
              <a:defRPr sz="1050" b="0">
                <a:solidFill>
                  <a:srgbClr val="627084"/>
                </a:solidFill>
                <a:latin typeface="Arial"/>
                <a:ea typeface="Arial"/>
                <a:cs typeface="Arial"/>
              </a:defRPr>
            </a:lvl7pPr>
            <a:lvl8pPr algn="r">
              <a:defRPr sz="1050" b="0">
                <a:solidFill>
                  <a:srgbClr val="627084"/>
                </a:solidFill>
                <a:latin typeface="Arial"/>
                <a:ea typeface="Arial"/>
                <a:cs typeface="Arial"/>
              </a:defRPr>
            </a:lvl8pPr>
            <a:lvl9pPr algn="r">
              <a:defRPr sz="1050" b="0">
                <a:solidFill>
                  <a:srgbClr val="627084"/>
                </a:solidFill>
                <a:latin typeface="Arial"/>
                <a:ea typeface="Arial"/>
                <a:cs typeface="Arial"/>
              </a:defRPr>
            </a:lvl9pPr>
          </a:lstStyle>
          <a:p xmlns:a="http://schemas.openxmlformats.org/drawingml/2006/main">
            <a:pPr algn="r">
              <a:defRPr sz="1050" b="0">
                <a:solidFill>
                  <a:srgbClr val="627084"/>
                </a:solidFill>
                <a:latin typeface="Arial"/>
                <a:ea typeface="Arial"/>
                <a:cs typeface="Arial"/>
              </a:defRPr>
            </a:pPr>
            <a:r>
              <a:rPr sz="1050" b="0">
                <a:solidFill>
                  <a:srgbClr val="627084"/>
                </a:solidFill>
                <a:latin typeface="Arial"/>
                <a:ea typeface="Arial"/>
                <a:cs typeface="Arial"/>
              </a:rPr>
              <a:t>DAY 3  ·  10</a:t>
            </a:r>
          </a:p>
        </p:txBody>
      </p:sp>
      <p:sp>
        <p:nvSpPr>
          <p:cNvPr id="4" name="d3-86">
            <a:extLst xmlns:a="http://schemas.openxmlformats.org/drawingml/2006/main">
              <a:ext uri="{FF2B5EF4-FFF2-40B4-BE49-F238E27FC236}">
                <a16:creationId xmlns:a16="http://schemas.microsoft.com/office/drawing/2014/main" id="{7716A81B-E747-4094-858D-21226CB3F1E2}"/>
              </a:ext>
            </a:extLst>
          </p:cNvPr>
          <p:cNvSpPr>
            <a:spLocks xmlns:a="http://schemas.openxmlformats.org/drawingml/2006/main" noGrp="1"/>
          </p:cNvSpPr>
          <p:nvPr/>
        </p:nvSpPr>
        <p:spPr>
          <a:xfrm xmlns:a="http://schemas.openxmlformats.org/drawingml/2006/main">
            <a:off x="857250" y="1447800"/>
            <a:ext cx="10477500" cy="3781425"/>
          </a:xfrm>
          <a:prstGeom xmlns:a="http://schemas.openxmlformats.org/drawingml/2006/main" prst="roundRect">
            <a:avLst>
              <a:gd name="adj" fmla="val 2015"/>
            </a:avLst>
          </a:prstGeom>
          <a:solidFill xmlns:a="http://schemas.openxmlformats.org/drawingml/2006/main">
            <a:srgbClr val="F0ECFC"/>
          </a:solidFill>
          <a:ln xmlns:a="http://schemas.openxmlformats.org/drawingml/2006/main" w="14288">
            <a:solidFill>
              <a:srgbClr val="7360A1"/>
            </a:solidFill>
          </a:ln>
        </p:spPr>
      </p:sp>
      <p:sp>
        <p:nvSpPr>
          <p:cNvPr id="5" name="d3-87">
            <a:extLst xmlns:a="http://schemas.openxmlformats.org/drawingml/2006/main">
              <a:ext uri="{FF2B5EF4-FFF2-40B4-BE49-F238E27FC236}">
                <a16:creationId xmlns:a16="http://schemas.microsoft.com/office/drawing/2014/main" id="{FD95751E-E52B-4270-ACF7-7E2750DF957E}"/>
              </a:ext>
            </a:extLst>
          </p:cNvPr>
          <p:cNvSpPr>
            <a:spLocks xmlns:a="http://schemas.openxmlformats.org/drawingml/2006/main" noGrp="1"/>
          </p:cNvSpPr>
          <p:nvPr/>
        </p:nvSpPr>
        <p:spPr>
          <a:xfrm xmlns:a="http://schemas.openxmlformats.org/drawingml/2006/main">
            <a:off x="1066800" y="1581150"/>
            <a:ext cx="10058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950" b="1">
                <a:solidFill>
                  <a:srgbClr val="7360A1"/>
                </a:solidFill>
                <a:latin typeface="Arial"/>
                <a:ea typeface="Arial"/>
                <a:cs typeface="Arial"/>
              </a:defRPr>
            </a:defPPr>
            <a:lvl1pPr algn="l">
              <a:defRPr sz="1950" b="1">
                <a:solidFill>
                  <a:srgbClr val="7360A1"/>
                </a:solidFill>
                <a:latin typeface="Arial"/>
                <a:ea typeface="Arial"/>
                <a:cs typeface="Arial"/>
              </a:defRPr>
            </a:lvl1pPr>
            <a:lvl2pPr algn="l">
              <a:defRPr sz="1950" b="1">
                <a:solidFill>
                  <a:srgbClr val="7360A1"/>
                </a:solidFill>
                <a:latin typeface="Arial"/>
                <a:ea typeface="Arial"/>
                <a:cs typeface="Arial"/>
              </a:defRPr>
            </a:lvl2pPr>
            <a:lvl3pPr algn="l">
              <a:defRPr sz="1950" b="1">
                <a:solidFill>
                  <a:srgbClr val="7360A1"/>
                </a:solidFill>
                <a:latin typeface="Arial"/>
                <a:ea typeface="Arial"/>
                <a:cs typeface="Arial"/>
              </a:defRPr>
            </a:lvl3pPr>
            <a:lvl4pPr algn="l">
              <a:defRPr sz="1950" b="1">
                <a:solidFill>
                  <a:srgbClr val="7360A1"/>
                </a:solidFill>
                <a:latin typeface="Arial"/>
                <a:ea typeface="Arial"/>
                <a:cs typeface="Arial"/>
              </a:defRPr>
            </a:lvl4pPr>
            <a:lvl5pPr algn="l">
              <a:defRPr sz="1950" b="1">
                <a:solidFill>
                  <a:srgbClr val="7360A1"/>
                </a:solidFill>
                <a:latin typeface="Arial"/>
                <a:ea typeface="Arial"/>
                <a:cs typeface="Arial"/>
              </a:defRPr>
            </a:lvl5pPr>
            <a:lvl6pPr algn="l">
              <a:defRPr sz="1950" b="1">
                <a:solidFill>
                  <a:srgbClr val="7360A1"/>
                </a:solidFill>
                <a:latin typeface="Arial"/>
                <a:ea typeface="Arial"/>
                <a:cs typeface="Arial"/>
              </a:defRPr>
            </a:lvl6pPr>
            <a:lvl7pPr algn="l">
              <a:defRPr sz="1950" b="1">
                <a:solidFill>
                  <a:srgbClr val="7360A1"/>
                </a:solidFill>
                <a:latin typeface="Arial"/>
                <a:ea typeface="Arial"/>
                <a:cs typeface="Arial"/>
              </a:defRPr>
            </a:lvl7pPr>
            <a:lvl8pPr algn="l">
              <a:defRPr sz="1950" b="1">
                <a:solidFill>
                  <a:srgbClr val="7360A1"/>
                </a:solidFill>
                <a:latin typeface="Arial"/>
                <a:ea typeface="Arial"/>
                <a:cs typeface="Arial"/>
              </a:defRPr>
            </a:lvl8pPr>
            <a:lvl9pPr algn="l">
              <a:defRPr sz="1950" b="1">
                <a:solidFill>
                  <a:srgbClr val="7360A1"/>
                </a:solidFill>
                <a:latin typeface="Arial"/>
                <a:ea typeface="Arial"/>
                <a:cs typeface="Arial"/>
              </a:defRPr>
            </a:lvl9pPr>
          </a:lstStyle>
          <a:p xmlns:a="http://schemas.openxmlformats.org/drawingml/2006/main">
            <a:pPr algn="l">
              <a:defRPr sz="1950" b="1">
                <a:solidFill>
                  <a:srgbClr val="7360A1"/>
                </a:solidFill>
                <a:latin typeface="Arial"/>
                <a:ea typeface="Arial"/>
                <a:cs typeface="Arial"/>
              </a:defRPr>
            </a:pPr>
            <a:r>
              <a:rPr sz="1950" b="1">
                <a:solidFill>
                  <a:srgbClr val="7360A1"/>
                </a:solidFill>
                <a:latin typeface="Arial"/>
                <a:ea typeface="Arial"/>
                <a:cs typeface="Arial"/>
              </a:rPr>
              <a:t>AGENTS.md · teaching excerpt</a:t>
            </a:r>
          </a:p>
        </p:txBody>
      </p:sp>
      <p:sp>
        <p:nvSpPr>
          <p:cNvPr id="6" name="d3-88">
            <a:extLst xmlns:a="http://schemas.openxmlformats.org/drawingml/2006/main">
              <a:ext uri="{FF2B5EF4-FFF2-40B4-BE49-F238E27FC236}">
                <a16:creationId xmlns:a16="http://schemas.microsoft.com/office/drawing/2014/main" id="{DD03E3FA-29FF-4160-8538-0A5D4806BF84}"/>
              </a:ext>
            </a:extLst>
          </p:cNvPr>
          <p:cNvSpPr>
            <a:spLocks xmlns:a="http://schemas.openxmlformats.org/drawingml/2006/main" noGrp="1"/>
          </p:cNvSpPr>
          <p:nvPr/>
        </p:nvSpPr>
        <p:spPr>
          <a:xfrm xmlns:a="http://schemas.openxmlformats.org/drawingml/2006/main">
            <a:off x="1066800" y="2133600"/>
            <a:ext cx="10058400" cy="2924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025" b="0">
                <a:solidFill>
                  <a:srgbClr val="213044"/>
                </a:solidFill>
                <a:latin typeface="Arial"/>
                <a:ea typeface="Arial"/>
                <a:cs typeface="Arial"/>
              </a:defRPr>
            </a:defPPr>
            <a:lvl1pPr algn="l">
              <a:defRPr sz="2025" b="0">
                <a:solidFill>
                  <a:srgbClr val="213044"/>
                </a:solidFill>
                <a:latin typeface="Arial"/>
                <a:ea typeface="Arial"/>
                <a:cs typeface="Arial"/>
              </a:defRPr>
            </a:lvl1pPr>
            <a:lvl2pPr algn="l">
              <a:defRPr sz="2025" b="0">
                <a:solidFill>
                  <a:srgbClr val="213044"/>
                </a:solidFill>
                <a:latin typeface="Arial"/>
                <a:ea typeface="Arial"/>
                <a:cs typeface="Arial"/>
              </a:defRPr>
            </a:lvl2pPr>
            <a:lvl3pPr algn="l">
              <a:defRPr sz="2025" b="0">
                <a:solidFill>
                  <a:srgbClr val="213044"/>
                </a:solidFill>
                <a:latin typeface="Arial"/>
                <a:ea typeface="Arial"/>
                <a:cs typeface="Arial"/>
              </a:defRPr>
            </a:lvl3pPr>
            <a:lvl4pPr algn="l">
              <a:defRPr sz="2025" b="0">
                <a:solidFill>
                  <a:srgbClr val="213044"/>
                </a:solidFill>
                <a:latin typeface="Arial"/>
                <a:ea typeface="Arial"/>
                <a:cs typeface="Arial"/>
              </a:defRPr>
            </a:lvl4pPr>
            <a:lvl5pPr algn="l">
              <a:defRPr sz="2025" b="0">
                <a:solidFill>
                  <a:srgbClr val="213044"/>
                </a:solidFill>
                <a:latin typeface="Arial"/>
                <a:ea typeface="Arial"/>
                <a:cs typeface="Arial"/>
              </a:defRPr>
            </a:lvl5pPr>
            <a:lvl6pPr algn="l">
              <a:defRPr sz="2025" b="0">
                <a:solidFill>
                  <a:srgbClr val="213044"/>
                </a:solidFill>
                <a:latin typeface="Arial"/>
                <a:ea typeface="Arial"/>
                <a:cs typeface="Arial"/>
              </a:defRPr>
            </a:lvl6pPr>
            <a:lvl7pPr algn="l">
              <a:defRPr sz="2025" b="0">
                <a:solidFill>
                  <a:srgbClr val="213044"/>
                </a:solidFill>
                <a:latin typeface="Arial"/>
                <a:ea typeface="Arial"/>
                <a:cs typeface="Arial"/>
              </a:defRPr>
            </a:lvl7pPr>
            <a:lvl8pPr algn="l">
              <a:defRPr sz="2025" b="0">
                <a:solidFill>
                  <a:srgbClr val="213044"/>
                </a:solidFill>
                <a:latin typeface="Arial"/>
                <a:ea typeface="Arial"/>
                <a:cs typeface="Arial"/>
              </a:defRPr>
            </a:lvl8pPr>
            <a:lvl9pPr algn="l">
              <a:defRPr sz="2025" b="0">
                <a:solidFill>
                  <a:srgbClr val="213044"/>
                </a:solidFill>
                <a:latin typeface="Arial"/>
                <a:ea typeface="Arial"/>
                <a:cs typeface="Arial"/>
              </a:defRPr>
            </a:lvl9pPr>
          </a:lstStyle>
          <a:p xmlns:a="http://schemas.openxmlformats.org/drawingml/2006/main">
            <a:pPr algn="l">
              <a:defRPr sz="2025" b="0">
                <a:solidFill>
                  <a:srgbClr val="213044"/>
                </a:solidFill>
                <a:latin typeface="Arial"/>
                <a:ea typeface="Arial"/>
                <a:cs typeface="Arial"/>
              </a:defRPr>
            </a:pPr>
            <a:r>
              <a:rPr sz="2025" b="0">
                <a:solidFill>
                  <a:srgbClr val="213044"/>
                </a:solidFill>
                <a:latin typeface="Arial"/>
                <a:ea typeface="Arial"/>
                <a:cs typeface="Arial"/>
              </a:rPr>
              <a:t>Change only app.js and domain/pricing.js</a:t>
            </a:r>
          </a:p>
          <a:p xmlns:a="http://schemas.openxmlformats.org/drawingml/2006/main">
            <a:r>
              <a:t/>
            </a:r>
          </a:p>
          <a:p xmlns:a="http://schemas.openxmlformats.org/drawingml/2006/main">
            <a:pPr algn="l">
              <a:defRPr sz="2025" b="0">
                <a:solidFill>
                  <a:srgbClr val="213044"/>
                </a:solidFill>
                <a:latin typeface="Arial"/>
                <a:ea typeface="Arial"/>
                <a:cs typeface="Arial"/>
              </a:defRPr>
            </a:pPr>
            <a:r>
              <a:rPr sz="2025" b="0">
                <a:solidFill>
                  <a:srgbClr val="213044"/>
                </a:solidFill>
                <a:latin typeface="Arial"/>
                <a:ea typeface="Arial"/>
                <a:cs typeface="Arial"/>
              </a:rPr>
              <a:t>Preserve output shape and rounding</a:t>
            </a:r>
          </a:p>
          <a:p xmlns:a="http://schemas.openxmlformats.org/drawingml/2006/main">
            <a:pPr algn="l">
              <a:defRPr sz="2025" b="0">
                <a:solidFill>
                  <a:srgbClr val="213044"/>
                </a:solidFill>
                <a:latin typeface="Arial"/>
                <a:ea typeface="Arial"/>
                <a:cs typeface="Arial"/>
              </a:defRPr>
            </a:pPr>
            <a:r>
              <a:rPr sz="2025" b="0">
                <a:solidFill>
                  <a:srgbClr val="213044"/>
                </a:solidFill>
                <a:latin typeface="Arial"/>
                <a:ea typeface="Arial"/>
                <a:cs typeface="Arial"/>
              </a:rPr>
              <a:t>Do not edit expected fixtures</a:t>
            </a:r>
          </a:p>
          <a:p xmlns:a="http://schemas.openxmlformats.org/drawingml/2006/main">
            <a:pPr algn="l">
              <a:defRPr sz="2025" b="0">
                <a:solidFill>
                  <a:srgbClr val="213044"/>
                </a:solidFill>
                <a:latin typeface="Arial"/>
                <a:ea typeface="Arial"/>
                <a:cs typeface="Arial"/>
              </a:defRPr>
            </a:pPr>
            <a:r>
              <a:rPr sz="2025" b="0">
                <a:solidFill>
                  <a:srgbClr val="213044"/>
                </a:solidFill>
                <a:latin typeface="Arial"/>
                <a:ea typeface="Arial"/>
                <a:cs typeface="Arial"/>
              </a:rPr>
              <a:t>No new dependencies</a:t>
            </a:r>
          </a:p>
          <a:p xmlns:a="http://schemas.openxmlformats.org/drawingml/2006/main">
            <a:pPr algn="l">
              <a:defRPr sz="2025" b="0">
                <a:solidFill>
                  <a:srgbClr val="213044"/>
                </a:solidFill>
                <a:latin typeface="Arial"/>
                <a:ea typeface="Arial"/>
                <a:cs typeface="Arial"/>
              </a:defRPr>
            </a:pPr>
            <a:r>
              <a:rPr sz="2025" b="0">
                <a:solidFill>
                  <a:srgbClr val="213044"/>
                </a:solidFill>
                <a:latin typeface="Arial"/>
                <a:ea typeface="Arial"/>
                <a:cs typeface="Arial"/>
              </a:rPr>
              <a:t>Run npm run check</a:t>
            </a:r>
          </a:p>
          <a:p xmlns:a="http://schemas.openxmlformats.org/drawingml/2006/main">
            <a:pPr algn="l">
              <a:defRPr sz="2025" b="0">
                <a:solidFill>
                  <a:srgbClr val="213044"/>
                </a:solidFill>
                <a:latin typeface="Arial"/>
                <a:ea typeface="Arial"/>
                <a:cs typeface="Arial"/>
              </a:defRPr>
            </a:pPr>
            <a:r>
              <a:rPr sz="2025" b="0">
                <a:solidFill>
                  <a:srgbClr val="213044"/>
                </a:solidFill>
                <a:latin typeface="Arial"/>
                <a:ea typeface="Arial"/>
                <a:cs typeface="Arial"/>
              </a:rPr>
              <a:t>Verify browser flows separately</a:t>
            </a:r>
          </a:p>
        </p:txBody>
      </p:sp>
      <p:sp>
        <p:nvSpPr>
          <p:cNvPr id="7" name="d3-89">
            <a:extLst xmlns:a="http://schemas.openxmlformats.org/drawingml/2006/main">
              <a:ext uri="{FF2B5EF4-FFF2-40B4-BE49-F238E27FC236}">
                <a16:creationId xmlns:a16="http://schemas.microsoft.com/office/drawing/2014/main" id="{F842BE19-D6AC-44CC-9CF1-6AE0C74F7803}"/>
              </a:ext>
            </a:extLst>
          </p:cNvPr>
          <p:cNvSpPr>
            <a:spLocks xmlns:a="http://schemas.openxmlformats.org/drawingml/2006/main" noGrp="1"/>
          </p:cNvSpPr>
          <p:nvPr/>
        </p:nvSpPr>
        <p:spPr>
          <a:xfrm xmlns:a="http://schemas.openxmlformats.org/drawingml/2006/main">
            <a:off x="857250" y="5619750"/>
            <a:ext cx="104775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325" b="1">
                <a:solidFill>
                  <a:srgbClr val="7360A1"/>
                </a:solidFill>
                <a:latin typeface="Arial"/>
                <a:ea typeface="Arial"/>
                <a:cs typeface="Arial"/>
              </a:defRPr>
            </a:defPPr>
            <a:lvl1pPr algn="l">
              <a:defRPr sz="2325" b="1">
                <a:solidFill>
                  <a:srgbClr val="7360A1"/>
                </a:solidFill>
                <a:latin typeface="Arial"/>
                <a:ea typeface="Arial"/>
                <a:cs typeface="Arial"/>
              </a:defRPr>
            </a:lvl1pPr>
            <a:lvl2pPr algn="l">
              <a:defRPr sz="2325" b="1">
                <a:solidFill>
                  <a:srgbClr val="7360A1"/>
                </a:solidFill>
                <a:latin typeface="Arial"/>
                <a:ea typeface="Arial"/>
                <a:cs typeface="Arial"/>
              </a:defRPr>
            </a:lvl2pPr>
            <a:lvl3pPr algn="l">
              <a:defRPr sz="2325" b="1">
                <a:solidFill>
                  <a:srgbClr val="7360A1"/>
                </a:solidFill>
                <a:latin typeface="Arial"/>
                <a:ea typeface="Arial"/>
                <a:cs typeface="Arial"/>
              </a:defRPr>
            </a:lvl3pPr>
            <a:lvl4pPr algn="l">
              <a:defRPr sz="2325" b="1">
                <a:solidFill>
                  <a:srgbClr val="7360A1"/>
                </a:solidFill>
                <a:latin typeface="Arial"/>
                <a:ea typeface="Arial"/>
                <a:cs typeface="Arial"/>
              </a:defRPr>
            </a:lvl4pPr>
            <a:lvl5pPr algn="l">
              <a:defRPr sz="2325" b="1">
                <a:solidFill>
                  <a:srgbClr val="7360A1"/>
                </a:solidFill>
                <a:latin typeface="Arial"/>
                <a:ea typeface="Arial"/>
                <a:cs typeface="Arial"/>
              </a:defRPr>
            </a:lvl5pPr>
            <a:lvl6pPr algn="l">
              <a:defRPr sz="2325" b="1">
                <a:solidFill>
                  <a:srgbClr val="7360A1"/>
                </a:solidFill>
                <a:latin typeface="Arial"/>
                <a:ea typeface="Arial"/>
                <a:cs typeface="Arial"/>
              </a:defRPr>
            </a:lvl6pPr>
            <a:lvl7pPr algn="l">
              <a:defRPr sz="2325" b="1">
                <a:solidFill>
                  <a:srgbClr val="7360A1"/>
                </a:solidFill>
                <a:latin typeface="Arial"/>
                <a:ea typeface="Arial"/>
                <a:cs typeface="Arial"/>
              </a:defRPr>
            </a:lvl7pPr>
            <a:lvl8pPr algn="l">
              <a:defRPr sz="2325" b="1">
                <a:solidFill>
                  <a:srgbClr val="7360A1"/>
                </a:solidFill>
                <a:latin typeface="Arial"/>
                <a:ea typeface="Arial"/>
                <a:cs typeface="Arial"/>
              </a:defRPr>
            </a:lvl8pPr>
            <a:lvl9pPr algn="l">
              <a:defRPr sz="2325" b="1">
                <a:solidFill>
                  <a:srgbClr val="7360A1"/>
                </a:solidFill>
                <a:latin typeface="Arial"/>
                <a:ea typeface="Arial"/>
                <a:cs typeface="Arial"/>
              </a:defRPr>
            </a:lvl9pPr>
          </a:lstStyle>
          <a:p xmlns:a="http://schemas.openxmlformats.org/drawingml/2006/main">
            <a:pPr algn="l">
              <a:defRPr sz="2325" b="1">
                <a:solidFill>
                  <a:srgbClr val="7360A1"/>
                </a:solidFill>
                <a:latin typeface="Arial"/>
                <a:ea typeface="Arial"/>
                <a:cs typeface="Arial"/>
              </a:defRPr>
            </a:pPr>
            <a:r>
              <a:rPr sz="2325" b="1">
                <a:solidFill>
                  <a:srgbClr val="7360A1"/>
                </a:solidFill>
                <a:latin typeface="Arial"/>
                <a:ea typeface="Arial"/>
                <a:cs typeface="Arial"/>
              </a:rPr>
              <a:t>Clear scope makes unintended changes easier to spot</a:t>
            </a:r>
          </a:p>
        </p:txBody>
      </p:sp>
    </p:spTree>
    <p:extLst>
      <p:ext uri="{BB962C8B-B14F-4D97-AF65-F5344CB8AC3E}">
        <p14:creationId xmlns:p14="http://schemas.microsoft.com/office/powerpoint/2010/main" val="75208136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d3-90">
            <a:extLst xmlns:a="http://schemas.openxmlformats.org/drawingml/2006/main">
              <a:ext uri="{FF2B5EF4-FFF2-40B4-BE49-F238E27FC236}">
                <a16:creationId xmlns:a16="http://schemas.microsoft.com/office/drawing/2014/main" id="{A0E9B3EF-6A71-4A94-9A78-92EEC0EA57BB}"/>
              </a:ext>
            </a:extLst>
          </p:cNvPr>
          <p:cNvSpPr>
            <a:spLocks xmlns:a="http://schemas.openxmlformats.org/drawingml/2006/main" noGrp="1"/>
          </p:cNvSpPr>
          <p:nvPr/>
        </p:nvSpPr>
        <p:spPr>
          <a:xfrm xmlns:a="http://schemas.openxmlformats.org/drawingml/2006/main">
            <a:off x="523875" y="295275"/>
            <a:ext cx="11144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225" b="1">
                <a:solidFill>
                  <a:srgbClr val="213044"/>
                </a:solidFill>
                <a:latin typeface="Arial"/>
                <a:ea typeface="Arial"/>
                <a:cs typeface="Arial"/>
              </a:defRPr>
            </a:defPPr>
            <a:lvl1pPr algn="ctr">
              <a:defRPr sz="3225" b="1">
                <a:solidFill>
                  <a:srgbClr val="213044"/>
                </a:solidFill>
                <a:latin typeface="Arial"/>
                <a:ea typeface="Arial"/>
                <a:cs typeface="Arial"/>
              </a:defRPr>
            </a:lvl1pPr>
            <a:lvl2pPr algn="ctr">
              <a:defRPr sz="3225" b="1">
                <a:solidFill>
                  <a:srgbClr val="213044"/>
                </a:solidFill>
                <a:latin typeface="Arial"/>
                <a:ea typeface="Arial"/>
                <a:cs typeface="Arial"/>
              </a:defRPr>
            </a:lvl2pPr>
            <a:lvl3pPr algn="ctr">
              <a:defRPr sz="3225" b="1">
                <a:solidFill>
                  <a:srgbClr val="213044"/>
                </a:solidFill>
                <a:latin typeface="Arial"/>
                <a:ea typeface="Arial"/>
                <a:cs typeface="Arial"/>
              </a:defRPr>
            </a:lvl3pPr>
            <a:lvl4pPr algn="ctr">
              <a:defRPr sz="3225" b="1">
                <a:solidFill>
                  <a:srgbClr val="213044"/>
                </a:solidFill>
                <a:latin typeface="Arial"/>
                <a:ea typeface="Arial"/>
                <a:cs typeface="Arial"/>
              </a:defRPr>
            </a:lvl4pPr>
            <a:lvl5pPr algn="ctr">
              <a:defRPr sz="3225" b="1">
                <a:solidFill>
                  <a:srgbClr val="213044"/>
                </a:solidFill>
                <a:latin typeface="Arial"/>
                <a:ea typeface="Arial"/>
                <a:cs typeface="Arial"/>
              </a:defRPr>
            </a:lvl5pPr>
            <a:lvl6pPr algn="ctr">
              <a:defRPr sz="3225" b="1">
                <a:solidFill>
                  <a:srgbClr val="213044"/>
                </a:solidFill>
                <a:latin typeface="Arial"/>
                <a:ea typeface="Arial"/>
                <a:cs typeface="Arial"/>
              </a:defRPr>
            </a:lvl6pPr>
            <a:lvl7pPr algn="ctr">
              <a:defRPr sz="3225" b="1">
                <a:solidFill>
                  <a:srgbClr val="213044"/>
                </a:solidFill>
                <a:latin typeface="Arial"/>
                <a:ea typeface="Arial"/>
                <a:cs typeface="Arial"/>
              </a:defRPr>
            </a:lvl7pPr>
            <a:lvl8pPr algn="ctr">
              <a:defRPr sz="3225" b="1">
                <a:solidFill>
                  <a:srgbClr val="213044"/>
                </a:solidFill>
                <a:latin typeface="Arial"/>
                <a:ea typeface="Arial"/>
                <a:cs typeface="Arial"/>
              </a:defRPr>
            </a:lvl8pPr>
            <a:lvl9pPr algn="ctr">
              <a:defRPr sz="3225" b="1">
                <a:solidFill>
                  <a:srgbClr val="213044"/>
                </a:solidFill>
                <a:latin typeface="Arial"/>
                <a:ea typeface="Arial"/>
                <a:cs typeface="Arial"/>
              </a:defRPr>
            </a:lvl9pPr>
          </a:lstStyle>
          <a:p xmlns:a="http://schemas.openxmlformats.org/drawingml/2006/main">
            <a:pPr algn="ctr">
              <a:defRPr sz="3225" b="1">
                <a:solidFill>
                  <a:srgbClr val="213044"/>
                </a:solidFill>
                <a:latin typeface="Arial"/>
                <a:ea typeface="Arial"/>
                <a:cs typeface="Arial"/>
              </a:defRPr>
            </a:pPr>
            <a:r>
              <a:rPr sz="3225" b="1">
                <a:solidFill>
                  <a:srgbClr val="213044"/>
                </a:solidFill>
                <a:latin typeface="Arial"/>
                <a:ea typeface="Arial"/>
                <a:cs typeface="Arial"/>
              </a:rPr>
              <a:t>04 · Extract one component</a:t>
            </a:r>
          </a:p>
        </p:txBody>
      </p:sp>
      <p:sp>
        <p:nvSpPr>
          <p:cNvPr id="2" name="d3-91">
            <a:extLst xmlns:a="http://schemas.openxmlformats.org/drawingml/2006/main">
              <a:ext uri="{FF2B5EF4-FFF2-40B4-BE49-F238E27FC236}">
                <a16:creationId xmlns:a16="http://schemas.microsoft.com/office/drawing/2014/main" id="{5F4C9223-EC1A-4350-90C7-B2A2A3A9DE0E}"/>
              </a:ext>
            </a:extLst>
          </p:cNvPr>
          <p:cNvSpPr>
            <a:spLocks xmlns:a="http://schemas.openxmlformats.org/drawingml/2006/main" noGrp="1"/>
          </p:cNvSpPr>
          <p:nvPr/>
        </p:nvSpPr>
        <p:spPr>
          <a:xfrm xmlns:a="http://schemas.openxmlformats.org/drawingml/2006/main">
            <a:off x="523875" y="65341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050" b="0">
                <a:solidFill>
                  <a:srgbClr val="627084"/>
                </a:solidFill>
                <a:latin typeface="Arial"/>
                <a:ea typeface="Arial"/>
                <a:cs typeface="Arial"/>
              </a:defRPr>
            </a:defPPr>
            <a:lvl1pPr algn="l">
              <a:defRPr sz="1050" b="0">
                <a:solidFill>
                  <a:srgbClr val="627084"/>
                </a:solidFill>
                <a:latin typeface="Arial"/>
                <a:ea typeface="Arial"/>
                <a:cs typeface="Arial"/>
              </a:defRPr>
            </a:lvl1pPr>
            <a:lvl2pPr algn="l">
              <a:defRPr sz="1050" b="0">
                <a:solidFill>
                  <a:srgbClr val="627084"/>
                </a:solidFill>
                <a:latin typeface="Arial"/>
                <a:ea typeface="Arial"/>
                <a:cs typeface="Arial"/>
              </a:defRPr>
            </a:lvl2pPr>
            <a:lvl3pPr algn="l">
              <a:defRPr sz="1050" b="0">
                <a:solidFill>
                  <a:srgbClr val="627084"/>
                </a:solidFill>
                <a:latin typeface="Arial"/>
                <a:ea typeface="Arial"/>
                <a:cs typeface="Arial"/>
              </a:defRPr>
            </a:lvl3pPr>
            <a:lvl4pPr algn="l">
              <a:defRPr sz="1050" b="0">
                <a:solidFill>
                  <a:srgbClr val="627084"/>
                </a:solidFill>
                <a:latin typeface="Arial"/>
                <a:ea typeface="Arial"/>
                <a:cs typeface="Arial"/>
              </a:defRPr>
            </a:lvl4pPr>
            <a:lvl5pPr algn="l">
              <a:defRPr sz="1050" b="0">
                <a:solidFill>
                  <a:srgbClr val="627084"/>
                </a:solidFill>
                <a:latin typeface="Arial"/>
                <a:ea typeface="Arial"/>
                <a:cs typeface="Arial"/>
              </a:defRPr>
            </a:lvl5pPr>
            <a:lvl6pPr algn="l">
              <a:defRPr sz="1050" b="0">
                <a:solidFill>
                  <a:srgbClr val="627084"/>
                </a:solidFill>
                <a:latin typeface="Arial"/>
                <a:ea typeface="Arial"/>
                <a:cs typeface="Arial"/>
              </a:defRPr>
            </a:lvl6pPr>
            <a:lvl7pPr algn="l">
              <a:defRPr sz="1050" b="0">
                <a:solidFill>
                  <a:srgbClr val="627084"/>
                </a:solidFill>
                <a:latin typeface="Arial"/>
                <a:ea typeface="Arial"/>
                <a:cs typeface="Arial"/>
              </a:defRPr>
            </a:lvl7pPr>
            <a:lvl8pPr algn="l">
              <a:defRPr sz="1050" b="0">
                <a:solidFill>
                  <a:srgbClr val="627084"/>
                </a:solidFill>
                <a:latin typeface="Arial"/>
                <a:ea typeface="Arial"/>
                <a:cs typeface="Arial"/>
              </a:defRPr>
            </a:lvl8pPr>
            <a:lvl9pPr algn="l">
              <a:defRPr sz="1050" b="0">
                <a:solidFill>
                  <a:srgbClr val="627084"/>
                </a:solidFill>
                <a:latin typeface="Arial"/>
                <a:ea typeface="Arial"/>
                <a:cs typeface="Arial"/>
              </a:defRPr>
            </a:lvl9pPr>
          </a:lstStyle>
          <a:p xmlns:a="http://schemas.openxmlformats.org/drawingml/2006/main">
            <a:pPr algn="l">
              <a:defRPr sz="1050" b="0">
                <a:solidFill>
                  <a:srgbClr val="627084"/>
                </a:solidFill>
                <a:latin typeface="Arial"/>
                <a:ea typeface="Arial"/>
                <a:cs typeface="Arial"/>
              </a:defRPr>
            </a:pPr>
            <a:r>
              <a:rPr sz="1050" b="0">
                <a:solidFill>
                  <a:srgbClr val="627084"/>
                </a:solidFill>
                <a:latin typeface="Arial"/>
                <a:ea typeface="Arial"/>
                <a:cs typeface="Arial"/>
              </a:rPr>
              <a:t>CODEX &amp; COFFEE</a:t>
            </a:r>
          </a:p>
        </p:txBody>
      </p:sp>
      <p:sp>
        <p:nvSpPr>
          <p:cNvPr id="3" name="d3-92">
            <a:extLst xmlns:a="http://schemas.openxmlformats.org/drawingml/2006/main">
              <a:ext uri="{FF2B5EF4-FFF2-40B4-BE49-F238E27FC236}">
                <a16:creationId xmlns:a16="http://schemas.microsoft.com/office/drawing/2014/main" id="{0456C991-7351-44BD-94CD-27D3EBF550BF}"/>
              </a:ext>
            </a:extLst>
          </p:cNvPr>
          <p:cNvSpPr>
            <a:spLocks xmlns:a="http://schemas.openxmlformats.org/drawingml/2006/main" noGrp="1"/>
          </p:cNvSpPr>
          <p:nvPr/>
        </p:nvSpPr>
        <p:spPr>
          <a:xfrm xmlns:a="http://schemas.openxmlformats.org/drawingml/2006/main">
            <a:off x="10001250" y="6534150"/>
            <a:ext cx="1666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050" b="0">
                <a:solidFill>
                  <a:srgbClr val="627084"/>
                </a:solidFill>
                <a:latin typeface="Arial"/>
                <a:ea typeface="Arial"/>
                <a:cs typeface="Arial"/>
              </a:defRPr>
            </a:defPPr>
            <a:lvl1pPr algn="r">
              <a:defRPr sz="1050" b="0">
                <a:solidFill>
                  <a:srgbClr val="627084"/>
                </a:solidFill>
                <a:latin typeface="Arial"/>
                <a:ea typeface="Arial"/>
                <a:cs typeface="Arial"/>
              </a:defRPr>
            </a:lvl1pPr>
            <a:lvl2pPr algn="r">
              <a:defRPr sz="1050" b="0">
                <a:solidFill>
                  <a:srgbClr val="627084"/>
                </a:solidFill>
                <a:latin typeface="Arial"/>
                <a:ea typeface="Arial"/>
                <a:cs typeface="Arial"/>
              </a:defRPr>
            </a:lvl2pPr>
            <a:lvl3pPr algn="r">
              <a:defRPr sz="1050" b="0">
                <a:solidFill>
                  <a:srgbClr val="627084"/>
                </a:solidFill>
                <a:latin typeface="Arial"/>
                <a:ea typeface="Arial"/>
                <a:cs typeface="Arial"/>
              </a:defRPr>
            </a:lvl3pPr>
            <a:lvl4pPr algn="r">
              <a:defRPr sz="1050" b="0">
                <a:solidFill>
                  <a:srgbClr val="627084"/>
                </a:solidFill>
                <a:latin typeface="Arial"/>
                <a:ea typeface="Arial"/>
                <a:cs typeface="Arial"/>
              </a:defRPr>
            </a:lvl4pPr>
            <a:lvl5pPr algn="r">
              <a:defRPr sz="1050" b="0">
                <a:solidFill>
                  <a:srgbClr val="627084"/>
                </a:solidFill>
                <a:latin typeface="Arial"/>
                <a:ea typeface="Arial"/>
                <a:cs typeface="Arial"/>
              </a:defRPr>
            </a:lvl5pPr>
            <a:lvl6pPr algn="r">
              <a:defRPr sz="1050" b="0">
                <a:solidFill>
                  <a:srgbClr val="627084"/>
                </a:solidFill>
                <a:latin typeface="Arial"/>
                <a:ea typeface="Arial"/>
                <a:cs typeface="Arial"/>
              </a:defRPr>
            </a:lvl6pPr>
            <a:lvl7pPr algn="r">
              <a:defRPr sz="1050" b="0">
                <a:solidFill>
                  <a:srgbClr val="627084"/>
                </a:solidFill>
                <a:latin typeface="Arial"/>
                <a:ea typeface="Arial"/>
                <a:cs typeface="Arial"/>
              </a:defRPr>
            </a:lvl7pPr>
            <a:lvl8pPr algn="r">
              <a:defRPr sz="1050" b="0">
                <a:solidFill>
                  <a:srgbClr val="627084"/>
                </a:solidFill>
                <a:latin typeface="Arial"/>
                <a:ea typeface="Arial"/>
                <a:cs typeface="Arial"/>
              </a:defRPr>
            </a:lvl8pPr>
            <a:lvl9pPr algn="r">
              <a:defRPr sz="1050" b="0">
                <a:solidFill>
                  <a:srgbClr val="627084"/>
                </a:solidFill>
                <a:latin typeface="Arial"/>
                <a:ea typeface="Arial"/>
                <a:cs typeface="Arial"/>
              </a:defRPr>
            </a:lvl9pPr>
          </a:lstStyle>
          <a:p xmlns:a="http://schemas.openxmlformats.org/drawingml/2006/main">
            <a:pPr algn="r">
              <a:defRPr sz="1050" b="0">
                <a:solidFill>
                  <a:srgbClr val="627084"/>
                </a:solidFill>
                <a:latin typeface="Arial"/>
                <a:ea typeface="Arial"/>
                <a:cs typeface="Arial"/>
              </a:defRPr>
            </a:pPr>
            <a:r>
              <a:rPr sz="1050" b="0">
                <a:solidFill>
                  <a:srgbClr val="627084"/>
                </a:solidFill>
                <a:latin typeface="Arial"/>
                <a:ea typeface="Arial"/>
                <a:cs typeface="Arial"/>
              </a:rPr>
              <a:t>DAY 3  ·  11</a:t>
            </a:r>
          </a:p>
        </p:txBody>
      </p:sp>
      <p:sp>
        <p:nvSpPr>
          <p:cNvPr id="4" name="d3-93">
            <a:extLst xmlns:a="http://schemas.openxmlformats.org/drawingml/2006/main">
              <a:ext uri="{FF2B5EF4-FFF2-40B4-BE49-F238E27FC236}">
                <a16:creationId xmlns:a16="http://schemas.microsoft.com/office/drawing/2014/main" id="{D5ED00BE-CED0-4A12-BD44-83ADC72361E9}"/>
              </a:ext>
            </a:extLst>
          </p:cNvPr>
          <p:cNvSpPr>
            <a:spLocks xmlns:a="http://schemas.openxmlformats.org/drawingml/2006/main" noGrp="1"/>
          </p:cNvSpPr>
          <p:nvPr/>
        </p:nvSpPr>
        <p:spPr>
          <a:xfrm xmlns:a="http://schemas.openxmlformats.org/drawingml/2006/main">
            <a:off x="619125" y="1209675"/>
            <a:ext cx="619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500" b="1">
                <a:solidFill>
                  <a:srgbClr val="9D752B"/>
                </a:solidFill>
                <a:latin typeface="Arial"/>
                <a:ea typeface="Arial"/>
                <a:cs typeface="Arial"/>
              </a:defRPr>
            </a:defPPr>
            <a:lvl1pPr algn="l">
              <a:defRPr sz="1500" b="1">
                <a:solidFill>
                  <a:srgbClr val="9D752B"/>
                </a:solidFill>
                <a:latin typeface="Arial"/>
                <a:ea typeface="Arial"/>
                <a:cs typeface="Arial"/>
              </a:defRPr>
            </a:lvl1pPr>
            <a:lvl2pPr algn="l">
              <a:defRPr sz="1500" b="1">
                <a:solidFill>
                  <a:srgbClr val="9D752B"/>
                </a:solidFill>
                <a:latin typeface="Arial"/>
                <a:ea typeface="Arial"/>
                <a:cs typeface="Arial"/>
              </a:defRPr>
            </a:lvl2pPr>
            <a:lvl3pPr algn="l">
              <a:defRPr sz="1500" b="1">
                <a:solidFill>
                  <a:srgbClr val="9D752B"/>
                </a:solidFill>
                <a:latin typeface="Arial"/>
                <a:ea typeface="Arial"/>
                <a:cs typeface="Arial"/>
              </a:defRPr>
            </a:lvl3pPr>
            <a:lvl4pPr algn="l">
              <a:defRPr sz="1500" b="1">
                <a:solidFill>
                  <a:srgbClr val="9D752B"/>
                </a:solidFill>
                <a:latin typeface="Arial"/>
                <a:ea typeface="Arial"/>
                <a:cs typeface="Arial"/>
              </a:defRPr>
            </a:lvl4pPr>
            <a:lvl5pPr algn="l">
              <a:defRPr sz="1500" b="1">
                <a:solidFill>
                  <a:srgbClr val="9D752B"/>
                </a:solidFill>
                <a:latin typeface="Arial"/>
                <a:ea typeface="Arial"/>
                <a:cs typeface="Arial"/>
              </a:defRPr>
            </a:lvl5pPr>
            <a:lvl6pPr algn="l">
              <a:defRPr sz="1500" b="1">
                <a:solidFill>
                  <a:srgbClr val="9D752B"/>
                </a:solidFill>
                <a:latin typeface="Arial"/>
                <a:ea typeface="Arial"/>
                <a:cs typeface="Arial"/>
              </a:defRPr>
            </a:lvl6pPr>
            <a:lvl7pPr algn="l">
              <a:defRPr sz="1500" b="1">
                <a:solidFill>
                  <a:srgbClr val="9D752B"/>
                </a:solidFill>
                <a:latin typeface="Arial"/>
                <a:ea typeface="Arial"/>
                <a:cs typeface="Arial"/>
              </a:defRPr>
            </a:lvl7pPr>
            <a:lvl8pPr algn="l">
              <a:defRPr sz="1500" b="1">
                <a:solidFill>
                  <a:srgbClr val="9D752B"/>
                </a:solidFill>
                <a:latin typeface="Arial"/>
                <a:ea typeface="Arial"/>
                <a:cs typeface="Arial"/>
              </a:defRPr>
            </a:lvl8pPr>
            <a:lvl9pPr algn="l">
              <a:defRPr sz="1500" b="1">
                <a:solidFill>
                  <a:srgbClr val="9D752B"/>
                </a:solidFill>
                <a:latin typeface="Arial"/>
                <a:ea typeface="Arial"/>
                <a:cs typeface="Arial"/>
              </a:defRPr>
            </a:lvl9pPr>
          </a:lstStyle>
          <a:p xmlns:a="http://schemas.openxmlformats.org/drawingml/2006/main">
            <a:pPr algn="l">
              <a:defRPr sz="1500" b="1">
                <a:solidFill>
                  <a:srgbClr val="9D752B"/>
                </a:solidFill>
                <a:latin typeface="Arial"/>
                <a:ea typeface="Arial"/>
                <a:cs typeface="Arial"/>
              </a:defRPr>
            </a:pPr>
            <a:r>
              <a:rPr sz="1500" b="1">
                <a:solidFill>
                  <a:srgbClr val="9D752B"/>
                </a:solidFill>
                <a:latin typeface="Arial"/>
                <a:ea typeface="Arial"/>
                <a:cs typeface="Arial"/>
              </a:rPr>
              <a:t>REPLAY PROMPT · fresh working copy</a:t>
            </a:r>
          </a:p>
        </p:txBody>
      </p:sp>
      <p:sp>
        <p:nvSpPr>
          <p:cNvPr id="5" name="d3-94">
            <a:extLst xmlns:a="http://schemas.openxmlformats.org/drawingml/2006/main">
              <a:ext uri="{FF2B5EF4-FFF2-40B4-BE49-F238E27FC236}">
                <a16:creationId xmlns:a16="http://schemas.microsoft.com/office/drawing/2014/main" id="{B447661D-12E5-4812-9AD1-45C75F4D1CB9}"/>
              </a:ext>
            </a:extLst>
          </p:cNvPr>
          <p:cNvSpPr>
            <a:spLocks xmlns:a="http://schemas.openxmlformats.org/drawingml/2006/main" noGrp="1"/>
          </p:cNvSpPr>
          <p:nvPr/>
        </p:nvSpPr>
        <p:spPr>
          <a:xfrm xmlns:a="http://schemas.openxmlformats.org/drawingml/2006/main">
            <a:off x="619125" y="1762125"/>
            <a:ext cx="6238875" cy="3209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75" b="0">
                <a:solidFill>
                  <a:srgbClr val="213044"/>
                </a:solidFill>
                <a:latin typeface="Arial"/>
                <a:ea typeface="Arial"/>
                <a:cs typeface="Arial"/>
              </a:defRPr>
            </a:defPPr>
            <a:lvl1pPr algn="l">
              <a:defRPr sz="2175" b="0">
                <a:solidFill>
                  <a:srgbClr val="213044"/>
                </a:solidFill>
                <a:latin typeface="Arial"/>
                <a:ea typeface="Arial"/>
                <a:cs typeface="Arial"/>
              </a:defRPr>
            </a:lvl1pPr>
            <a:lvl2pPr algn="l">
              <a:defRPr sz="2175" b="0">
                <a:solidFill>
                  <a:srgbClr val="213044"/>
                </a:solidFill>
                <a:latin typeface="Arial"/>
                <a:ea typeface="Arial"/>
                <a:cs typeface="Arial"/>
              </a:defRPr>
            </a:lvl2pPr>
            <a:lvl3pPr algn="l">
              <a:defRPr sz="2175" b="0">
                <a:solidFill>
                  <a:srgbClr val="213044"/>
                </a:solidFill>
                <a:latin typeface="Arial"/>
                <a:ea typeface="Arial"/>
                <a:cs typeface="Arial"/>
              </a:defRPr>
            </a:lvl3pPr>
            <a:lvl4pPr algn="l">
              <a:defRPr sz="2175" b="0">
                <a:solidFill>
                  <a:srgbClr val="213044"/>
                </a:solidFill>
                <a:latin typeface="Arial"/>
                <a:ea typeface="Arial"/>
                <a:cs typeface="Arial"/>
              </a:defRPr>
            </a:lvl4pPr>
            <a:lvl5pPr algn="l">
              <a:defRPr sz="2175" b="0">
                <a:solidFill>
                  <a:srgbClr val="213044"/>
                </a:solidFill>
                <a:latin typeface="Arial"/>
                <a:ea typeface="Arial"/>
                <a:cs typeface="Arial"/>
              </a:defRPr>
            </a:lvl5pPr>
            <a:lvl6pPr algn="l">
              <a:defRPr sz="2175" b="0">
                <a:solidFill>
                  <a:srgbClr val="213044"/>
                </a:solidFill>
                <a:latin typeface="Arial"/>
                <a:ea typeface="Arial"/>
                <a:cs typeface="Arial"/>
              </a:defRPr>
            </a:lvl6pPr>
            <a:lvl7pPr algn="l">
              <a:defRPr sz="2175" b="0">
                <a:solidFill>
                  <a:srgbClr val="213044"/>
                </a:solidFill>
                <a:latin typeface="Arial"/>
                <a:ea typeface="Arial"/>
                <a:cs typeface="Arial"/>
              </a:defRPr>
            </a:lvl7pPr>
            <a:lvl8pPr algn="l">
              <a:defRPr sz="2175" b="0">
                <a:solidFill>
                  <a:srgbClr val="213044"/>
                </a:solidFill>
                <a:latin typeface="Arial"/>
                <a:ea typeface="Arial"/>
                <a:cs typeface="Arial"/>
              </a:defRPr>
            </a:lvl8pPr>
            <a:lvl9pPr algn="l">
              <a:defRPr sz="2175" b="0">
                <a:solidFill>
                  <a:srgbClr val="213044"/>
                </a:solidFill>
                <a:latin typeface="Arial"/>
                <a:ea typeface="Arial"/>
                <a:cs typeface="Arial"/>
              </a:defRPr>
            </a:lvl9pPr>
          </a:lstStyle>
          <a:p xmlns:a="http://schemas.openxmlformats.org/drawingml/2006/main">
            <a:pPr algn="l">
              <a:defRPr sz="2175" b="0">
                <a:solidFill>
                  <a:srgbClr val="213044"/>
                </a:solidFill>
                <a:latin typeface="Arial"/>
                <a:ea typeface="Arial"/>
                <a:cs typeface="Arial"/>
              </a:defRPr>
            </a:pPr>
            <a:r>
              <a:rPr sz="2175" b="0">
                <a:solidFill>
                  <a:srgbClr val="213044"/>
                </a:solidFill>
                <a:latin typeface="Arial"/>
                <a:ea typeface="Arial"/>
                <a:cs typeface="Arial"/>
              </a:rPr>
              <a:t>Follow AGENTS.md and docs/architecture.md. Move the existing pricing functions into domain/pricing.js unchanged. Keep app.js callers and its calculateQuote export working. Do not edit tests, UI, storage or export behavior. Run the unchanged checks and report the scoped diff.</a:t>
            </a:r>
          </a:p>
        </p:txBody>
      </p:sp>
      <p:sp>
        <p:nvSpPr>
          <p:cNvPr id="6" name="d3-95">
            <a:extLst xmlns:a="http://schemas.openxmlformats.org/drawingml/2006/main">
              <a:ext uri="{FF2B5EF4-FFF2-40B4-BE49-F238E27FC236}">
                <a16:creationId xmlns:a16="http://schemas.microsoft.com/office/drawing/2014/main" id="{A8905B8E-CEF3-4A69-83C4-23A820FAFFD3}"/>
              </a:ext>
            </a:extLst>
          </p:cNvPr>
          <p:cNvSpPr>
            <a:spLocks xmlns:a="http://schemas.openxmlformats.org/drawingml/2006/main" noGrp="1"/>
          </p:cNvSpPr>
          <p:nvPr/>
        </p:nvSpPr>
        <p:spPr>
          <a:xfrm xmlns:a="http://schemas.openxmlformats.org/drawingml/2006/main">
            <a:off x="7381875" y="1428750"/>
            <a:ext cx="4143375" cy="3838575"/>
          </a:xfrm>
          <a:prstGeom xmlns:a="http://schemas.openxmlformats.org/drawingml/2006/main" prst="roundRect">
            <a:avLst>
              <a:gd name="adj" fmla="val 1985"/>
            </a:avLst>
          </a:prstGeom>
          <a:solidFill xmlns:a="http://schemas.openxmlformats.org/drawingml/2006/main">
            <a:srgbClr val="FFF2D9"/>
          </a:solidFill>
          <a:ln xmlns:a="http://schemas.openxmlformats.org/drawingml/2006/main" w="14288">
            <a:solidFill>
              <a:srgbClr val="9D752B"/>
            </a:solidFill>
          </a:ln>
        </p:spPr>
      </p:sp>
      <p:sp>
        <p:nvSpPr>
          <p:cNvPr id="7" name="d3-96">
            <a:extLst xmlns:a="http://schemas.openxmlformats.org/drawingml/2006/main">
              <a:ext uri="{FF2B5EF4-FFF2-40B4-BE49-F238E27FC236}">
                <a16:creationId xmlns:a16="http://schemas.microsoft.com/office/drawing/2014/main" id="{EF9EE271-817F-4924-87FF-A38B1CA5BD69}"/>
              </a:ext>
            </a:extLst>
          </p:cNvPr>
          <p:cNvSpPr>
            <a:spLocks xmlns:a="http://schemas.openxmlformats.org/drawingml/2006/main" noGrp="1"/>
          </p:cNvSpPr>
          <p:nvPr/>
        </p:nvSpPr>
        <p:spPr>
          <a:xfrm xmlns:a="http://schemas.openxmlformats.org/drawingml/2006/main">
            <a:off x="7591425" y="1562100"/>
            <a:ext cx="37242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950" b="1">
                <a:solidFill>
                  <a:srgbClr val="9D752B"/>
                </a:solidFill>
                <a:latin typeface="Arial"/>
                <a:ea typeface="Arial"/>
                <a:cs typeface="Arial"/>
              </a:defRPr>
            </a:defPPr>
            <a:lvl1pPr algn="l">
              <a:defRPr sz="1950" b="1">
                <a:solidFill>
                  <a:srgbClr val="9D752B"/>
                </a:solidFill>
                <a:latin typeface="Arial"/>
                <a:ea typeface="Arial"/>
                <a:cs typeface="Arial"/>
              </a:defRPr>
            </a:lvl1pPr>
            <a:lvl2pPr algn="l">
              <a:defRPr sz="1950" b="1">
                <a:solidFill>
                  <a:srgbClr val="9D752B"/>
                </a:solidFill>
                <a:latin typeface="Arial"/>
                <a:ea typeface="Arial"/>
                <a:cs typeface="Arial"/>
              </a:defRPr>
            </a:lvl2pPr>
            <a:lvl3pPr algn="l">
              <a:defRPr sz="1950" b="1">
                <a:solidFill>
                  <a:srgbClr val="9D752B"/>
                </a:solidFill>
                <a:latin typeface="Arial"/>
                <a:ea typeface="Arial"/>
                <a:cs typeface="Arial"/>
              </a:defRPr>
            </a:lvl3pPr>
            <a:lvl4pPr algn="l">
              <a:defRPr sz="1950" b="1">
                <a:solidFill>
                  <a:srgbClr val="9D752B"/>
                </a:solidFill>
                <a:latin typeface="Arial"/>
                <a:ea typeface="Arial"/>
                <a:cs typeface="Arial"/>
              </a:defRPr>
            </a:lvl4pPr>
            <a:lvl5pPr algn="l">
              <a:defRPr sz="1950" b="1">
                <a:solidFill>
                  <a:srgbClr val="9D752B"/>
                </a:solidFill>
                <a:latin typeface="Arial"/>
                <a:ea typeface="Arial"/>
                <a:cs typeface="Arial"/>
              </a:defRPr>
            </a:lvl5pPr>
            <a:lvl6pPr algn="l">
              <a:defRPr sz="1950" b="1">
                <a:solidFill>
                  <a:srgbClr val="9D752B"/>
                </a:solidFill>
                <a:latin typeface="Arial"/>
                <a:ea typeface="Arial"/>
                <a:cs typeface="Arial"/>
              </a:defRPr>
            </a:lvl6pPr>
            <a:lvl7pPr algn="l">
              <a:defRPr sz="1950" b="1">
                <a:solidFill>
                  <a:srgbClr val="9D752B"/>
                </a:solidFill>
                <a:latin typeface="Arial"/>
                <a:ea typeface="Arial"/>
                <a:cs typeface="Arial"/>
              </a:defRPr>
            </a:lvl7pPr>
            <a:lvl8pPr algn="l">
              <a:defRPr sz="1950" b="1">
                <a:solidFill>
                  <a:srgbClr val="9D752B"/>
                </a:solidFill>
                <a:latin typeface="Arial"/>
                <a:ea typeface="Arial"/>
                <a:cs typeface="Arial"/>
              </a:defRPr>
            </a:lvl8pPr>
            <a:lvl9pPr algn="l">
              <a:defRPr sz="1950" b="1">
                <a:solidFill>
                  <a:srgbClr val="9D752B"/>
                </a:solidFill>
                <a:latin typeface="Arial"/>
                <a:ea typeface="Arial"/>
                <a:cs typeface="Arial"/>
              </a:defRPr>
            </a:lvl9pPr>
          </a:lstStyle>
          <a:p xmlns:a="http://schemas.openxmlformats.org/drawingml/2006/main">
            <a:pPr algn="l">
              <a:defRPr sz="1950" b="1">
                <a:solidFill>
                  <a:srgbClr val="9D752B"/>
                </a:solidFill>
                <a:latin typeface="Arial"/>
                <a:ea typeface="Arial"/>
                <a:cs typeface="Arial"/>
              </a:defRPr>
            </a:pPr>
            <a:r>
              <a:rPr sz="1950" b="1">
                <a:solidFill>
                  <a:srgbClr val="9D752B"/>
                </a:solidFill>
                <a:latin typeface="Arial"/>
                <a:ea typeface="Arial"/>
                <a:cs typeface="Arial"/>
              </a:rPr>
              <a:t>Actual change</a:t>
            </a:r>
          </a:p>
        </p:txBody>
      </p:sp>
      <p:sp>
        <p:nvSpPr>
          <p:cNvPr id="8" name="d3-97">
            <a:extLst xmlns:a="http://schemas.openxmlformats.org/drawingml/2006/main">
              <a:ext uri="{FF2B5EF4-FFF2-40B4-BE49-F238E27FC236}">
                <a16:creationId xmlns:a16="http://schemas.microsoft.com/office/drawing/2014/main" id="{E0E22433-A5CD-45F4-88A9-9A65DC6D1791}"/>
              </a:ext>
            </a:extLst>
          </p:cNvPr>
          <p:cNvSpPr>
            <a:spLocks xmlns:a="http://schemas.openxmlformats.org/drawingml/2006/main" noGrp="1"/>
          </p:cNvSpPr>
          <p:nvPr/>
        </p:nvSpPr>
        <p:spPr>
          <a:xfrm xmlns:a="http://schemas.openxmlformats.org/drawingml/2006/main">
            <a:off x="7591425" y="2114550"/>
            <a:ext cx="3724275" cy="2981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025" b="0">
                <a:solidFill>
                  <a:srgbClr val="213044"/>
                </a:solidFill>
                <a:latin typeface="Arial"/>
                <a:ea typeface="Arial"/>
                <a:cs typeface="Arial"/>
              </a:defRPr>
            </a:defPPr>
            <a:lvl1pPr algn="l">
              <a:defRPr sz="2025" b="0">
                <a:solidFill>
                  <a:srgbClr val="213044"/>
                </a:solidFill>
                <a:latin typeface="Arial"/>
                <a:ea typeface="Arial"/>
                <a:cs typeface="Arial"/>
              </a:defRPr>
            </a:lvl1pPr>
            <a:lvl2pPr algn="l">
              <a:defRPr sz="2025" b="0">
                <a:solidFill>
                  <a:srgbClr val="213044"/>
                </a:solidFill>
                <a:latin typeface="Arial"/>
                <a:ea typeface="Arial"/>
                <a:cs typeface="Arial"/>
              </a:defRPr>
            </a:lvl2pPr>
            <a:lvl3pPr algn="l">
              <a:defRPr sz="2025" b="0">
                <a:solidFill>
                  <a:srgbClr val="213044"/>
                </a:solidFill>
                <a:latin typeface="Arial"/>
                <a:ea typeface="Arial"/>
                <a:cs typeface="Arial"/>
              </a:defRPr>
            </a:lvl3pPr>
            <a:lvl4pPr algn="l">
              <a:defRPr sz="2025" b="0">
                <a:solidFill>
                  <a:srgbClr val="213044"/>
                </a:solidFill>
                <a:latin typeface="Arial"/>
                <a:ea typeface="Arial"/>
                <a:cs typeface="Arial"/>
              </a:defRPr>
            </a:lvl4pPr>
            <a:lvl5pPr algn="l">
              <a:defRPr sz="2025" b="0">
                <a:solidFill>
                  <a:srgbClr val="213044"/>
                </a:solidFill>
                <a:latin typeface="Arial"/>
                <a:ea typeface="Arial"/>
                <a:cs typeface="Arial"/>
              </a:defRPr>
            </a:lvl5pPr>
            <a:lvl6pPr algn="l">
              <a:defRPr sz="2025" b="0">
                <a:solidFill>
                  <a:srgbClr val="213044"/>
                </a:solidFill>
                <a:latin typeface="Arial"/>
                <a:ea typeface="Arial"/>
                <a:cs typeface="Arial"/>
              </a:defRPr>
            </a:lvl6pPr>
            <a:lvl7pPr algn="l">
              <a:defRPr sz="2025" b="0">
                <a:solidFill>
                  <a:srgbClr val="213044"/>
                </a:solidFill>
                <a:latin typeface="Arial"/>
                <a:ea typeface="Arial"/>
                <a:cs typeface="Arial"/>
              </a:defRPr>
            </a:lvl7pPr>
            <a:lvl8pPr algn="l">
              <a:defRPr sz="2025" b="0">
                <a:solidFill>
                  <a:srgbClr val="213044"/>
                </a:solidFill>
                <a:latin typeface="Arial"/>
                <a:ea typeface="Arial"/>
                <a:cs typeface="Arial"/>
              </a:defRPr>
            </a:lvl8pPr>
            <a:lvl9pPr algn="l">
              <a:defRPr sz="2025" b="0">
                <a:solidFill>
                  <a:srgbClr val="213044"/>
                </a:solidFill>
                <a:latin typeface="Arial"/>
                <a:ea typeface="Arial"/>
                <a:cs typeface="Arial"/>
              </a:defRPr>
            </a:lvl9pPr>
          </a:lstStyle>
          <a:p xmlns:a="http://schemas.openxmlformats.org/drawingml/2006/main">
            <a:pPr algn="l">
              <a:defRPr sz="2025" b="0">
                <a:solidFill>
                  <a:srgbClr val="213044"/>
                </a:solidFill>
                <a:latin typeface="Arial"/>
                <a:ea typeface="Arial"/>
                <a:cs typeface="Arial"/>
              </a:defRPr>
            </a:pPr>
            <a:r>
              <a:rPr sz="2025" b="0">
                <a:solidFill>
                  <a:srgbClr val="213044"/>
                </a:solidFill>
                <a:latin typeface="Arial"/>
                <a:ea typeface="Arial"/>
                <a:cs typeface="Arial"/>
              </a:rPr>
              <a:t>Moved four functions</a:t>
            </a:r>
          </a:p>
          <a:p xmlns:a="http://schemas.openxmlformats.org/drawingml/2006/main">
            <a:pPr algn="l">
              <a:defRPr sz="2025" b="0">
                <a:solidFill>
                  <a:srgbClr val="213044"/>
                </a:solidFill>
                <a:latin typeface="Arial"/>
                <a:ea typeface="Arial"/>
                <a:cs typeface="Arial"/>
              </a:defRPr>
            </a:pPr>
            <a:r>
              <a:rPr sz="2025" b="0">
                <a:solidFill>
                  <a:srgbClr val="213044"/>
                </a:solidFill>
                <a:latin typeface="Arial"/>
                <a:ea typeface="Arial"/>
                <a:cs typeface="Arial"/>
              </a:rPr>
              <a:t>Bodies unchanged</a:t>
            </a:r>
          </a:p>
          <a:p xmlns:a="http://schemas.openxmlformats.org/drawingml/2006/main">
            <a:r>
              <a:t/>
            </a:r>
          </a:p>
          <a:p xmlns:a="http://schemas.openxmlformats.org/drawingml/2006/main">
            <a:pPr algn="l">
              <a:defRPr sz="2025" b="0">
                <a:solidFill>
                  <a:srgbClr val="213044"/>
                </a:solidFill>
                <a:latin typeface="Arial"/>
                <a:ea typeface="Arial"/>
                <a:cs typeface="Arial"/>
              </a:defRPr>
            </a:pPr>
            <a:r>
              <a:rPr sz="2025" b="0">
                <a:solidFill>
                  <a:srgbClr val="213044"/>
                </a:solidFill>
                <a:latin typeface="Arial"/>
                <a:ea typeface="Arial"/>
                <a:cs typeface="Arial"/>
              </a:rPr>
              <a:t>app.js imports the module</a:t>
            </a:r>
          </a:p>
          <a:p xmlns:a="http://schemas.openxmlformats.org/drawingml/2006/main">
            <a:pPr algn="l">
              <a:defRPr sz="2025" b="0">
                <a:solidFill>
                  <a:srgbClr val="213044"/>
                </a:solidFill>
                <a:latin typeface="Arial"/>
                <a:ea typeface="Arial"/>
                <a:cs typeface="Arial"/>
              </a:defRPr>
            </a:pPr>
            <a:r>
              <a:rPr sz="2025" b="0">
                <a:solidFill>
                  <a:srgbClr val="213044"/>
                </a:solidFill>
                <a:latin typeface="Arial"/>
                <a:ea typeface="Arial"/>
                <a:cs typeface="Arial"/>
              </a:rPr>
              <a:t>and keeps its export</a:t>
            </a:r>
          </a:p>
          <a:p xmlns:a="http://schemas.openxmlformats.org/drawingml/2006/main">
            <a:r>
              <a:t/>
            </a:r>
          </a:p>
          <a:p xmlns:a="http://schemas.openxmlformats.org/drawingml/2006/main">
            <a:pPr algn="l">
              <a:defRPr sz="2025" b="0">
                <a:solidFill>
                  <a:srgbClr val="213044"/>
                </a:solidFill>
                <a:latin typeface="Arial"/>
                <a:ea typeface="Arial"/>
                <a:cs typeface="Arial"/>
              </a:defRPr>
            </a:pPr>
            <a:r>
              <a:rPr sz="2025" b="0">
                <a:solidFill>
                  <a:srgbClr val="213044"/>
                </a:solidFill>
                <a:latin typeface="Arial"/>
                <a:ea typeface="Arial"/>
                <a:cs typeface="Arial"/>
              </a:rPr>
              <a:t>27 unchanged tests pass</a:t>
            </a:r>
          </a:p>
        </p:txBody>
      </p:sp>
      <p:sp>
        <p:nvSpPr>
          <p:cNvPr id="9" name="d3-98">
            <a:extLst xmlns:a="http://schemas.openxmlformats.org/drawingml/2006/main">
              <a:ext uri="{FF2B5EF4-FFF2-40B4-BE49-F238E27FC236}">
                <a16:creationId xmlns:a16="http://schemas.microsoft.com/office/drawing/2014/main" id="{0072BB8F-B488-4A6D-87AA-1C54D118BD3F}"/>
              </a:ext>
            </a:extLst>
          </p:cNvPr>
          <p:cNvSpPr>
            <a:spLocks xmlns:a="http://schemas.openxmlformats.org/drawingml/2006/main" noGrp="1"/>
          </p:cNvSpPr>
          <p:nvPr/>
        </p:nvSpPr>
        <p:spPr>
          <a:xfrm xmlns:a="http://schemas.openxmlformats.org/drawingml/2006/main">
            <a:off x="619125" y="5629275"/>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025" b="0">
                <a:solidFill>
                  <a:srgbClr val="AC6154"/>
                </a:solidFill>
                <a:latin typeface="Arial"/>
                <a:ea typeface="Arial"/>
                <a:cs typeface="Arial"/>
              </a:defRPr>
            </a:defPPr>
            <a:lvl1pPr algn="l">
              <a:defRPr sz="2025" b="0">
                <a:solidFill>
                  <a:srgbClr val="AC6154"/>
                </a:solidFill>
                <a:latin typeface="Arial"/>
                <a:ea typeface="Arial"/>
                <a:cs typeface="Arial"/>
              </a:defRPr>
            </a:lvl1pPr>
            <a:lvl2pPr algn="l">
              <a:defRPr sz="2025" b="0">
                <a:solidFill>
                  <a:srgbClr val="AC6154"/>
                </a:solidFill>
                <a:latin typeface="Arial"/>
                <a:ea typeface="Arial"/>
                <a:cs typeface="Arial"/>
              </a:defRPr>
            </a:lvl2pPr>
            <a:lvl3pPr algn="l">
              <a:defRPr sz="2025" b="0">
                <a:solidFill>
                  <a:srgbClr val="AC6154"/>
                </a:solidFill>
                <a:latin typeface="Arial"/>
                <a:ea typeface="Arial"/>
                <a:cs typeface="Arial"/>
              </a:defRPr>
            </a:lvl3pPr>
            <a:lvl4pPr algn="l">
              <a:defRPr sz="2025" b="0">
                <a:solidFill>
                  <a:srgbClr val="AC6154"/>
                </a:solidFill>
                <a:latin typeface="Arial"/>
                <a:ea typeface="Arial"/>
                <a:cs typeface="Arial"/>
              </a:defRPr>
            </a:lvl4pPr>
            <a:lvl5pPr algn="l">
              <a:defRPr sz="2025" b="0">
                <a:solidFill>
                  <a:srgbClr val="AC6154"/>
                </a:solidFill>
                <a:latin typeface="Arial"/>
                <a:ea typeface="Arial"/>
                <a:cs typeface="Arial"/>
              </a:defRPr>
            </a:lvl5pPr>
            <a:lvl6pPr algn="l">
              <a:defRPr sz="2025" b="0">
                <a:solidFill>
                  <a:srgbClr val="AC6154"/>
                </a:solidFill>
                <a:latin typeface="Arial"/>
                <a:ea typeface="Arial"/>
                <a:cs typeface="Arial"/>
              </a:defRPr>
            </a:lvl6pPr>
            <a:lvl7pPr algn="l">
              <a:defRPr sz="2025" b="0">
                <a:solidFill>
                  <a:srgbClr val="AC6154"/>
                </a:solidFill>
                <a:latin typeface="Arial"/>
                <a:ea typeface="Arial"/>
                <a:cs typeface="Arial"/>
              </a:defRPr>
            </a:lvl7pPr>
            <a:lvl8pPr algn="l">
              <a:defRPr sz="2025" b="0">
                <a:solidFill>
                  <a:srgbClr val="AC6154"/>
                </a:solidFill>
                <a:latin typeface="Arial"/>
                <a:ea typeface="Arial"/>
                <a:cs typeface="Arial"/>
              </a:defRPr>
            </a:lvl8pPr>
            <a:lvl9pPr algn="l">
              <a:defRPr sz="2025" b="0">
                <a:solidFill>
                  <a:srgbClr val="AC6154"/>
                </a:solidFill>
                <a:latin typeface="Arial"/>
                <a:ea typeface="Arial"/>
                <a:cs typeface="Arial"/>
              </a:defRPr>
            </a:lvl9pPr>
          </a:lstStyle>
          <a:p xmlns:a="http://schemas.openxmlformats.org/drawingml/2006/main">
            <a:pPr algn="l">
              <a:defRPr sz="2025" b="0">
                <a:solidFill>
                  <a:srgbClr val="AC6154"/>
                </a:solidFill>
                <a:latin typeface="Arial"/>
                <a:ea typeface="Arial"/>
                <a:cs typeface="Arial"/>
              </a:defRPr>
            </a:pPr>
            <a:r>
              <a:rPr sz="2025" b="0">
                <a:solidFill>
                  <a:srgbClr val="AC6154"/>
                </a:solidFill>
                <a:latin typeface="Arial"/>
                <a:ea typeface="Arial"/>
                <a:cs typeface="Arial"/>
              </a:rPr>
              <a:t>Check the saved evidence before moving to the next stage</a:t>
            </a:r>
          </a:p>
        </p:txBody>
      </p:sp>
    </p:spTree>
    <p:extLst>
      <p:ext uri="{BB962C8B-B14F-4D97-AF65-F5344CB8AC3E}">
        <p14:creationId xmlns:p14="http://schemas.microsoft.com/office/powerpoint/2010/main" val="1001113628"/>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d3-99">
            <a:extLst xmlns:a="http://schemas.openxmlformats.org/drawingml/2006/main">
              <a:ext uri="{FF2B5EF4-FFF2-40B4-BE49-F238E27FC236}">
                <a16:creationId xmlns:a16="http://schemas.microsoft.com/office/drawing/2014/main" id="{DA49C82B-8532-4617-B3CA-7523CD2F39D2}"/>
              </a:ext>
            </a:extLst>
          </p:cNvPr>
          <p:cNvSpPr>
            <a:spLocks xmlns:a="http://schemas.openxmlformats.org/drawingml/2006/main" noGrp="1"/>
          </p:cNvSpPr>
          <p:nvPr/>
        </p:nvSpPr>
        <p:spPr>
          <a:xfrm xmlns:a="http://schemas.openxmlformats.org/drawingml/2006/main">
            <a:off x="523875" y="295275"/>
            <a:ext cx="11144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225" b="1">
                <a:solidFill>
                  <a:srgbClr val="213044"/>
                </a:solidFill>
                <a:latin typeface="Arial"/>
                <a:ea typeface="Arial"/>
                <a:cs typeface="Arial"/>
              </a:defRPr>
            </a:defPPr>
            <a:lvl1pPr algn="ctr">
              <a:defRPr sz="3225" b="1">
                <a:solidFill>
                  <a:srgbClr val="213044"/>
                </a:solidFill>
                <a:latin typeface="Arial"/>
                <a:ea typeface="Arial"/>
                <a:cs typeface="Arial"/>
              </a:defRPr>
            </a:lvl1pPr>
            <a:lvl2pPr algn="ctr">
              <a:defRPr sz="3225" b="1">
                <a:solidFill>
                  <a:srgbClr val="213044"/>
                </a:solidFill>
                <a:latin typeface="Arial"/>
                <a:ea typeface="Arial"/>
                <a:cs typeface="Arial"/>
              </a:defRPr>
            </a:lvl2pPr>
            <a:lvl3pPr algn="ctr">
              <a:defRPr sz="3225" b="1">
                <a:solidFill>
                  <a:srgbClr val="213044"/>
                </a:solidFill>
                <a:latin typeface="Arial"/>
                <a:ea typeface="Arial"/>
                <a:cs typeface="Arial"/>
              </a:defRPr>
            </a:lvl3pPr>
            <a:lvl4pPr algn="ctr">
              <a:defRPr sz="3225" b="1">
                <a:solidFill>
                  <a:srgbClr val="213044"/>
                </a:solidFill>
                <a:latin typeface="Arial"/>
                <a:ea typeface="Arial"/>
                <a:cs typeface="Arial"/>
              </a:defRPr>
            </a:lvl4pPr>
            <a:lvl5pPr algn="ctr">
              <a:defRPr sz="3225" b="1">
                <a:solidFill>
                  <a:srgbClr val="213044"/>
                </a:solidFill>
                <a:latin typeface="Arial"/>
                <a:ea typeface="Arial"/>
                <a:cs typeface="Arial"/>
              </a:defRPr>
            </a:lvl5pPr>
            <a:lvl6pPr algn="ctr">
              <a:defRPr sz="3225" b="1">
                <a:solidFill>
                  <a:srgbClr val="213044"/>
                </a:solidFill>
                <a:latin typeface="Arial"/>
                <a:ea typeface="Arial"/>
                <a:cs typeface="Arial"/>
              </a:defRPr>
            </a:lvl6pPr>
            <a:lvl7pPr algn="ctr">
              <a:defRPr sz="3225" b="1">
                <a:solidFill>
                  <a:srgbClr val="213044"/>
                </a:solidFill>
                <a:latin typeface="Arial"/>
                <a:ea typeface="Arial"/>
                <a:cs typeface="Arial"/>
              </a:defRPr>
            </a:lvl7pPr>
            <a:lvl8pPr algn="ctr">
              <a:defRPr sz="3225" b="1">
                <a:solidFill>
                  <a:srgbClr val="213044"/>
                </a:solidFill>
                <a:latin typeface="Arial"/>
                <a:ea typeface="Arial"/>
                <a:cs typeface="Arial"/>
              </a:defRPr>
            </a:lvl8pPr>
            <a:lvl9pPr algn="ctr">
              <a:defRPr sz="3225" b="1">
                <a:solidFill>
                  <a:srgbClr val="213044"/>
                </a:solidFill>
                <a:latin typeface="Arial"/>
                <a:ea typeface="Arial"/>
                <a:cs typeface="Arial"/>
              </a:defRPr>
            </a:lvl9pPr>
          </a:lstStyle>
          <a:p xmlns:a="http://schemas.openxmlformats.org/drawingml/2006/main">
            <a:pPr algn="ctr">
              <a:defRPr sz="3225" b="1">
                <a:solidFill>
                  <a:srgbClr val="213044"/>
                </a:solidFill>
                <a:latin typeface="Arial"/>
                <a:ea typeface="Arial"/>
                <a:cs typeface="Arial"/>
              </a:defRPr>
            </a:pPr>
            <a:r>
              <a:rPr sz="3225" b="1">
                <a:solidFill>
                  <a:srgbClr val="213044"/>
                </a:solidFill>
                <a:latin typeface="Arial"/>
                <a:ea typeface="Arial"/>
                <a:cs typeface="Arial"/>
              </a:rPr>
              <a:t>05 · Verify and hand off</a:t>
            </a:r>
          </a:p>
        </p:txBody>
      </p:sp>
      <p:sp>
        <p:nvSpPr>
          <p:cNvPr id="2" name="d3-100">
            <a:extLst xmlns:a="http://schemas.openxmlformats.org/drawingml/2006/main">
              <a:ext uri="{FF2B5EF4-FFF2-40B4-BE49-F238E27FC236}">
                <a16:creationId xmlns:a16="http://schemas.microsoft.com/office/drawing/2014/main" id="{FA93BF8D-4573-4806-BC19-169FB529C33D}"/>
              </a:ext>
            </a:extLst>
          </p:cNvPr>
          <p:cNvSpPr>
            <a:spLocks xmlns:a="http://schemas.openxmlformats.org/drawingml/2006/main" noGrp="1"/>
          </p:cNvSpPr>
          <p:nvPr/>
        </p:nvSpPr>
        <p:spPr>
          <a:xfrm xmlns:a="http://schemas.openxmlformats.org/drawingml/2006/main">
            <a:off x="523875" y="65341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050" b="0">
                <a:solidFill>
                  <a:srgbClr val="627084"/>
                </a:solidFill>
                <a:latin typeface="Arial"/>
                <a:ea typeface="Arial"/>
                <a:cs typeface="Arial"/>
              </a:defRPr>
            </a:defPPr>
            <a:lvl1pPr algn="l">
              <a:defRPr sz="1050" b="0">
                <a:solidFill>
                  <a:srgbClr val="627084"/>
                </a:solidFill>
                <a:latin typeface="Arial"/>
                <a:ea typeface="Arial"/>
                <a:cs typeface="Arial"/>
              </a:defRPr>
            </a:lvl1pPr>
            <a:lvl2pPr algn="l">
              <a:defRPr sz="1050" b="0">
                <a:solidFill>
                  <a:srgbClr val="627084"/>
                </a:solidFill>
                <a:latin typeface="Arial"/>
                <a:ea typeface="Arial"/>
                <a:cs typeface="Arial"/>
              </a:defRPr>
            </a:lvl2pPr>
            <a:lvl3pPr algn="l">
              <a:defRPr sz="1050" b="0">
                <a:solidFill>
                  <a:srgbClr val="627084"/>
                </a:solidFill>
                <a:latin typeface="Arial"/>
                <a:ea typeface="Arial"/>
                <a:cs typeface="Arial"/>
              </a:defRPr>
            </a:lvl3pPr>
            <a:lvl4pPr algn="l">
              <a:defRPr sz="1050" b="0">
                <a:solidFill>
                  <a:srgbClr val="627084"/>
                </a:solidFill>
                <a:latin typeface="Arial"/>
                <a:ea typeface="Arial"/>
                <a:cs typeface="Arial"/>
              </a:defRPr>
            </a:lvl4pPr>
            <a:lvl5pPr algn="l">
              <a:defRPr sz="1050" b="0">
                <a:solidFill>
                  <a:srgbClr val="627084"/>
                </a:solidFill>
                <a:latin typeface="Arial"/>
                <a:ea typeface="Arial"/>
                <a:cs typeface="Arial"/>
              </a:defRPr>
            </a:lvl5pPr>
            <a:lvl6pPr algn="l">
              <a:defRPr sz="1050" b="0">
                <a:solidFill>
                  <a:srgbClr val="627084"/>
                </a:solidFill>
                <a:latin typeface="Arial"/>
                <a:ea typeface="Arial"/>
                <a:cs typeface="Arial"/>
              </a:defRPr>
            </a:lvl6pPr>
            <a:lvl7pPr algn="l">
              <a:defRPr sz="1050" b="0">
                <a:solidFill>
                  <a:srgbClr val="627084"/>
                </a:solidFill>
                <a:latin typeface="Arial"/>
                <a:ea typeface="Arial"/>
                <a:cs typeface="Arial"/>
              </a:defRPr>
            </a:lvl7pPr>
            <a:lvl8pPr algn="l">
              <a:defRPr sz="1050" b="0">
                <a:solidFill>
                  <a:srgbClr val="627084"/>
                </a:solidFill>
                <a:latin typeface="Arial"/>
                <a:ea typeface="Arial"/>
                <a:cs typeface="Arial"/>
              </a:defRPr>
            </a:lvl8pPr>
            <a:lvl9pPr algn="l">
              <a:defRPr sz="1050" b="0">
                <a:solidFill>
                  <a:srgbClr val="627084"/>
                </a:solidFill>
                <a:latin typeface="Arial"/>
                <a:ea typeface="Arial"/>
                <a:cs typeface="Arial"/>
              </a:defRPr>
            </a:lvl9pPr>
          </a:lstStyle>
          <a:p xmlns:a="http://schemas.openxmlformats.org/drawingml/2006/main">
            <a:pPr algn="l">
              <a:defRPr sz="1050" b="0">
                <a:solidFill>
                  <a:srgbClr val="627084"/>
                </a:solidFill>
                <a:latin typeface="Arial"/>
                <a:ea typeface="Arial"/>
                <a:cs typeface="Arial"/>
              </a:defRPr>
            </a:pPr>
            <a:r>
              <a:rPr sz="1050" b="0">
                <a:solidFill>
                  <a:srgbClr val="627084"/>
                </a:solidFill>
                <a:latin typeface="Arial"/>
                <a:ea typeface="Arial"/>
                <a:cs typeface="Arial"/>
              </a:rPr>
              <a:t>CODEX &amp; COFFEE</a:t>
            </a:r>
          </a:p>
        </p:txBody>
      </p:sp>
      <p:sp>
        <p:nvSpPr>
          <p:cNvPr id="3" name="d3-101">
            <a:extLst xmlns:a="http://schemas.openxmlformats.org/drawingml/2006/main">
              <a:ext uri="{FF2B5EF4-FFF2-40B4-BE49-F238E27FC236}">
                <a16:creationId xmlns:a16="http://schemas.microsoft.com/office/drawing/2014/main" id="{8A87C71B-4EE8-40A8-AE3C-7355FC9EE137}"/>
              </a:ext>
            </a:extLst>
          </p:cNvPr>
          <p:cNvSpPr>
            <a:spLocks xmlns:a="http://schemas.openxmlformats.org/drawingml/2006/main" noGrp="1"/>
          </p:cNvSpPr>
          <p:nvPr/>
        </p:nvSpPr>
        <p:spPr>
          <a:xfrm xmlns:a="http://schemas.openxmlformats.org/drawingml/2006/main">
            <a:off x="10001250" y="6534150"/>
            <a:ext cx="1666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050" b="0">
                <a:solidFill>
                  <a:srgbClr val="627084"/>
                </a:solidFill>
                <a:latin typeface="Arial"/>
                <a:ea typeface="Arial"/>
                <a:cs typeface="Arial"/>
              </a:defRPr>
            </a:defPPr>
            <a:lvl1pPr algn="r">
              <a:defRPr sz="1050" b="0">
                <a:solidFill>
                  <a:srgbClr val="627084"/>
                </a:solidFill>
                <a:latin typeface="Arial"/>
                <a:ea typeface="Arial"/>
                <a:cs typeface="Arial"/>
              </a:defRPr>
            </a:lvl1pPr>
            <a:lvl2pPr algn="r">
              <a:defRPr sz="1050" b="0">
                <a:solidFill>
                  <a:srgbClr val="627084"/>
                </a:solidFill>
                <a:latin typeface="Arial"/>
                <a:ea typeface="Arial"/>
                <a:cs typeface="Arial"/>
              </a:defRPr>
            </a:lvl2pPr>
            <a:lvl3pPr algn="r">
              <a:defRPr sz="1050" b="0">
                <a:solidFill>
                  <a:srgbClr val="627084"/>
                </a:solidFill>
                <a:latin typeface="Arial"/>
                <a:ea typeface="Arial"/>
                <a:cs typeface="Arial"/>
              </a:defRPr>
            </a:lvl3pPr>
            <a:lvl4pPr algn="r">
              <a:defRPr sz="1050" b="0">
                <a:solidFill>
                  <a:srgbClr val="627084"/>
                </a:solidFill>
                <a:latin typeface="Arial"/>
                <a:ea typeface="Arial"/>
                <a:cs typeface="Arial"/>
              </a:defRPr>
            </a:lvl4pPr>
            <a:lvl5pPr algn="r">
              <a:defRPr sz="1050" b="0">
                <a:solidFill>
                  <a:srgbClr val="627084"/>
                </a:solidFill>
                <a:latin typeface="Arial"/>
                <a:ea typeface="Arial"/>
                <a:cs typeface="Arial"/>
              </a:defRPr>
            </a:lvl5pPr>
            <a:lvl6pPr algn="r">
              <a:defRPr sz="1050" b="0">
                <a:solidFill>
                  <a:srgbClr val="627084"/>
                </a:solidFill>
                <a:latin typeface="Arial"/>
                <a:ea typeface="Arial"/>
                <a:cs typeface="Arial"/>
              </a:defRPr>
            </a:lvl6pPr>
            <a:lvl7pPr algn="r">
              <a:defRPr sz="1050" b="0">
                <a:solidFill>
                  <a:srgbClr val="627084"/>
                </a:solidFill>
                <a:latin typeface="Arial"/>
                <a:ea typeface="Arial"/>
                <a:cs typeface="Arial"/>
              </a:defRPr>
            </a:lvl7pPr>
            <a:lvl8pPr algn="r">
              <a:defRPr sz="1050" b="0">
                <a:solidFill>
                  <a:srgbClr val="627084"/>
                </a:solidFill>
                <a:latin typeface="Arial"/>
                <a:ea typeface="Arial"/>
                <a:cs typeface="Arial"/>
              </a:defRPr>
            </a:lvl8pPr>
            <a:lvl9pPr algn="r">
              <a:defRPr sz="1050" b="0">
                <a:solidFill>
                  <a:srgbClr val="627084"/>
                </a:solidFill>
                <a:latin typeface="Arial"/>
                <a:ea typeface="Arial"/>
                <a:cs typeface="Arial"/>
              </a:defRPr>
            </a:lvl9pPr>
          </a:lstStyle>
          <a:p xmlns:a="http://schemas.openxmlformats.org/drawingml/2006/main">
            <a:pPr algn="r">
              <a:defRPr sz="1050" b="0">
                <a:solidFill>
                  <a:srgbClr val="627084"/>
                </a:solidFill>
                <a:latin typeface="Arial"/>
                <a:ea typeface="Arial"/>
                <a:cs typeface="Arial"/>
              </a:defRPr>
            </a:pPr>
            <a:r>
              <a:rPr sz="1050" b="0">
                <a:solidFill>
                  <a:srgbClr val="627084"/>
                </a:solidFill>
                <a:latin typeface="Arial"/>
                <a:ea typeface="Arial"/>
                <a:cs typeface="Arial"/>
              </a:rPr>
              <a:t>DAY 3  ·  12</a:t>
            </a:r>
          </a:p>
        </p:txBody>
      </p:sp>
      <p:sp>
        <p:nvSpPr>
          <p:cNvPr id="4" name="d3-102">
            <a:extLst xmlns:a="http://schemas.openxmlformats.org/drawingml/2006/main">
              <a:ext uri="{FF2B5EF4-FFF2-40B4-BE49-F238E27FC236}">
                <a16:creationId xmlns:a16="http://schemas.microsoft.com/office/drawing/2014/main" id="{D64650CC-E302-407C-A516-D07F9BD305D8}"/>
              </a:ext>
            </a:extLst>
          </p:cNvPr>
          <p:cNvSpPr>
            <a:spLocks xmlns:a="http://schemas.openxmlformats.org/drawingml/2006/main" noGrp="1"/>
          </p:cNvSpPr>
          <p:nvPr/>
        </p:nvSpPr>
        <p:spPr>
          <a:xfrm xmlns:a="http://schemas.openxmlformats.org/drawingml/2006/main">
            <a:off x="619125" y="1209675"/>
            <a:ext cx="619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500" b="1">
                <a:solidFill>
                  <a:srgbClr val="AC6154"/>
                </a:solidFill>
                <a:latin typeface="Arial"/>
                <a:ea typeface="Arial"/>
                <a:cs typeface="Arial"/>
              </a:defRPr>
            </a:defPPr>
            <a:lvl1pPr algn="l">
              <a:defRPr sz="1500" b="1">
                <a:solidFill>
                  <a:srgbClr val="AC6154"/>
                </a:solidFill>
                <a:latin typeface="Arial"/>
                <a:ea typeface="Arial"/>
                <a:cs typeface="Arial"/>
              </a:defRPr>
            </a:lvl1pPr>
            <a:lvl2pPr algn="l">
              <a:defRPr sz="1500" b="1">
                <a:solidFill>
                  <a:srgbClr val="AC6154"/>
                </a:solidFill>
                <a:latin typeface="Arial"/>
                <a:ea typeface="Arial"/>
                <a:cs typeface="Arial"/>
              </a:defRPr>
            </a:lvl2pPr>
            <a:lvl3pPr algn="l">
              <a:defRPr sz="1500" b="1">
                <a:solidFill>
                  <a:srgbClr val="AC6154"/>
                </a:solidFill>
                <a:latin typeface="Arial"/>
                <a:ea typeface="Arial"/>
                <a:cs typeface="Arial"/>
              </a:defRPr>
            </a:lvl3pPr>
            <a:lvl4pPr algn="l">
              <a:defRPr sz="1500" b="1">
                <a:solidFill>
                  <a:srgbClr val="AC6154"/>
                </a:solidFill>
                <a:latin typeface="Arial"/>
                <a:ea typeface="Arial"/>
                <a:cs typeface="Arial"/>
              </a:defRPr>
            </a:lvl4pPr>
            <a:lvl5pPr algn="l">
              <a:defRPr sz="1500" b="1">
                <a:solidFill>
                  <a:srgbClr val="AC6154"/>
                </a:solidFill>
                <a:latin typeface="Arial"/>
                <a:ea typeface="Arial"/>
                <a:cs typeface="Arial"/>
              </a:defRPr>
            </a:lvl5pPr>
            <a:lvl6pPr algn="l">
              <a:defRPr sz="1500" b="1">
                <a:solidFill>
                  <a:srgbClr val="AC6154"/>
                </a:solidFill>
                <a:latin typeface="Arial"/>
                <a:ea typeface="Arial"/>
                <a:cs typeface="Arial"/>
              </a:defRPr>
            </a:lvl6pPr>
            <a:lvl7pPr algn="l">
              <a:defRPr sz="1500" b="1">
                <a:solidFill>
                  <a:srgbClr val="AC6154"/>
                </a:solidFill>
                <a:latin typeface="Arial"/>
                <a:ea typeface="Arial"/>
                <a:cs typeface="Arial"/>
              </a:defRPr>
            </a:lvl7pPr>
            <a:lvl8pPr algn="l">
              <a:defRPr sz="1500" b="1">
                <a:solidFill>
                  <a:srgbClr val="AC6154"/>
                </a:solidFill>
                <a:latin typeface="Arial"/>
                <a:ea typeface="Arial"/>
                <a:cs typeface="Arial"/>
              </a:defRPr>
            </a:lvl8pPr>
            <a:lvl9pPr algn="l">
              <a:defRPr sz="1500" b="1">
                <a:solidFill>
                  <a:srgbClr val="AC6154"/>
                </a:solidFill>
                <a:latin typeface="Arial"/>
                <a:ea typeface="Arial"/>
                <a:cs typeface="Arial"/>
              </a:defRPr>
            </a:lvl9pPr>
          </a:lstStyle>
          <a:p xmlns:a="http://schemas.openxmlformats.org/drawingml/2006/main">
            <a:pPr algn="l">
              <a:defRPr sz="1500" b="1">
                <a:solidFill>
                  <a:srgbClr val="AC6154"/>
                </a:solidFill>
                <a:latin typeface="Arial"/>
                <a:ea typeface="Arial"/>
                <a:cs typeface="Arial"/>
              </a:defRPr>
            </a:pPr>
            <a:r>
              <a:rPr sz="1500" b="1">
                <a:solidFill>
                  <a:srgbClr val="AC6154"/>
                </a:solidFill>
                <a:latin typeface="Arial"/>
                <a:ea typeface="Arial"/>
                <a:cs typeface="Arial"/>
              </a:rPr>
              <a:t>REPLAY PROMPT · fresh working copy</a:t>
            </a:r>
          </a:p>
        </p:txBody>
      </p:sp>
      <p:sp>
        <p:nvSpPr>
          <p:cNvPr id="5" name="d3-103">
            <a:extLst xmlns:a="http://schemas.openxmlformats.org/drawingml/2006/main">
              <a:ext uri="{FF2B5EF4-FFF2-40B4-BE49-F238E27FC236}">
                <a16:creationId xmlns:a16="http://schemas.microsoft.com/office/drawing/2014/main" id="{44C32340-5DD6-48D8-B85F-DDC0EDD5004D}"/>
              </a:ext>
            </a:extLst>
          </p:cNvPr>
          <p:cNvSpPr>
            <a:spLocks xmlns:a="http://schemas.openxmlformats.org/drawingml/2006/main" noGrp="1"/>
          </p:cNvSpPr>
          <p:nvPr/>
        </p:nvSpPr>
        <p:spPr>
          <a:xfrm xmlns:a="http://schemas.openxmlformats.org/drawingml/2006/main">
            <a:off x="619125" y="1762125"/>
            <a:ext cx="6238875" cy="3209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75" b="0">
                <a:solidFill>
                  <a:srgbClr val="213044"/>
                </a:solidFill>
                <a:latin typeface="Arial"/>
                <a:ea typeface="Arial"/>
                <a:cs typeface="Arial"/>
              </a:defRPr>
            </a:defPPr>
            <a:lvl1pPr algn="l">
              <a:defRPr sz="2175" b="0">
                <a:solidFill>
                  <a:srgbClr val="213044"/>
                </a:solidFill>
                <a:latin typeface="Arial"/>
                <a:ea typeface="Arial"/>
                <a:cs typeface="Arial"/>
              </a:defRPr>
            </a:lvl1pPr>
            <a:lvl2pPr algn="l">
              <a:defRPr sz="2175" b="0">
                <a:solidFill>
                  <a:srgbClr val="213044"/>
                </a:solidFill>
                <a:latin typeface="Arial"/>
                <a:ea typeface="Arial"/>
                <a:cs typeface="Arial"/>
              </a:defRPr>
            </a:lvl2pPr>
            <a:lvl3pPr algn="l">
              <a:defRPr sz="2175" b="0">
                <a:solidFill>
                  <a:srgbClr val="213044"/>
                </a:solidFill>
                <a:latin typeface="Arial"/>
                <a:ea typeface="Arial"/>
                <a:cs typeface="Arial"/>
              </a:defRPr>
            </a:lvl3pPr>
            <a:lvl4pPr algn="l">
              <a:defRPr sz="2175" b="0">
                <a:solidFill>
                  <a:srgbClr val="213044"/>
                </a:solidFill>
                <a:latin typeface="Arial"/>
                <a:ea typeface="Arial"/>
                <a:cs typeface="Arial"/>
              </a:defRPr>
            </a:lvl4pPr>
            <a:lvl5pPr algn="l">
              <a:defRPr sz="2175" b="0">
                <a:solidFill>
                  <a:srgbClr val="213044"/>
                </a:solidFill>
                <a:latin typeface="Arial"/>
                <a:ea typeface="Arial"/>
                <a:cs typeface="Arial"/>
              </a:defRPr>
            </a:lvl5pPr>
            <a:lvl6pPr algn="l">
              <a:defRPr sz="2175" b="0">
                <a:solidFill>
                  <a:srgbClr val="213044"/>
                </a:solidFill>
                <a:latin typeface="Arial"/>
                <a:ea typeface="Arial"/>
                <a:cs typeface="Arial"/>
              </a:defRPr>
            </a:lvl6pPr>
            <a:lvl7pPr algn="l">
              <a:defRPr sz="2175" b="0">
                <a:solidFill>
                  <a:srgbClr val="213044"/>
                </a:solidFill>
                <a:latin typeface="Arial"/>
                <a:ea typeface="Arial"/>
                <a:cs typeface="Arial"/>
              </a:defRPr>
            </a:lvl7pPr>
            <a:lvl8pPr algn="l">
              <a:defRPr sz="2175" b="0">
                <a:solidFill>
                  <a:srgbClr val="213044"/>
                </a:solidFill>
                <a:latin typeface="Arial"/>
                <a:ea typeface="Arial"/>
                <a:cs typeface="Arial"/>
              </a:defRPr>
            </a:lvl8pPr>
            <a:lvl9pPr algn="l">
              <a:defRPr sz="2175" b="0">
                <a:solidFill>
                  <a:srgbClr val="213044"/>
                </a:solidFill>
                <a:latin typeface="Arial"/>
                <a:ea typeface="Arial"/>
                <a:cs typeface="Arial"/>
              </a:defRPr>
            </a:lvl9pPr>
          </a:lstStyle>
          <a:p xmlns:a="http://schemas.openxmlformats.org/drawingml/2006/main">
            <a:pPr algn="l">
              <a:defRPr sz="2175" b="0">
                <a:solidFill>
                  <a:srgbClr val="213044"/>
                </a:solidFill>
                <a:latin typeface="Arial"/>
                <a:ea typeface="Arial"/>
                <a:cs typeface="Arial"/>
              </a:defRPr>
            </a:pPr>
            <a:r>
              <a:rPr sz="2175" b="0">
                <a:solidFill>
                  <a:srgbClr val="213044"/>
                </a:solidFill>
                <a:latin typeface="Arial"/>
                <a:ea typeface="Arial"/>
                <a:cs typeface="Arial"/>
              </a:rPr>
              <a:t>Compare checkpoints/01-characterized with the final app. Run the unchanged tests and check function identity, protected files and bounded pricing examples. Separately verify totals, scenarios, save/reopen and exported proposal privacy in the browser. Report evidence, gaps and the next safe step.</a:t>
            </a:r>
          </a:p>
        </p:txBody>
      </p:sp>
      <p:sp>
        <p:nvSpPr>
          <p:cNvPr id="6" name="d3-104">
            <a:extLst xmlns:a="http://schemas.openxmlformats.org/drawingml/2006/main">
              <a:ext uri="{FF2B5EF4-FFF2-40B4-BE49-F238E27FC236}">
                <a16:creationId xmlns:a16="http://schemas.microsoft.com/office/drawing/2014/main" id="{40B821A8-006C-4A1C-B7E4-1AD41F8AED16}"/>
              </a:ext>
            </a:extLst>
          </p:cNvPr>
          <p:cNvSpPr>
            <a:spLocks xmlns:a="http://schemas.openxmlformats.org/drawingml/2006/main" noGrp="1"/>
          </p:cNvSpPr>
          <p:nvPr/>
        </p:nvSpPr>
        <p:spPr>
          <a:xfrm xmlns:a="http://schemas.openxmlformats.org/drawingml/2006/main">
            <a:off x="7381875" y="1428750"/>
            <a:ext cx="4143375" cy="3838575"/>
          </a:xfrm>
          <a:prstGeom xmlns:a="http://schemas.openxmlformats.org/drawingml/2006/main" prst="roundRect">
            <a:avLst>
              <a:gd name="adj" fmla="val 1985"/>
            </a:avLst>
          </a:prstGeom>
          <a:solidFill xmlns:a="http://schemas.openxmlformats.org/drawingml/2006/main">
            <a:srgbClr val="FBEAE6"/>
          </a:solidFill>
          <a:ln xmlns:a="http://schemas.openxmlformats.org/drawingml/2006/main" w="14288">
            <a:solidFill>
              <a:srgbClr val="AC6154"/>
            </a:solidFill>
          </a:ln>
        </p:spPr>
      </p:sp>
      <p:sp>
        <p:nvSpPr>
          <p:cNvPr id="7" name="d3-105">
            <a:extLst xmlns:a="http://schemas.openxmlformats.org/drawingml/2006/main">
              <a:ext uri="{FF2B5EF4-FFF2-40B4-BE49-F238E27FC236}">
                <a16:creationId xmlns:a16="http://schemas.microsoft.com/office/drawing/2014/main" id="{C43E1772-24A1-40C3-B33A-302954DD00AE}"/>
              </a:ext>
            </a:extLst>
          </p:cNvPr>
          <p:cNvSpPr>
            <a:spLocks xmlns:a="http://schemas.openxmlformats.org/drawingml/2006/main" noGrp="1"/>
          </p:cNvSpPr>
          <p:nvPr/>
        </p:nvSpPr>
        <p:spPr>
          <a:xfrm xmlns:a="http://schemas.openxmlformats.org/drawingml/2006/main">
            <a:off x="7591425" y="1562100"/>
            <a:ext cx="37242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950" b="1">
                <a:solidFill>
                  <a:srgbClr val="AC6154"/>
                </a:solidFill>
                <a:latin typeface="Arial"/>
                <a:ea typeface="Arial"/>
                <a:cs typeface="Arial"/>
              </a:defRPr>
            </a:defPPr>
            <a:lvl1pPr algn="l">
              <a:defRPr sz="1950" b="1">
                <a:solidFill>
                  <a:srgbClr val="AC6154"/>
                </a:solidFill>
                <a:latin typeface="Arial"/>
                <a:ea typeface="Arial"/>
                <a:cs typeface="Arial"/>
              </a:defRPr>
            </a:lvl1pPr>
            <a:lvl2pPr algn="l">
              <a:defRPr sz="1950" b="1">
                <a:solidFill>
                  <a:srgbClr val="AC6154"/>
                </a:solidFill>
                <a:latin typeface="Arial"/>
                <a:ea typeface="Arial"/>
                <a:cs typeface="Arial"/>
              </a:defRPr>
            </a:lvl2pPr>
            <a:lvl3pPr algn="l">
              <a:defRPr sz="1950" b="1">
                <a:solidFill>
                  <a:srgbClr val="AC6154"/>
                </a:solidFill>
                <a:latin typeface="Arial"/>
                <a:ea typeface="Arial"/>
                <a:cs typeface="Arial"/>
              </a:defRPr>
            </a:lvl3pPr>
            <a:lvl4pPr algn="l">
              <a:defRPr sz="1950" b="1">
                <a:solidFill>
                  <a:srgbClr val="AC6154"/>
                </a:solidFill>
                <a:latin typeface="Arial"/>
                <a:ea typeface="Arial"/>
                <a:cs typeface="Arial"/>
              </a:defRPr>
            </a:lvl4pPr>
            <a:lvl5pPr algn="l">
              <a:defRPr sz="1950" b="1">
                <a:solidFill>
                  <a:srgbClr val="AC6154"/>
                </a:solidFill>
                <a:latin typeface="Arial"/>
                <a:ea typeface="Arial"/>
                <a:cs typeface="Arial"/>
              </a:defRPr>
            </a:lvl5pPr>
            <a:lvl6pPr algn="l">
              <a:defRPr sz="1950" b="1">
                <a:solidFill>
                  <a:srgbClr val="AC6154"/>
                </a:solidFill>
                <a:latin typeface="Arial"/>
                <a:ea typeface="Arial"/>
                <a:cs typeface="Arial"/>
              </a:defRPr>
            </a:lvl6pPr>
            <a:lvl7pPr algn="l">
              <a:defRPr sz="1950" b="1">
                <a:solidFill>
                  <a:srgbClr val="AC6154"/>
                </a:solidFill>
                <a:latin typeface="Arial"/>
                <a:ea typeface="Arial"/>
                <a:cs typeface="Arial"/>
              </a:defRPr>
            </a:lvl7pPr>
            <a:lvl8pPr algn="l">
              <a:defRPr sz="1950" b="1">
                <a:solidFill>
                  <a:srgbClr val="AC6154"/>
                </a:solidFill>
                <a:latin typeface="Arial"/>
                <a:ea typeface="Arial"/>
                <a:cs typeface="Arial"/>
              </a:defRPr>
            </a:lvl8pPr>
            <a:lvl9pPr algn="l">
              <a:defRPr sz="1950" b="1">
                <a:solidFill>
                  <a:srgbClr val="AC6154"/>
                </a:solidFill>
                <a:latin typeface="Arial"/>
                <a:ea typeface="Arial"/>
                <a:cs typeface="Arial"/>
              </a:defRPr>
            </a:lvl9pPr>
          </a:lstStyle>
          <a:p xmlns:a="http://schemas.openxmlformats.org/drawingml/2006/main">
            <a:pPr algn="l">
              <a:defRPr sz="1950" b="1">
                <a:solidFill>
                  <a:srgbClr val="AC6154"/>
                </a:solidFill>
                <a:latin typeface="Arial"/>
                <a:ea typeface="Arial"/>
                <a:cs typeface="Arial"/>
              </a:defRPr>
            </a:pPr>
            <a:r>
              <a:rPr sz="1950" b="1">
                <a:solidFill>
                  <a:srgbClr val="AC6154"/>
                </a:solidFill>
                <a:latin typeface="Arial"/>
                <a:ea typeface="Arial"/>
                <a:cs typeface="Arial"/>
              </a:rPr>
              <a:t>Observed evidence</a:t>
            </a:r>
          </a:p>
        </p:txBody>
      </p:sp>
      <p:sp>
        <p:nvSpPr>
          <p:cNvPr id="8" name="d3-106">
            <a:extLst xmlns:a="http://schemas.openxmlformats.org/drawingml/2006/main">
              <a:ext uri="{FF2B5EF4-FFF2-40B4-BE49-F238E27FC236}">
                <a16:creationId xmlns:a16="http://schemas.microsoft.com/office/drawing/2014/main" id="{882A7610-83A7-4050-B3BA-CE339639950B}"/>
              </a:ext>
            </a:extLst>
          </p:cNvPr>
          <p:cNvSpPr>
            <a:spLocks xmlns:a="http://schemas.openxmlformats.org/drawingml/2006/main" noGrp="1"/>
          </p:cNvSpPr>
          <p:nvPr/>
        </p:nvSpPr>
        <p:spPr>
          <a:xfrm xmlns:a="http://schemas.openxmlformats.org/drawingml/2006/main">
            <a:off x="7591425" y="2114550"/>
            <a:ext cx="3724275" cy="2981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025" b="0">
                <a:solidFill>
                  <a:srgbClr val="213044"/>
                </a:solidFill>
                <a:latin typeface="Arial"/>
                <a:ea typeface="Arial"/>
                <a:cs typeface="Arial"/>
              </a:defRPr>
            </a:defPPr>
            <a:lvl1pPr algn="l">
              <a:defRPr sz="2025" b="0">
                <a:solidFill>
                  <a:srgbClr val="213044"/>
                </a:solidFill>
                <a:latin typeface="Arial"/>
                <a:ea typeface="Arial"/>
                <a:cs typeface="Arial"/>
              </a:defRPr>
            </a:lvl1pPr>
            <a:lvl2pPr algn="l">
              <a:defRPr sz="2025" b="0">
                <a:solidFill>
                  <a:srgbClr val="213044"/>
                </a:solidFill>
                <a:latin typeface="Arial"/>
                <a:ea typeface="Arial"/>
                <a:cs typeface="Arial"/>
              </a:defRPr>
            </a:lvl2pPr>
            <a:lvl3pPr algn="l">
              <a:defRPr sz="2025" b="0">
                <a:solidFill>
                  <a:srgbClr val="213044"/>
                </a:solidFill>
                <a:latin typeface="Arial"/>
                <a:ea typeface="Arial"/>
                <a:cs typeface="Arial"/>
              </a:defRPr>
            </a:lvl3pPr>
            <a:lvl4pPr algn="l">
              <a:defRPr sz="2025" b="0">
                <a:solidFill>
                  <a:srgbClr val="213044"/>
                </a:solidFill>
                <a:latin typeface="Arial"/>
                <a:ea typeface="Arial"/>
                <a:cs typeface="Arial"/>
              </a:defRPr>
            </a:lvl4pPr>
            <a:lvl5pPr algn="l">
              <a:defRPr sz="2025" b="0">
                <a:solidFill>
                  <a:srgbClr val="213044"/>
                </a:solidFill>
                <a:latin typeface="Arial"/>
                <a:ea typeface="Arial"/>
                <a:cs typeface="Arial"/>
              </a:defRPr>
            </a:lvl5pPr>
            <a:lvl6pPr algn="l">
              <a:defRPr sz="2025" b="0">
                <a:solidFill>
                  <a:srgbClr val="213044"/>
                </a:solidFill>
                <a:latin typeface="Arial"/>
                <a:ea typeface="Arial"/>
                <a:cs typeface="Arial"/>
              </a:defRPr>
            </a:lvl6pPr>
            <a:lvl7pPr algn="l">
              <a:defRPr sz="2025" b="0">
                <a:solidFill>
                  <a:srgbClr val="213044"/>
                </a:solidFill>
                <a:latin typeface="Arial"/>
                <a:ea typeface="Arial"/>
                <a:cs typeface="Arial"/>
              </a:defRPr>
            </a:lvl7pPr>
            <a:lvl8pPr algn="l">
              <a:defRPr sz="2025" b="0">
                <a:solidFill>
                  <a:srgbClr val="213044"/>
                </a:solidFill>
                <a:latin typeface="Arial"/>
                <a:ea typeface="Arial"/>
                <a:cs typeface="Arial"/>
              </a:defRPr>
            </a:lvl8pPr>
            <a:lvl9pPr algn="l">
              <a:defRPr sz="2025" b="0">
                <a:solidFill>
                  <a:srgbClr val="213044"/>
                </a:solidFill>
                <a:latin typeface="Arial"/>
                <a:ea typeface="Arial"/>
                <a:cs typeface="Arial"/>
              </a:defRPr>
            </a:lvl9pPr>
          </a:lstStyle>
          <a:p xmlns:a="http://schemas.openxmlformats.org/drawingml/2006/main">
            <a:pPr algn="l">
              <a:defRPr sz="2025" b="0">
                <a:solidFill>
                  <a:srgbClr val="213044"/>
                </a:solidFill>
                <a:latin typeface="Arial"/>
                <a:ea typeface="Arial"/>
                <a:cs typeface="Arial"/>
              </a:defRPr>
            </a:pPr>
            <a:r>
              <a:rPr sz="2025" b="0">
                <a:solidFill>
                  <a:srgbClr val="213044"/>
                </a:solidFill>
                <a:latin typeface="Arial"/>
                <a:ea typeface="Arial"/>
                <a:cs typeface="Arial"/>
              </a:rPr>
              <a:t>27 unchanged tests pass</a:t>
            </a:r>
          </a:p>
          <a:p xmlns:a="http://schemas.openxmlformats.org/drawingml/2006/main">
            <a:pPr algn="l">
              <a:defRPr sz="2025" b="0">
                <a:solidFill>
                  <a:srgbClr val="213044"/>
                </a:solidFill>
                <a:latin typeface="Arial"/>
                <a:ea typeface="Arial"/>
                <a:cs typeface="Arial"/>
              </a:defRPr>
            </a:pPr>
            <a:r>
              <a:rPr sz="2025" b="0">
                <a:solidFill>
                  <a:srgbClr val="213044"/>
                </a:solidFill>
                <a:latin typeface="Arial"/>
                <a:ea typeface="Arial"/>
                <a:cs typeface="Arial"/>
              </a:rPr>
              <a:t>8 literal cases match</a:t>
            </a:r>
          </a:p>
          <a:p xmlns:a="http://schemas.openxmlformats.org/drawingml/2006/main">
            <a:pPr algn="l">
              <a:defRPr sz="2025" b="0">
                <a:solidFill>
                  <a:srgbClr val="213044"/>
                </a:solidFill>
                <a:latin typeface="Arial"/>
                <a:ea typeface="Arial"/>
                <a:cs typeface="Arial"/>
              </a:defRPr>
            </a:pPr>
            <a:r>
              <a:rPr sz="2025" b="0">
                <a:solidFill>
                  <a:srgbClr val="213044"/>
                </a:solidFill>
                <a:latin typeface="Arial"/>
                <a:ea typeface="Arial"/>
                <a:cs typeface="Arial"/>
              </a:rPr>
              <a:t>1,000 bounded cases match</a:t>
            </a:r>
          </a:p>
          <a:p xmlns:a="http://schemas.openxmlformats.org/drawingml/2006/main">
            <a:r>
              <a:t/>
            </a:r>
          </a:p>
          <a:p xmlns:a="http://schemas.openxmlformats.org/drawingml/2006/main">
            <a:pPr algn="l">
              <a:defRPr sz="2025" b="0">
                <a:solidFill>
                  <a:srgbClr val="213044"/>
                </a:solidFill>
                <a:latin typeface="Arial"/>
                <a:ea typeface="Arial"/>
                <a:cs typeface="Arial"/>
              </a:defRPr>
            </a:pPr>
            <a:r>
              <a:rPr sz="2025" b="0">
                <a:solidFill>
                  <a:srgbClr val="213044"/>
                </a:solidFill>
                <a:latin typeface="Arial"/>
                <a:ea typeface="Arial"/>
                <a:cs typeface="Arial"/>
              </a:rPr>
              <a:t>Browser: totals, save/reopen,</a:t>
            </a:r>
          </a:p>
          <a:p xmlns:a="http://schemas.openxmlformats.org/drawingml/2006/main">
            <a:pPr algn="l">
              <a:defRPr sz="2025" b="0">
                <a:solidFill>
                  <a:srgbClr val="213044"/>
                </a:solidFill>
                <a:latin typeface="Arial"/>
                <a:ea typeface="Arial"/>
                <a:cs typeface="Arial"/>
              </a:defRPr>
            </a:pPr>
            <a:r>
              <a:rPr sz="2025" b="0">
                <a:solidFill>
                  <a:srgbClr val="213044"/>
                </a:solidFill>
                <a:latin typeface="Arial"/>
                <a:ea typeface="Arial"/>
                <a:cs typeface="Arial"/>
              </a:rPr>
              <a:t>new/reset and export checked</a:t>
            </a:r>
          </a:p>
        </p:txBody>
      </p:sp>
      <p:sp>
        <p:nvSpPr>
          <p:cNvPr id="9" name="d3-107">
            <a:extLst xmlns:a="http://schemas.openxmlformats.org/drawingml/2006/main">
              <a:ext uri="{FF2B5EF4-FFF2-40B4-BE49-F238E27FC236}">
                <a16:creationId xmlns:a16="http://schemas.microsoft.com/office/drawing/2014/main" id="{C7E02E7D-3F85-41F5-9401-26FA14080016}"/>
              </a:ext>
            </a:extLst>
          </p:cNvPr>
          <p:cNvSpPr>
            <a:spLocks xmlns:a="http://schemas.openxmlformats.org/drawingml/2006/main" noGrp="1"/>
          </p:cNvSpPr>
          <p:nvPr/>
        </p:nvSpPr>
        <p:spPr>
          <a:xfrm xmlns:a="http://schemas.openxmlformats.org/drawingml/2006/main">
            <a:off x="619125" y="5629275"/>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025" b="0">
                <a:solidFill>
                  <a:srgbClr val="AC6154"/>
                </a:solidFill>
                <a:latin typeface="Arial"/>
                <a:ea typeface="Arial"/>
                <a:cs typeface="Arial"/>
              </a:defRPr>
            </a:defPPr>
            <a:lvl1pPr algn="l">
              <a:defRPr sz="2025" b="0">
                <a:solidFill>
                  <a:srgbClr val="AC6154"/>
                </a:solidFill>
                <a:latin typeface="Arial"/>
                <a:ea typeface="Arial"/>
                <a:cs typeface="Arial"/>
              </a:defRPr>
            </a:lvl1pPr>
            <a:lvl2pPr algn="l">
              <a:defRPr sz="2025" b="0">
                <a:solidFill>
                  <a:srgbClr val="AC6154"/>
                </a:solidFill>
                <a:latin typeface="Arial"/>
                <a:ea typeface="Arial"/>
                <a:cs typeface="Arial"/>
              </a:defRPr>
            </a:lvl2pPr>
            <a:lvl3pPr algn="l">
              <a:defRPr sz="2025" b="0">
                <a:solidFill>
                  <a:srgbClr val="AC6154"/>
                </a:solidFill>
                <a:latin typeface="Arial"/>
                <a:ea typeface="Arial"/>
                <a:cs typeface="Arial"/>
              </a:defRPr>
            </a:lvl3pPr>
            <a:lvl4pPr algn="l">
              <a:defRPr sz="2025" b="0">
                <a:solidFill>
                  <a:srgbClr val="AC6154"/>
                </a:solidFill>
                <a:latin typeface="Arial"/>
                <a:ea typeface="Arial"/>
                <a:cs typeface="Arial"/>
              </a:defRPr>
            </a:lvl4pPr>
            <a:lvl5pPr algn="l">
              <a:defRPr sz="2025" b="0">
                <a:solidFill>
                  <a:srgbClr val="AC6154"/>
                </a:solidFill>
                <a:latin typeface="Arial"/>
                <a:ea typeface="Arial"/>
                <a:cs typeface="Arial"/>
              </a:defRPr>
            </a:lvl5pPr>
            <a:lvl6pPr algn="l">
              <a:defRPr sz="2025" b="0">
                <a:solidFill>
                  <a:srgbClr val="AC6154"/>
                </a:solidFill>
                <a:latin typeface="Arial"/>
                <a:ea typeface="Arial"/>
                <a:cs typeface="Arial"/>
              </a:defRPr>
            </a:lvl6pPr>
            <a:lvl7pPr algn="l">
              <a:defRPr sz="2025" b="0">
                <a:solidFill>
                  <a:srgbClr val="AC6154"/>
                </a:solidFill>
                <a:latin typeface="Arial"/>
                <a:ea typeface="Arial"/>
                <a:cs typeface="Arial"/>
              </a:defRPr>
            </a:lvl7pPr>
            <a:lvl8pPr algn="l">
              <a:defRPr sz="2025" b="0">
                <a:solidFill>
                  <a:srgbClr val="AC6154"/>
                </a:solidFill>
                <a:latin typeface="Arial"/>
                <a:ea typeface="Arial"/>
                <a:cs typeface="Arial"/>
              </a:defRPr>
            </a:lvl8pPr>
            <a:lvl9pPr algn="l">
              <a:defRPr sz="2025" b="0">
                <a:solidFill>
                  <a:srgbClr val="AC6154"/>
                </a:solidFill>
                <a:latin typeface="Arial"/>
                <a:ea typeface="Arial"/>
                <a:cs typeface="Arial"/>
              </a:defRPr>
            </a:lvl9pPr>
          </a:lstStyle>
          <a:p xmlns:a="http://schemas.openxmlformats.org/drawingml/2006/main">
            <a:pPr algn="l">
              <a:defRPr sz="2025" b="0">
                <a:solidFill>
                  <a:srgbClr val="AC6154"/>
                </a:solidFill>
                <a:latin typeface="Arial"/>
                <a:ea typeface="Arial"/>
                <a:cs typeface="Arial"/>
              </a:defRPr>
            </a:pPr>
            <a:r>
              <a:rPr sz="2025" b="0">
                <a:solidFill>
                  <a:srgbClr val="AC6154"/>
                </a:solidFill>
                <a:latin typeface="Arial"/>
                <a:ea typeface="Arial"/>
                <a:cs typeface="Arial"/>
              </a:rPr>
              <a:t>Check the saved evidence before moving to the next stage</a:t>
            </a:r>
          </a:p>
        </p:txBody>
      </p:sp>
    </p:spTree>
    <p:extLst>
      <p:ext uri="{BB962C8B-B14F-4D97-AF65-F5344CB8AC3E}">
        <p14:creationId xmlns:p14="http://schemas.microsoft.com/office/powerpoint/2010/main" val="1608271760"/>
      </p:ext>
    </p:extLst>
  </p:cSld>
</p:sld>
</file>

<file path=ppt/slides/slide13.xml><?xml version="1.0" encoding="utf-8"?>
<p:sld xmlns:p="http://schemas.openxmlformats.org/presentationml/2006/main">
  <p:cSld>
    <p:bg>
      <p:bgPr>
        <a:solidFill xmlns:a="http://schemas.openxmlformats.org/drawingml/2006/main">
          <a:srgbClr val="E5F4EF"/>
        </a:solidFill>
      </p:bgPr>
    </p:bg>
    <p:spTree>
      <p:nvGrpSpPr>
        <p:cNvPr id="1" name=""/>
        <p:cNvGrpSpPr/>
        <p:nvPr/>
      </p:nvGrpSpPr>
      <p:grpSpPr>
        <a:xfrm xmlns:a="http://schemas.openxmlformats.org/drawingml/2006/main"/>
      </p:grpSpPr>
      <p:sp>
        <p:nvSpPr>
          <p:cNvPr id="7" name="d3-108">
            <a:extLst xmlns:a="http://schemas.openxmlformats.org/drawingml/2006/main">
              <a:ext uri="{FF2B5EF4-FFF2-40B4-BE49-F238E27FC236}">
                <a16:creationId xmlns:a16="http://schemas.microsoft.com/office/drawing/2014/main" id="{0503BE04-6A94-4C62-9507-7D97847CE895}"/>
              </a:ext>
            </a:extLst>
          </p:cNvPr>
          <p:cNvSpPr>
            <a:spLocks xmlns:a="http://schemas.openxmlformats.org/drawingml/2006/main" noGrp="1"/>
          </p:cNvSpPr>
          <p:nvPr/>
        </p:nvSpPr>
        <p:spPr>
          <a:xfrm xmlns:a="http://schemas.openxmlformats.org/drawingml/2006/main">
            <a:off x="523875" y="295275"/>
            <a:ext cx="11144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225" b="1">
                <a:solidFill>
                  <a:srgbClr val="213044"/>
                </a:solidFill>
                <a:latin typeface="Arial"/>
                <a:ea typeface="Arial"/>
                <a:cs typeface="Arial"/>
              </a:defRPr>
            </a:defPPr>
            <a:lvl1pPr algn="ctr">
              <a:defRPr sz="3225" b="1">
                <a:solidFill>
                  <a:srgbClr val="213044"/>
                </a:solidFill>
                <a:latin typeface="Arial"/>
                <a:ea typeface="Arial"/>
                <a:cs typeface="Arial"/>
              </a:defRPr>
            </a:lvl1pPr>
            <a:lvl2pPr algn="ctr">
              <a:defRPr sz="3225" b="1">
                <a:solidFill>
                  <a:srgbClr val="213044"/>
                </a:solidFill>
                <a:latin typeface="Arial"/>
                <a:ea typeface="Arial"/>
                <a:cs typeface="Arial"/>
              </a:defRPr>
            </a:lvl2pPr>
            <a:lvl3pPr algn="ctr">
              <a:defRPr sz="3225" b="1">
                <a:solidFill>
                  <a:srgbClr val="213044"/>
                </a:solidFill>
                <a:latin typeface="Arial"/>
                <a:ea typeface="Arial"/>
                <a:cs typeface="Arial"/>
              </a:defRPr>
            </a:lvl3pPr>
            <a:lvl4pPr algn="ctr">
              <a:defRPr sz="3225" b="1">
                <a:solidFill>
                  <a:srgbClr val="213044"/>
                </a:solidFill>
                <a:latin typeface="Arial"/>
                <a:ea typeface="Arial"/>
                <a:cs typeface="Arial"/>
              </a:defRPr>
            </a:lvl4pPr>
            <a:lvl5pPr algn="ctr">
              <a:defRPr sz="3225" b="1">
                <a:solidFill>
                  <a:srgbClr val="213044"/>
                </a:solidFill>
                <a:latin typeface="Arial"/>
                <a:ea typeface="Arial"/>
                <a:cs typeface="Arial"/>
              </a:defRPr>
            </a:lvl5pPr>
            <a:lvl6pPr algn="ctr">
              <a:defRPr sz="3225" b="1">
                <a:solidFill>
                  <a:srgbClr val="213044"/>
                </a:solidFill>
                <a:latin typeface="Arial"/>
                <a:ea typeface="Arial"/>
                <a:cs typeface="Arial"/>
              </a:defRPr>
            </a:lvl6pPr>
            <a:lvl7pPr algn="ctr">
              <a:defRPr sz="3225" b="1">
                <a:solidFill>
                  <a:srgbClr val="213044"/>
                </a:solidFill>
                <a:latin typeface="Arial"/>
                <a:ea typeface="Arial"/>
                <a:cs typeface="Arial"/>
              </a:defRPr>
            </a:lvl7pPr>
            <a:lvl8pPr algn="ctr">
              <a:defRPr sz="3225" b="1">
                <a:solidFill>
                  <a:srgbClr val="213044"/>
                </a:solidFill>
                <a:latin typeface="Arial"/>
                <a:ea typeface="Arial"/>
                <a:cs typeface="Arial"/>
              </a:defRPr>
            </a:lvl8pPr>
            <a:lvl9pPr algn="ctr">
              <a:defRPr sz="3225" b="1">
                <a:solidFill>
                  <a:srgbClr val="213044"/>
                </a:solidFill>
                <a:latin typeface="Arial"/>
                <a:ea typeface="Arial"/>
                <a:cs typeface="Arial"/>
              </a:defRPr>
            </a:lvl9pPr>
          </a:lstStyle>
          <a:p xmlns:a="http://schemas.openxmlformats.org/drawingml/2006/main">
            <a:pPr algn="ctr">
              <a:defRPr sz="3225" b="1">
                <a:solidFill>
                  <a:srgbClr val="213044"/>
                </a:solidFill>
                <a:latin typeface="Arial"/>
                <a:ea typeface="Arial"/>
                <a:cs typeface="Arial"/>
              </a:defRPr>
            </a:pPr>
            <a:r>
              <a:rPr sz="3225" b="1">
                <a:solidFill>
                  <a:srgbClr val="213044"/>
                </a:solidFill>
                <a:latin typeface="Arial"/>
                <a:ea typeface="Arial"/>
                <a:cs typeface="Arial"/>
              </a:rPr>
              <a:t>A fresh task with a small starting context</a:t>
            </a:r>
          </a:p>
        </p:txBody>
      </p:sp>
      <p:sp>
        <p:nvSpPr>
          <p:cNvPr id="2" name="d3-109">
            <a:extLst xmlns:a="http://schemas.openxmlformats.org/drawingml/2006/main">
              <a:ext uri="{FF2B5EF4-FFF2-40B4-BE49-F238E27FC236}">
                <a16:creationId xmlns:a16="http://schemas.microsoft.com/office/drawing/2014/main" id="{C51D1B87-B9C9-426B-9C9F-7E4A3B3E5505}"/>
              </a:ext>
            </a:extLst>
          </p:cNvPr>
          <p:cNvSpPr>
            <a:spLocks xmlns:a="http://schemas.openxmlformats.org/drawingml/2006/main" noGrp="1"/>
          </p:cNvSpPr>
          <p:nvPr/>
        </p:nvSpPr>
        <p:spPr>
          <a:xfrm xmlns:a="http://schemas.openxmlformats.org/drawingml/2006/main">
            <a:off x="523875" y="65341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050" b="0">
                <a:solidFill>
                  <a:srgbClr val="627084"/>
                </a:solidFill>
                <a:latin typeface="Arial"/>
                <a:ea typeface="Arial"/>
                <a:cs typeface="Arial"/>
              </a:defRPr>
            </a:defPPr>
            <a:lvl1pPr algn="l">
              <a:defRPr sz="1050" b="0">
                <a:solidFill>
                  <a:srgbClr val="627084"/>
                </a:solidFill>
                <a:latin typeface="Arial"/>
                <a:ea typeface="Arial"/>
                <a:cs typeface="Arial"/>
              </a:defRPr>
            </a:lvl1pPr>
            <a:lvl2pPr algn="l">
              <a:defRPr sz="1050" b="0">
                <a:solidFill>
                  <a:srgbClr val="627084"/>
                </a:solidFill>
                <a:latin typeface="Arial"/>
                <a:ea typeface="Arial"/>
                <a:cs typeface="Arial"/>
              </a:defRPr>
            </a:lvl2pPr>
            <a:lvl3pPr algn="l">
              <a:defRPr sz="1050" b="0">
                <a:solidFill>
                  <a:srgbClr val="627084"/>
                </a:solidFill>
                <a:latin typeface="Arial"/>
                <a:ea typeface="Arial"/>
                <a:cs typeface="Arial"/>
              </a:defRPr>
            </a:lvl3pPr>
            <a:lvl4pPr algn="l">
              <a:defRPr sz="1050" b="0">
                <a:solidFill>
                  <a:srgbClr val="627084"/>
                </a:solidFill>
                <a:latin typeface="Arial"/>
                <a:ea typeface="Arial"/>
                <a:cs typeface="Arial"/>
              </a:defRPr>
            </a:lvl4pPr>
            <a:lvl5pPr algn="l">
              <a:defRPr sz="1050" b="0">
                <a:solidFill>
                  <a:srgbClr val="627084"/>
                </a:solidFill>
                <a:latin typeface="Arial"/>
                <a:ea typeface="Arial"/>
                <a:cs typeface="Arial"/>
              </a:defRPr>
            </a:lvl5pPr>
            <a:lvl6pPr algn="l">
              <a:defRPr sz="1050" b="0">
                <a:solidFill>
                  <a:srgbClr val="627084"/>
                </a:solidFill>
                <a:latin typeface="Arial"/>
                <a:ea typeface="Arial"/>
                <a:cs typeface="Arial"/>
              </a:defRPr>
            </a:lvl6pPr>
            <a:lvl7pPr algn="l">
              <a:defRPr sz="1050" b="0">
                <a:solidFill>
                  <a:srgbClr val="627084"/>
                </a:solidFill>
                <a:latin typeface="Arial"/>
                <a:ea typeface="Arial"/>
                <a:cs typeface="Arial"/>
              </a:defRPr>
            </a:lvl7pPr>
            <a:lvl8pPr algn="l">
              <a:defRPr sz="1050" b="0">
                <a:solidFill>
                  <a:srgbClr val="627084"/>
                </a:solidFill>
                <a:latin typeface="Arial"/>
                <a:ea typeface="Arial"/>
                <a:cs typeface="Arial"/>
              </a:defRPr>
            </a:lvl8pPr>
            <a:lvl9pPr algn="l">
              <a:defRPr sz="1050" b="0">
                <a:solidFill>
                  <a:srgbClr val="627084"/>
                </a:solidFill>
                <a:latin typeface="Arial"/>
                <a:ea typeface="Arial"/>
                <a:cs typeface="Arial"/>
              </a:defRPr>
            </a:lvl9pPr>
          </a:lstStyle>
          <a:p xmlns:a="http://schemas.openxmlformats.org/drawingml/2006/main">
            <a:pPr algn="l">
              <a:defRPr sz="1050" b="0">
                <a:solidFill>
                  <a:srgbClr val="627084"/>
                </a:solidFill>
                <a:latin typeface="Arial"/>
                <a:ea typeface="Arial"/>
                <a:cs typeface="Arial"/>
              </a:defRPr>
            </a:pPr>
            <a:r>
              <a:rPr sz="1050" b="0">
                <a:solidFill>
                  <a:srgbClr val="627084"/>
                </a:solidFill>
                <a:latin typeface="Arial"/>
                <a:ea typeface="Arial"/>
                <a:cs typeface="Arial"/>
              </a:rPr>
              <a:t>CODEX &amp; COFFEE</a:t>
            </a:r>
          </a:p>
        </p:txBody>
      </p:sp>
      <p:sp>
        <p:nvSpPr>
          <p:cNvPr id="3" name="d3-110">
            <a:extLst xmlns:a="http://schemas.openxmlformats.org/drawingml/2006/main">
              <a:ext uri="{FF2B5EF4-FFF2-40B4-BE49-F238E27FC236}">
                <a16:creationId xmlns:a16="http://schemas.microsoft.com/office/drawing/2014/main" id="{3813B8C4-B4E2-4471-91B2-757DB9E5F662}"/>
              </a:ext>
            </a:extLst>
          </p:cNvPr>
          <p:cNvSpPr>
            <a:spLocks xmlns:a="http://schemas.openxmlformats.org/drawingml/2006/main" noGrp="1"/>
          </p:cNvSpPr>
          <p:nvPr/>
        </p:nvSpPr>
        <p:spPr>
          <a:xfrm xmlns:a="http://schemas.openxmlformats.org/drawingml/2006/main">
            <a:off x="10001250" y="6534150"/>
            <a:ext cx="1666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050" b="0">
                <a:solidFill>
                  <a:srgbClr val="627084"/>
                </a:solidFill>
                <a:latin typeface="Arial"/>
                <a:ea typeface="Arial"/>
                <a:cs typeface="Arial"/>
              </a:defRPr>
            </a:defPPr>
            <a:lvl1pPr algn="r">
              <a:defRPr sz="1050" b="0">
                <a:solidFill>
                  <a:srgbClr val="627084"/>
                </a:solidFill>
                <a:latin typeface="Arial"/>
                <a:ea typeface="Arial"/>
                <a:cs typeface="Arial"/>
              </a:defRPr>
            </a:lvl1pPr>
            <a:lvl2pPr algn="r">
              <a:defRPr sz="1050" b="0">
                <a:solidFill>
                  <a:srgbClr val="627084"/>
                </a:solidFill>
                <a:latin typeface="Arial"/>
                <a:ea typeface="Arial"/>
                <a:cs typeface="Arial"/>
              </a:defRPr>
            </a:lvl2pPr>
            <a:lvl3pPr algn="r">
              <a:defRPr sz="1050" b="0">
                <a:solidFill>
                  <a:srgbClr val="627084"/>
                </a:solidFill>
                <a:latin typeface="Arial"/>
                <a:ea typeface="Arial"/>
                <a:cs typeface="Arial"/>
              </a:defRPr>
            </a:lvl3pPr>
            <a:lvl4pPr algn="r">
              <a:defRPr sz="1050" b="0">
                <a:solidFill>
                  <a:srgbClr val="627084"/>
                </a:solidFill>
                <a:latin typeface="Arial"/>
                <a:ea typeface="Arial"/>
                <a:cs typeface="Arial"/>
              </a:defRPr>
            </a:lvl4pPr>
            <a:lvl5pPr algn="r">
              <a:defRPr sz="1050" b="0">
                <a:solidFill>
                  <a:srgbClr val="627084"/>
                </a:solidFill>
                <a:latin typeface="Arial"/>
                <a:ea typeface="Arial"/>
                <a:cs typeface="Arial"/>
              </a:defRPr>
            </a:lvl5pPr>
            <a:lvl6pPr algn="r">
              <a:defRPr sz="1050" b="0">
                <a:solidFill>
                  <a:srgbClr val="627084"/>
                </a:solidFill>
                <a:latin typeface="Arial"/>
                <a:ea typeface="Arial"/>
                <a:cs typeface="Arial"/>
              </a:defRPr>
            </a:lvl6pPr>
            <a:lvl7pPr algn="r">
              <a:defRPr sz="1050" b="0">
                <a:solidFill>
                  <a:srgbClr val="627084"/>
                </a:solidFill>
                <a:latin typeface="Arial"/>
                <a:ea typeface="Arial"/>
                <a:cs typeface="Arial"/>
              </a:defRPr>
            </a:lvl7pPr>
            <a:lvl8pPr algn="r">
              <a:defRPr sz="1050" b="0">
                <a:solidFill>
                  <a:srgbClr val="627084"/>
                </a:solidFill>
                <a:latin typeface="Arial"/>
                <a:ea typeface="Arial"/>
                <a:cs typeface="Arial"/>
              </a:defRPr>
            </a:lvl8pPr>
            <a:lvl9pPr algn="r">
              <a:defRPr sz="1050" b="0">
                <a:solidFill>
                  <a:srgbClr val="627084"/>
                </a:solidFill>
                <a:latin typeface="Arial"/>
                <a:ea typeface="Arial"/>
                <a:cs typeface="Arial"/>
              </a:defRPr>
            </a:lvl9pPr>
          </a:lstStyle>
          <a:p xmlns:a="http://schemas.openxmlformats.org/drawingml/2006/main">
            <a:pPr algn="r">
              <a:defRPr sz="1050" b="0">
                <a:solidFill>
                  <a:srgbClr val="627084"/>
                </a:solidFill>
                <a:latin typeface="Arial"/>
                <a:ea typeface="Arial"/>
                <a:cs typeface="Arial"/>
              </a:defRPr>
            </a:pPr>
            <a:r>
              <a:rPr sz="1050" b="0">
                <a:solidFill>
                  <a:srgbClr val="627084"/>
                </a:solidFill>
                <a:latin typeface="Arial"/>
                <a:ea typeface="Arial"/>
                <a:cs typeface="Arial"/>
              </a:rPr>
              <a:t>DAY 3  ·  13</a:t>
            </a:r>
          </a:p>
        </p:txBody>
      </p:sp>
      <p:sp>
        <p:nvSpPr>
          <p:cNvPr id="4" name="d3-111">
            <a:extLst xmlns:a="http://schemas.openxmlformats.org/drawingml/2006/main">
              <a:ext uri="{FF2B5EF4-FFF2-40B4-BE49-F238E27FC236}">
                <a16:creationId xmlns:a16="http://schemas.microsoft.com/office/drawing/2014/main" id="{D0707294-4D43-4C09-8610-5B2B715E72BD}"/>
              </a:ext>
            </a:extLst>
          </p:cNvPr>
          <p:cNvSpPr>
            <a:spLocks xmlns:a="http://schemas.openxmlformats.org/drawingml/2006/main" noGrp="1"/>
          </p:cNvSpPr>
          <p:nvPr/>
        </p:nvSpPr>
        <p:spPr>
          <a:xfrm xmlns:a="http://schemas.openxmlformats.org/drawingml/2006/main">
            <a:off x="714375" y="1171575"/>
            <a:ext cx="10763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950" b="1">
                <a:solidFill>
                  <a:srgbClr val="327D6B"/>
                </a:solidFill>
                <a:latin typeface="Arial"/>
                <a:ea typeface="Arial"/>
                <a:cs typeface="Arial"/>
              </a:defRPr>
            </a:defPPr>
            <a:lvl1pPr algn="l">
              <a:defRPr sz="1950" b="1">
                <a:solidFill>
                  <a:srgbClr val="327D6B"/>
                </a:solidFill>
                <a:latin typeface="Arial"/>
                <a:ea typeface="Arial"/>
                <a:cs typeface="Arial"/>
              </a:defRPr>
            </a:lvl1pPr>
            <a:lvl2pPr algn="l">
              <a:defRPr sz="1950" b="1">
                <a:solidFill>
                  <a:srgbClr val="327D6B"/>
                </a:solidFill>
                <a:latin typeface="Arial"/>
                <a:ea typeface="Arial"/>
                <a:cs typeface="Arial"/>
              </a:defRPr>
            </a:lvl2pPr>
            <a:lvl3pPr algn="l">
              <a:defRPr sz="1950" b="1">
                <a:solidFill>
                  <a:srgbClr val="327D6B"/>
                </a:solidFill>
                <a:latin typeface="Arial"/>
                <a:ea typeface="Arial"/>
                <a:cs typeface="Arial"/>
              </a:defRPr>
            </a:lvl3pPr>
            <a:lvl4pPr algn="l">
              <a:defRPr sz="1950" b="1">
                <a:solidFill>
                  <a:srgbClr val="327D6B"/>
                </a:solidFill>
                <a:latin typeface="Arial"/>
                <a:ea typeface="Arial"/>
                <a:cs typeface="Arial"/>
              </a:defRPr>
            </a:lvl4pPr>
            <a:lvl5pPr algn="l">
              <a:defRPr sz="1950" b="1">
                <a:solidFill>
                  <a:srgbClr val="327D6B"/>
                </a:solidFill>
                <a:latin typeface="Arial"/>
                <a:ea typeface="Arial"/>
                <a:cs typeface="Arial"/>
              </a:defRPr>
            </a:lvl5pPr>
            <a:lvl6pPr algn="l">
              <a:defRPr sz="1950" b="1">
                <a:solidFill>
                  <a:srgbClr val="327D6B"/>
                </a:solidFill>
                <a:latin typeface="Arial"/>
                <a:ea typeface="Arial"/>
                <a:cs typeface="Arial"/>
              </a:defRPr>
            </a:lvl6pPr>
            <a:lvl7pPr algn="l">
              <a:defRPr sz="1950" b="1">
                <a:solidFill>
                  <a:srgbClr val="327D6B"/>
                </a:solidFill>
                <a:latin typeface="Arial"/>
                <a:ea typeface="Arial"/>
                <a:cs typeface="Arial"/>
              </a:defRPr>
            </a:lvl7pPr>
            <a:lvl8pPr algn="l">
              <a:defRPr sz="1950" b="1">
                <a:solidFill>
                  <a:srgbClr val="327D6B"/>
                </a:solidFill>
                <a:latin typeface="Arial"/>
                <a:ea typeface="Arial"/>
                <a:cs typeface="Arial"/>
              </a:defRPr>
            </a:lvl8pPr>
            <a:lvl9pPr algn="l">
              <a:defRPr sz="1950" b="1">
                <a:solidFill>
                  <a:srgbClr val="327D6B"/>
                </a:solidFill>
                <a:latin typeface="Arial"/>
                <a:ea typeface="Arial"/>
                <a:cs typeface="Arial"/>
              </a:defRPr>
            </a:lvl9pPr>
          </a:lstStyle>
          <a:p xmlns:a="http://schemas.openxmlformats.org/drawingml/2006/main">
            <a:pPr algn="l">
              <a:defRPr sz="1950" b="1">
                <a:solidFill>
                  <a:srgbClr val="327D6B"/>
                </a:solidFill>
                <a:latin typeface="Arial"/>
                <a:ea typeface="Arial"/>
                <a:cs typeface="Arial"/>
              </a:defRPr>
            </a:pPr>
            <a:r>
              <a:rPr sz="1950" b="1">
                <a:solidFill>
                  <a:srgbClr val="327D6B"/>
                </a:solidFill>
                <a:latin typeface="Arial"/>
                <a:ea typeface="Arial"/>
                <a:cs typeface="Arial"/>
              </a:rPr>
              <a:t>Paste into Codex in the finished app folder</a:t>
            </a:r>
          </a:p>
        </p:txBody>
      </p:sp>
      <p:sp>
        <p:nvSpPr>
          <p:cNvPr id="5" name="d3-112">
            <a:extLst xmlns:a="http://schemas.openxmlformats.org/drawingml/2006/main">
              <a:ext uri="{FF2B5EF4-FFF2-40B4-BE49-F238E27FC236}">
                <a16:creationId xmlns:a16="http://schemas.microsoft.com/office/drawing/2014/main" id="{51CC3B12-D52F-46FA-A318-FCEAB6F4D90D}"/>
              </a:ext>
            </a:extLst>
          </p:cNvPr>
          <p:cNvSpPr>
            <a:spLocks xmlns:a="http://schemas.openxmlformats.org/drawingml/2006/main" noGrp="1"/>
          </p:cNvSpPr>
          <p:nvPr/>
        </p:nvSpPr>
        <p:spPr>
          <a:xfrm xmlns:a="http://schemas.openxmlformats.org/drawingml/2006/main">
            <a:off x="809625" y="2000250"/>
            <a:ext cx="10525125"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550" b="0">
                <a:solidFill>
                  <a:srgbClr val="213044"/>
                </a:solidFill>
                <a:latin typeface="Arial"/>
                <a:ea typeface="Arial"/>
                <a:cs typeface="Arial"/>
              </a:defRPr>
            </a:defPPr>
            <a:lvl1pPr algn="l">
              <a:defRPr sz="2550" b="0">
                <a:solidFill>
                  <a:srgbClr val="213044"/>
                </a:solidFill>
                <a:latin typeface="Arial"/>
                <a:ea typeface="Arial"/>
                <a:cs typeface="Arial"/>
              </a:defRPr>
            </a:lvl1pPr>
            <a:lvl2pPr algn="l">
              <a:defRPr sz="2550" b="0">
                <a:solidFill>
                  <a:srgbClr val="213044"/>
                </a:solidFill>
                <a:latin typeface="Arial"/>
                <a:ea typeface="Arial"/>
                <a:cs typeface="Arial"/>
              </a:defRPr>
            </a:lvl2pPr>
            <a:lvl3pPr algn="l">
              <a:defRPr sz="2550" b="0">
                <a:solidFill>
                  <a:srgbClr val="213044"/>
                </a:solidFill>
                <a:latin typeface="Arial"/>
                <a:ea typeface="Arial"/>
                <a:cs typeface="Arial"/>
              </a:defRPr>
            </a:lvl3pPr>
            <a:lvl4pPr algn="l">
              <a:defRPr sz="2550" b="0">
                <a:solidFill>
                  <a:srgbClr val="213044"/>
                </a:solidFill>
                <a:latin typeface="Arial"/>
                <a:ea typeface="Arial"/>
                <a:cs typeface="Arial"/>
              </a:defRPr>
            </a:lvl4pPr>
            <a:lvl5pPr algn="l">
              <a:defRPr sz="2550" b="0">
                <a:solidFill>
                  <a:srgbClr val="213044"/>
                </a:solidFill>
                <a:latin typeface="Arial"/>
                <a:ea typeface="Arial"/>
                <a:cs typeface="Arial"/>
              </a:defRPr>
            </a:lvl5pPr>
            <a:lvl6pPr algn="l">
              <a:defRPr sz="2550" b="0">
                <a:solidFill>
                  <a:srgbClr val="213044"/>
                </a:solidFill>
                <a:latin typeface="Arial"/>
                <a:ea typeface="Arial"/>
                <a:cs typeface="Arial"/>
              </a:defRPr>
            </a:lvl6pPr>
            <a:lvl7pPr algn="l">
              <a:defRPr sz="2550" b="0">
                <a:solidFill>
                  <a:srgbClr val="213044"/>
                </a:solidFill>
                <a:latin typeface="Arial"/>
                <a:ea typeface="Arial"/>
                <a:cs typeface="Arial"/>
              </a:defRPr>
            </a:lvl7pPr>
            <a:lvl8pPr algn="l">
              <a:defRPr sz="2550" b="0">
                <a:solidFill>
                  <a:srgbClr val="213044"/>
                </a:solidFill>
                <a:latin typeface="Arial"/>
                <a:ea typeface="Arial"/>
                <a:cs typeface="Arial"/>
              </a:defRPr>
            </a:lvl8pPr>
            <a:lvl9pPr algn="l">
              <a:defRPr sz="2550" b="0">
                <a:solidFill>
                  <a:srgbClr val="213044"/>
                </a:solidFill>
                <a:latin typeface="Arial"/>
                <a:ea typeface="Arial"/>
                <a:cs typeface="Arial"/>
              </a:defRPr>
            </a:lvl9pPr>
          </a:lstStyle>
          <a:p xmlns:a="http://schemas.openxmlformats.org/drawingml/2006/main">
            <a:pPr algn="l">
              <a:defRPr sz="2550" b="0">
                <a:solidFill>
                  <a:srgbClr val="213044"/>
                </a:solidFill>
                <a:latin typeface="Arial"/>
                <a:ea typeface="Arial"/>
                <a:cs typeface="Arial"/>
              </a:defRPr>
            </a:pPr>
            <a:r>
              <a:rPr sz="2550" b="0">
                <a:solidFill>
                  <a:srgbClr val="213044"/>
                </a:solidFill>
                <a:latin typeface="Arial"/>
                <a:ea typeface="Arial"/>
                <a:cs typeface="Arial"/>
              </a:rPr>
              <a:t>Read PRODUCT-BRIEF.md, docs/behavior-contract.md and docs/architecture.md. Audit how pricing handles a zero-value quote. Inspect only the relevant pricing module, its caller and tests. Do not change code. Report current behavior, evidence and any unanswered question.</a:t>
            </a:r>
          </a:p>
        </p:txBody>
      </p:sp>
      <p:sp>
        <p:nvSpPr>
          <p:cNvPr id="6" name="d3-113">
            <a:extLst xmlns:a="http://schemas.openxmlformats.org/drawingml/2006/main">
              <a:ext uri="{FF2B5EF4-FFF2-40B4-BE49-F238E27FC236}">
                <a16:creationId xmlns:a16="http://schemas.microsoft.com/office/drawing/2014/main" id="{BC27BC2C-3DFF-48E2-892F-089DCF97EB54}"/>
              </a:ext>
            </a:extLst>
          </p:cNvPr>
          <p:cNvSpPr>
            <a:spLocks xmlns:a="http://schemas.openxmlformats.org/drawingml/2006/main" noGrp="1"/>
          </p:cNvSpPr>
          <p:nvPr/>
        </p:nvSpPr>
        <p:spPr>
          <a:xfrm xmlns:a="http://schemas.openxmlformats.org/drawingml/2006/main">
            <a:off x="809625" y="5505450"/>
            <a:ext cx="10525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00" b="1">
                <a:solidFill>
                  <a:srgbClr val="327D6B"/>
                </a:solidFill>
                <a:latin typeface="Arial"/>
                <a:ea typeface="Arial"/>
                <a:cs typeface="Arial"/>
              </a:defRPr>
            </a:defPPr>
            <a:lvl1pPr algn="l">
              <a:defRPr sz="2100" b="1">
                <a:solidFill>
                  <a:srgbClr val="327D6B"/>
                </a:solidFill>
                <a:latin typeface="Arial"/>
                <a:ea typeface="Arial"/>
                <a:cs typeface="Arial"/>
              </a:defRPr>
            </a:lvl1pPr>
            <a:lvl2pPr algn="l">
              <a:defRPr sz="2100" b="1">
                <a:solidFill>
                  <a:srgbClr val="327D6B"/>
                </a:solidFill>
                <a:latin typeface="Arial"/>
                <a:ea typeface="Arial"/>
                <a:cs typeface="Arial"/>
              </a:defRPr>
            </a:lvl2pPr>
            <a:lvl3pPr algn="l">
              <a:defRPr sz="2100" b="1">
                <a:solidFill>
                  <a:srgbClr val="327D6B"/>
                </a:solidFill>
                <a:latin typeface="Arial"/>
                <a:ea typeface="Arial"/>
                <a:cs typeface="Arial"/>
              </a:defRPr>
            </a:lvl3pPr>
            <a:lvl4pPr algn="l">
              <a:defRPr sz="2100" b="1">
                <a:solidFill>
                  <a:srgbClr val="327D6B"/>
                </a:solidFill>
                <a:latin typeface="Arial"/>
                <a:ea typeface="Arial"/>
                <a:cs typeface="Arial"/>
              </a:defRPr>
            </a:lvl4pPr>
            <a:lvl5pPr algn="l">
              <a:defRPr sz="2100" b="1">
                <a:solidFill>
                  <a:srgbClr val="327D6B"/>
                </a:solidFill>
                <a:latin typeface="Arial"/>
                <a:ea typeface="Arial"/>
                <a:cs typeface="Arial"/>
              </a:defRPr>
            </a:lvl5pPr>
            <a:lvl6pPr algn="l">
              <a:defRPr sz="2100" b="1">
                <a:solidFill>
                  <a:srgbClr val="327D6B"/>
                </a:solidFill>
                <a:latin typeface="Arial"/>
                <a:ea typeface="Arial"/>
                <a:cs typeface="Arial"/>
              </a:defRPr>
            </a:lvl6pPr>
            <a:lvl7pPr algn="l">
              <a:defRPr sz="2100" b="1">
                <a:solidFill>
                  <a:srgbClr val="327D6B"/>
                </a:solidFill>
                <a:latin typeface="Arial"/>
                <a:ea typeface="Arial"/>
                <a:cs typeface="Arial"/>
              </a:defRPr>
            </a:lvl7pPr>
            <a:lvl8pPr algn="l">
              <a:defRPr sz="2100" b="1">
                <a:solidFill>
                  <a:srgbClr val="327D6B"/>
                </a:solidFill>
                <a:latin typeface="Arial"/>
                <a:ea typeface="Arial"/>
                <a:cs typeface="Arial"/>
              </a:defRPr>
            </a:lvl8pPr>
            <a:lvl9pPr algn="l">
              <a:defRPr sz="2100" b="1">
                <a:solidFill>
                  <a:srgbClr val="327D6B"/>
                </a:solidFill>
                <a:latin typeface="Arial"/>
                <a:ea typeface="Arial"/>
                <a:cs typeface="Arial"/>
              </a:defRPr>
            </a:lvl9pPr>
          </a:lstStyle>
          <a:p xmlns:a="http://schemas.openxmlformats.org/drawingml/2006/main">
            <a:pPr algn="l">
              <a:defRPr sz="2100" b="1">
                <a:solidFill>
                  <a:srgbClr val="327D6B"/>
                </a:solidFill>
                <a:latin typeface="Arial"/>
                <a:ea typeface="Arial"/>
                <a:cs typeface="Arial"/>
              </a:defRPr>
            </a:pPr>
            <a:r>
              <a:rPr sz="2100" b="1">
                <a:solidFill>
                  <a:srgbClr val="327D6B"/>
                </a:solidFill>
                <a:latin typeface="Arial"/>
                <a:ea typeface="Arial"/>
                <a:cs typeface="Arial"/>
              </a:rPr>
              <a:t>Expected: an evidenced explanation, with no code changes</a:t>
            </a:r>
          </a:p>
        </p:txBody>
      </p:sp>
    </p:spTree>
    <p:extLst>
      <p:ext uri="{BB962C8B-B14F-4D97-AF65-F5344CB8AC3E}">
        <p14:creationId xmlns:p14="http://schemas.microsoft.com/office/powerpoint/2010/main" val="1107751756"/>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d3-114">
            <a:extLst xmlns:a="http://schemas.openxmlformats.org/drawingml/2006/main">
              <a:ext uri="{FF2B5EF4-FFF2-40B4-BE49-F238E27FC236}">
                <a16:creationId xmlns:a16="http://schemas.microsoft.com/office/drawing/2014/main" id="{93FB5991-D7B5-41B9-8914-8914B9F49665}"/>
              </a:ext>
            </a:extLst>
          </p:cNvPr>
          <p:cNvSpPr>
            <a:spLocks xmlns:a="http://schemas.openxmlformats.org/drawingml/2006/main" noGrp="1"/>
          </p:cNvSpPr>
          <p:nvPr/>
        </p:nvSpPr>
        <p:spPr>
          <a:xfrm xmlns:a="http://schemas.openxmlformats.org/drawingml/2006/main">
            <a:off x="523875" y="295275"/>
            <a:ext cx="11144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225" b="1">
                <a:solidFill>
                  <a:srgbClr val="213044"/>
                </a:solidFill>
                <a:latin typeface="Arial"/>
                <a:ea typeface="Arial"/>
                <a:cs typeface="Arial"/>
              </a:defRPr>
            </a:defPPr>
            <a:lvl1pPr algn="ctr">
              <a:defRPr sz="3225" b="1">
                <a:solidFill>
                  <a:srgbClr val="213044"/>
                </a:solidFill>
                <a:latin typeface="Arial"/>
                <a:ea typeface="Arial"/>
                <a:cs typeface="Arial"/>
              </a:defRPr>
            </a:lvl1pPr>
            <a:lvl2pPr algn="ctr">
              <a:defRPr sz="3225" b="1">
                <a:solidFill>
                  <a:srgbClr val="213044"/>
                </a:solidFill>
                <a:latin typeface="Arial"/>
                <a:ea typeface="Arial"/>
                <a:cs typeface="Arial"/>
              </a:defRPr>
            </a:lvl2pPr>
            <a:lvl3pPr algn="ctr">
              <a:defRPr sz="3225" b="1">
                <a:solidFill>
                  <a:srgbClr val="213044"/>
                </a:solidFill>
                <a:latin typeface="Arial"/>
                <a:ea typeface="Arial"/>
                <a:cs typeface="Arial"/>
              </a:defRPr>
            </a:lvl3pPr>
            <a:lvl4pPr algn="ctr">
              <a:defRPr sz="3225" b="1">
                <a:solidFill>
                  <a:srgbClr val="213044"/>
                </a:solidFill>
                <a:latin typeface="Arial"/>
                <a:ea typeface="Arial"/>
                <a:cs typeface="Arial"/>
              </a:defRPr>
            </a:lvl4pPr>
            <a:lvl5pPr algn="ctr">
              <a:defRPr sz="3225" b="1">
                <a:solidFill>
                  <a:srgbClr val="213044"/>
                </a:solidFill>
                <a:latin typeface="Arial"/>
                <a:ea typeface="Arial"/>
                <a:cs typeface="Arial"/>
              </a:defRPr>
            </a:lvl5pPr>
            <a:lvl6pPr algn="ctr">
              <a:defRPr sz="3225" b="1">
                <a:solidFill>
                  <a:srgbClr val="213044"/>
                </a:solidFill>
                <a:latin typeface="Arial"/>
                <a:ea typeface="Arial"/>
                <a:cs typeface="Arial"/>
              </a:defRPr>
            </a:lvl6pPr>
            <a:lvl7pPr algn="ctr">
              <a:defRPr sz="3225" b="1">
                <a:solidFill>
                  <a:srgbClr val="213044"/>
                </a:solidFill>
                <a:latin typeface="Arial"/>
                <a:ea typeface="Arial"/>
                <a:cs typeface="Arial"/>
              </a:defRPr>
            </a:lvl7pPr>
            <a:lvl8pPr algn="ctr">
              <a:defRPr sz="3225" b="1">
                <a:solidFill>
                  <a:srgbClr val="213044"/>
                </a:solidFill>
                <a:latin typeface="Arial"/>
                <a:ea typeface="Arial"/>
                <a:cs typeface="Arial"/>
              </a:defRPr>
            </a:lvl8pPr>
            <a:lvl9pPr algn="ctr">
              <a:defRPr sz="3225" b="1">
                <a:solidFill>
                  <a:srgbClr val="213044"/>
                </a:solidFill>
                <a:latin typeface="Arial"/>
                <a:ea typeface="Arial"/>
                <a:cs typeface="Arial"/>
              </a:defRPr>
            </a:lvl9pPr>
          </a:lstStyle>
          <a:p xmlns:a="http://schemas.openxmlformats.org/drawingml/2006/main">
            <a:pPr algn="ctr">
              <a:defRPr sz="3225" b="1">
                <a:solidFill>
                  <a:srgbClr val="213044"/>
                </a:solidFill>
                <a:latin typeface="Arial"/>
                <a:ea typeface="Arial"/>
                <a:cs typeface="Arial"/>
              </a:defRPr>
            </a:pPr>
            <a:r>
              <a:rPr sz="3225" b="1">
                <a:solidFill>
                  <a:srgbClr val="213044"/>
                </a:solidFill>
                <a:latin typeface="Arial"/>
                <a:ea typeface="Arial"/>
                <a:cs typeface="Arial"/>
              </a:rPr>
              <a:t>Context efficiency starts with task boundaries</a:t>
            </a:r>
          </a:p>
        </p:txBody>
      </p:sp>
      <p:sp>
        <p:nvSpPr>
          <p:cNvPr id="2" name="d3-115">
            <a:extLst xmlns:a="http://schemas.openxmlformats.org/drawingml/2006/main">
              <a:ext uri="{FF2B5EF4-FFF2-40B4-BE49-F238E27FC236}">
                <a16:creationId xmlns:a16="http://schemas.microsoft.com/office/drawing/2014/main" id="{613827FB-7312-4A2B-B323-A52E809FD60B}"/>
              </a:ext>
            </a:extLst>
          </p:cNvPr>
          <p:cNvSpPr>
            <a:spLocks xmlns:a="http://schemas.openxmlformats.org/drawingml/2006/main" noGrp="1"/>
          </p:cNvSpPr>
          <p:nvPr/>
        </p:nvSpPr>
        <p:spPr>
          <a:xfrm xmlns:a="http://schemas.openxmlformats.org/drawingml/2006/main">
            <a:off x="523875" y="65341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050" b="0">
                <a:solidFill>
                  <a:srgbClr val="627084"/>
                </a:solidFill>
                <a:latin typeface="Arial"/>
                <a:ea typeface="Arial"/>
                <a:cs typeface="Arial"/>
              </a:defRPr>
            </a:defPPr>
            <a:lvl1pPr algn="l">
              <a:defRPr sz="1050" b="0">
                <a:solidFill>
                  <a:srgbClr val="627084"/>
                </a:solidFill>
                <a:latin typeface="Arial"/>
                <a:ea typeface="Arial"/>
                <a:cs typeface="Arial"/>
              </a:defRPr>
            </a:lvl1pPr>
            <a:lvl2pPr algn="l">
              <a:defRPr sz="1050" b="0">
                <a:solidFill>
                  <a:srgbClr val="627084"/>
                </a:solidFill>
                <a:latin typeface="Arial"/>
                <a:ea typeface="Arial"/>
                <a:cs typeface="Arial"/>
              </a:defRPr>
            </a:lvl2pPr>
            <a:lvl3pPr algn="l">
              <a:defRPr sz="1050" b="0">
                <a:solidFill>
                  <a:srgbClr val="627084"/>
                </a:solidFill>
                <a:latin typeface="Arial"/>
                <a:ea typeface="Arial"/>
                <a:cs typeface="Arial"/>
              </a:defRPr>
            </a:lvl3pPr>
            <a:lvl4pPr algn="l">
              <a:defRPr sz="1050" b="0">
                <a:solidFill>
                  <a:srgbClr val="627084"/>
                </a:solidFill>
                <a:latin typeface="Arial"/>
                <a:ea typeface="Arial"/>
                <a:cs typeface="Arial"/>
              </a:defRPr>
            </a:lvl4pPr>
            <a:lvl5pPr algn="l">
              <a:defRPr sz="1050" b="0">
                <a:solidFill>
                  <a:srgbClr val="627084"/>
                </a:solidFill>
                <a:latin typeface="Arial"/>
                <a:ea typeface="Arial"/>
                <a:cs typeface="Arial"/>
              </a:defRPr>
            </a:lvl5pPr>
            <a:lvl6pPr algn="l">
              <a:defRPr sz="1050" b="0">
                <a:solidFill>
                  <a:srgbClr val="627084"/>
                </a:solidFill>
                <a:latin typeface="Arial"/>
                <a:ea typeface="Arial"/>
                <a:cs typeface="Arial"/>
              </a:defRPr>
            </a:lvl6pPr>
            <a:lvl7pPr algn="l">
              <a:defRPr sz="1050" b="0">
                <a:solidFill>
                  <a:srgbClr val="627084"/>
                </a:solidFill>
                <a:latin typeface="Arial"/>
                <a:ea typeface="Arial"/>
                <a:cs typeface="Arial"/>
              </a:defRPr>
            </a:lvl7pPr>
            <a:lvl8pPr algn="l">
              <a:defRPr sz="1050" b="0">
                <a:solidFill>
                  <a:srgbClr val="627084"/>
                </a:solidFill>
                <a:latin typeface="Arial"/>
                <a:ea typeface="Arial"/>
                <a:cs typeface="Arial"/>
              </a:defRPr>
            </a:lvl8pPr>
            <a:lvl9pPr algn="l">
              <a:defRPr sz="1050" b="0">
                <a:solidFill>
                  <a:srgbClr val="627084"/>
                </a:solidFill>
                <a:latin typeface="Arial"/>
                <a:ea typeface="Arial"/>
                <a:cs typeface="Arial"/>
              </a:defRPr>
            </a:lvl9pPr>
          </a:lstStyle>
          <a:p xmlns:a="http://schemas.openxmlformats.org/drawingml/2006/main">
            <a:pPr algn="l">
              <a:defRPr sz="1050" b="0">
                <a:solidFill>
                  <a:srgbClr val="627084"/>
                </a:solidFill>
                <a:latin typeface="Arial"/>
                <a:ea typeface="Arial"/>
                <a:cs typeface="Arial"/>
              </a:defRPr>
            </a:pPr>
            <a:r>
              <a:rPr sz="1050" b="0">
                <a:solidFill>
                  <a:srgbClr val="627084"/>
                </a:solidFill>
                <a:latin typeface="Arial"/>
                <a:ea typeface="Arial"/>
                <a:cs typeface="Arial"/>
              </a:rPr>
              <a:t>CODEX &amp; COFFEE</a:t>
            </a:r>
          </a:p>
        </p:txBody>
      </p:sp>
      <p:sp>
        <p:nvSpPr>
          <p:cNvPr id="3" name="d3-116">
            <a:extLst xmlns:a="http://schemas.openxmlformats.org/drawingml/2006/main">
              <a:ext uri="{FF2B5EF4-FFF2-40B4-BE49-F238E27FC236}">
                <a16:creationId xmlns:a16="http://schemas.microsoft.com/office/drawing/2014/main" id="{A3C3331F-EC36-4A00-AB9C-38ACDFB2AC94}"/>
              </a:ext>
            </a:extLst>
          </p:cNvPr>
          <p:cNvSpPr>
            <a:spLocks xmlns:a="http://schemas.openxmlformats.org/drawingml/2006/main" noGrp="1"/>
          </p:cNvSpPr>
          <p:nvPr/>
        </p:nvSpPr>
        <p:spPr>
          <a:xfrm xmlns:a="http://schemas.openxmlformats.org/drawingml/2006/main">
            <a:off x="10001250" y="6534150"/>
            <a:ext cx="1666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050" b="0">
                <a:solidFill>
                  <a:srgbClr val="627084"/>
                </a:solidFill>
                <a:latin typeface="Arial"/>
                <a:ea typeface="Arial"/>
                <a:cs typeface="Arial"/>
              </a:defRPr>
            </a:defPPr>
            <a:lvl1pPr algn="r">
              <a:defRPr sz="1050" b="0">
                <a:solidFill>
                  <a:srgbClr val="627084"/>
                </a:solidFill>
                <a:latin typeface="Arial"/>
                <a:ea typeface="Arial"/>
                <a:cs typeface="Arial"/>
              </a:defRPr>
            </a:lvl1pPr>
            <a:lvl2pPr algn="r">
              <a:defRPr sz="1050" b="0">
                <a:solidFill>
                  <a:srgbClr val="627084"/>
                </a:solidFill>
                <a:latin typeface="Arial"/>
                <a:ea typeface="Arial"/>
                <a:cs typeface="Arial"/>
              </a:defRPr>
            </a:lvl2pPr>
            <a:lvl3pPr algn="r">
              <a:defRPr sz="1050" b="0">
                <a:solidFill>
                  <a:srgbClr val="627084"/>
                </a:solidFill>
                <a:latin typeface="Arial"/>
                <a:ea typeface="Arial"/>
                <a:cs typeface="Arial"/>
              </a:defRPr>
            </a:lvl3pPr>
            <a:lvl4pPr algn="r">
              <a:defRPr sz="1050" b="0">
                <a:solidFill>
                  <a:srgbClr val="627084"/>
                </a:solidFill>
                <a:latin typeface="Arial"/>
                <a:ea typeface="Arial"/>
                <a:cs typeface="Arial"/>
              </a:defRPr>
            </a:lvl4pPr>
            <a:lvl5pPr algn="r">
              <a:defRPr sz="1050" b="0">
                <a:solidFill>
                  <a:srgbClr val="627084"/>
                </a:solidFill>
                <a:latin typeface="Arial"/>
                <a:ea typeface="Arial"/>
                <a:cs typeface="Arial"/>
              </a:defRPr>
            </a:lvl5pPr>
            <a:lvl6pPr algn="r">
              <a:defRPr sz="1050" b="0">
                <a:solidFill>
                  <a:srgbClr val="627084"/>
                </a:solidFill>
                <a:latin typeface="Arial"/>
                <a:ea typeface="Arial"/>
                <a:cs typeface="Arial"/>
              </a:defRPr>
            </a:lvl6pPr>
            <a:lvl7pPr algn="r">
              <a:defRPr sz="1050" b="0">
                <a:solidFill>
                  <a:srgbClr val="627084"/>
                </a:solidFill>
                <a:latin typeface="Arial"/>
                <a:ea typeface="Arial"/>
                <a:cs typeface="Arial"/>
              </a:defRPr>
            </a:lvl7pPr>
            <a:lvl8pPr algn="r">
              <a:defRPr sz="1050" b="0">
                <a:solidFill>
                  <a:srgbClr val="627084"/>
                </a:solidFill>
                <a:latin typeface="Arial"/>
                <a:ea typeface="Arial"/>
                <a:cs typeface="Arial"/>
              </a:defRPr>
            </a:lvl8pPr>
            <a:lvl9pPr algn="r">
              <a:defRPr sz="1050" b="0">
                <a:solidFill>
                  <a:srgbClr val="627084"/>
                </a:solidFill>
                <a:latin typeface="Arial"/>
                <a:ea typeface="Arial"/>
                <a:cs typeface="Arial"/>
              </a:defRPr>
            </a:lvl9pPr>
          </a:lstStyle>
          <a:p xmlns:a="http://schemas.openxmlformats.org/drawingml/2006/main">
            <a:pPr algn="r">
              <a:defRPr sz="1050" b="0">
                <a:solidFill>
                  <a:srgbClr val="627084"/>
                </a:solidFill>
                <a:latin typeface="Arial"/>
                <a:ea typeface="Arial"/>
                <a:cs typeface="Arial"/>
              </a:defRPr>
            </a:pPr>
            <a:r>
              <a:rPr sz="1050" b="0">
                <a:solidFill>
                  <a:srgbClr val="627084"/>
                </a:solidFill>
                <a:latin typeface="Arial"/>
                <a:ea typeface="Arial"/>
                <a:cs typeface="Arial"/>
              </a:rPr>
              <a:t>DAY 3  ·  14</a:t>
            </a:r>
          </a:p>
        </p:txBody>
      </p:sp>
      <p:sp>
        <p:nvSpPr>
          <p:cNvPr id="4" name="d3-117">
            <a:extLst xmlns:a="http://schemas.openxmlformats.org/drawingml/2006/main">
              <a:ext uri="{FF2B5EF4-FFF2-40B4-BE49-F238E27FC236}">
                <a16:creationId xmlns:a16="http://schemas.microsoft.com/office/drawing/2014/main" id="{5A0FCE4A-02E5-4D6C-BFA2-1A939BFB6C51}"/>
              </a:ext>
            </a:extLst>
          </p:cNvPr>
          <p:cNvSpPr>
            <a:spLocks xmlns:a="http://schemas.openxmlformats.org/drawingml/2006/main" noGrp="1"/>
          </p:cNvSpPr>
          <p:nvPr/>
        </p:nvSpPr>
        <p:spPr>
          <a:xfrm xmlns:a="http://schemas.openxmlformats.org/drawingml/2006/main">
            <a:off x="857250" y="1685925"/>
            <a:ext cx="500062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4350" b="1">
                <a:solidFill>
                  <a:srgbClr val="AC6154"/>
                </a:solidFill>
                <a:latin typeface="Arial"/>
                <a:ea typeface="Arial"/>
                <a:cs typeface="Arial"/>
              </a:defRPr>
            </a:defPPr>
            <a:lvl1pPr algn="l">
              <a:defRPr sz="4350" b="1">
                <a:solidFill>
                  <a:srgbClr val="AC6154"/>
                </a:solidFill>
                <a:latin typeface="Arial"/>
                <a:ea typeface="Arial"/>
                <a:cs typeface="Arial"/>
              </a:defRPr>
            </a:lvl1pPr>
            <a:lvl2pPr algn="l">
              <a:defRPr sz="4350" b="1">
                <a:solidFill>
                  <a:srgbClr val="AC6154"/>
                </a:solidFill>
                <a:latin typeface="Arial"/>
                <a:ea typeface="Arial"/>
                <a:cs typeface="Arial"/>
              </a:defRPr>
            </a:lvl2pPr>
            <a:lvl3pPr algn="l">
              <a:defRPr sz="4350" b="1">
                <a:solidFill>
                  <a:srgbClr val="AC6154"/>
                </a:solidFill>
                <a:latin typeface="Arial"/>
                <a:ea typeface="Arial"/>
                <a:cs typeface="Arial"/>
              </a:defRPr>
            </a:lvl3pPr>
            <a:lvl4pPr algn="l">
              <a:defRPr sz="4350" b="1">
                <a:solidFill>
                  <a:srgbClr val="AC6154"/>
                </a:solidFill>
                <a:latin typeface="Arial"/>
                <a:ea typeface="Arial"/>
                <a:cs typeface="Arial"/>
              </a:defRPr>
            </a:lvl4pPr>
            <a:lvl5pPr algn="l">
              <a:defRPr sz="4350" b="1">
                <a:solidFill>
                  <a:srgbClr val="AC6154"/>
                </a:solidFill>
                <a:latin typeface="Arial"/>
                <a:ea typeface="Arial"/>
                <a:cs typeface="Arial"/>
              </a:defRPr>
            </a:lvl5pPr>
            <a:lvl6pPr algn="l">
              <a:defRPr sz="4350" b="1">
                <a:solidFill>
                  <a:srgbClr val="AC6154"/>
                </a:solidFill>
                <a:latin typeface="Arial"/>
                <a:ea typeface="Arial"/>
                <a:cs typeface="Arial"/>
              </a:defRPr>
            </a:lvl6pPr>
            <a:lvl7pPr algn="l">
              <a:defRPr sz="4350" b="1">
                <a:solidFill>
                  <a:srgbClr val="AC6154"/>
                </a:solidFill>
                <a:latin typeface="Arial"/>
                <a:ea typeface="Arial"/>
                <a:cs typeface="Arial"/>
              </a:defRPr>
            </a:lvl7pPr>
            <a:lvl8pPr algn="l">
              <a:defRPr sz="4350" b="1">
                <a:solidFill>
                  <a:srgbClr val="AC6154"/>
                </a:solidFill>
                <a:latin typeface="Arial"/>
                <a:ea typeface="Arial"/>
                <a:cs typeface="Arial"/>
              </a:defRPr>
            </a:lvl8pPr>
            <a:lvl9pPr algn="l">
              <a:defRPr sz="4350" b="1">
                <a:solidFill>
                  <a:srgbClr val="AC6154"/>
                </a:solidFill>
                <a:latin typeface="Arial"/>
                <a:ea typeface="Arial"/>
                <a:cs typeface="Arial"/>
              </a:defRPr>
            </a:lvl9pPr>
          </a:lstStyle>
          <a:p xmlns:a="http://schemas.openxmlformats.org/drawingml/2006/main">
            <a:pPr algn="l">
              <a:defRPr sz="4350" b="1">
                <a:solidFill>
                  <a:srgbClr val="AC6154"/>
                </a:solidFill>
                <a:latin typeface="Arial"/>
                <a:ea typeface="Arial"/>
                <a:cs typeface="Arial"/>
              </a:defRPr>
            </a:pPr>
            <a:r>
              <a:rPr sz="4350" b="1">
                <a:solidFill>
                  <a:srgbClr val="AC6154"/>
                </a:solidFill>
                <a:latin typeface="Arial"/>
                <a:ea typeface="Arial"/>
                <a:cs typeface="Arial"/>
              </a:rPr>
              <a:t>11,441 bytes</a:t>
            </a:r>
          </a:p>
        </p:txBody>
      </p:sp>
      <p:sp>
        <p:nvSpPr>
          <p:cNvPr id="5" name="d3-118">
            <a:extLst xmlns:a="http://schemas.openxmlformats.org/drawingml/2006/main">
              <a:ext uri="{FF2B5EF4-FFF2-40B4-BE49-F238E27FC236}">
                <a16:creationId xmlns:a16="http://schemas.microsoft.com/office/drawing/2014/main" id="{D4E1C165-CE47-4E8B-B122-F69240CC44A6}"/>
              </a:ext>
            </a:extLst>
          </p:cNvPr>
          <p:cNvSpPr>
            <a:spLocks xmlns:a="http://schemas.openxmlformats.org/drawingml/2006/main" noGrp="1"/>
          </p:cNvSpPr>
          <p:nvPr/>
        </p:nvSpPr>
        <p:spPr>
          <a:xfrm xmlns:a="http://schemas.openxmlformats.org/drawingml/2006/main">
            <a:off x="857250" y="2809875"/>
            <a:ext cx="50006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75" b="0">
                <a:solidFill>
                  <a:srgbClr val="213044"/>
                </a:solidFill>
                <a:latin typeface="Arial"/>
                <a:ea typeface="Arial"/>
                <a:cs typeface="Arial"/>
              </a:defRPr>
            </a:defPPr>
            <a:lvl1pPr algn="l">
              <a:defRPr sz="2175" b="0">
                <a:solidFill>
                  <a:srgbClr val="213044"/>
                </a:solidFill>
                <a:latin typeface="Arial"/>
                <a:ea typeface="Arial"/>
                <a:cs typeface="Arial"/>
              </a:defRPr>
            </a:lvl1pPr>
            <a:lvl2pPr algn="l">
              <a:defRPr sz="2175" b="0">
                <a:solidFill>
                  <a:srgbClr val="213044"/>
                </a:solidFill>
                <a:latin typeface="Arial"/>
                <a:ea typeface="Arial"/>
                <a:cs typeface="Arial"/>
              </a:defRPr>
            </a:lvl2pPr>
            <a:lvl3pPr algn="l">
              <a:defRPr sz="2175" b="0">
                <a:solidFill>
                  <a:srgbClr val="213044"/>
                </a:solidFill>
                <a:latin typeface="Arial"/>
                <a:ea typeface="Arial"/>
                <a:cs typeface="Arial"/>
              </a:defRPr>
            </a:lvl3pPr>
            <a:lvl4pPr algn="l">
              <a:defRPr sz="2175" b="0">
                <a:solidFill>
                  <a:srgbClr val="213044"/>
                </a:solidFill>
                <a:latin typeface="Arial"/>
                <a:ea typeface="Arial"/>
                <a:cs typeface="Arial"/>
              </a:defRPr>
            </a:lvl4pPr>
            <a:lvl5pPr algn="l">
              <a:defRPr sz="2175" b="0">
                <a:solidFill>
                  <a:srgbClr val="213044"/>
                </a:solidFill>
                <a:latin typeface="Arial"/>
                <a:ea typeface="Arial"/>
                <a:cs typeface="Arial"/>
              </a:defRPr>
            </a:lvl5pPr>
            <a:lvl6pPr algn="l">
              <a:defRPr sz="2175" b="0">
                <a:solidFill>
                  <a:srgbClr val="213044"/>
                </a:solidFill>
                <a:latin typeface="Arial"/>
                <a:ea typeface="Arial"/>
                <a:cs typeface="Arial"/>
              </a:defRPr>
            </a:lvl6pPr>
            <a:lvl7pPr algn="l">
              <a:defRPr sz="2175" b="0">
                <a:solidFill>
                  <a:srgbClr val="213044"/>
                </a:solidFill>
                <a:latin typeface="Arial"/>
                <a:ea typeface="Arial"/>
                <a:cs typeface="Arial"/>
              </a:defRPr>
            </a:lvl7pPr>
            <a:lvl8pPr algn="l">
              <a:defRPr sz="2175" b="0">
                <a:solidFill>
                  <a:srgbClr val="213044"/>
                </a:solidFill>
                <a:latin typeface="Arial"/>
                <a:ea typeface="Arial"/>
                <a:cs typeface="Arial"/>
              </a:defRPr>
            </a:lvl8pPr>
            <a:lvl9pPr algn="l">
              <a:defRPr sz="2175" b="0">
                <a:solidFill>
                  <a:srgbClr val="213044"/>
                </a:solidFill>
                <a:latin typeface="Arial"/>
                <a:ea typeface="Arial"/>
                <a:cs typeface="Arial"/>
              </a:defRPr>
            </a:lvl9pPr>
          </a:lstStyle>
          <a:p xmlns:a="http://schemas.openxmlformats.org/drawingml/2006/main">
            <a:pPr algn="l">
              <a:defRPr sz="2175" b="0">
                <a:solidFill>
                  <a:srgbClr val="213044"/>
                </a:solidFill>
                <a:latin typeface="Arial"/>
                <a:ea typeface="Arial"/>
                <a:cs typeface="Arial"/>
              </a:defRPr>
            </a:pPr>
            <a:r>
              <a:rPr sz="2175" b="0">
                <a:solidFill>
                  <a:srgbClr val="213044"/>
                </a:solidFill>
                <a:latin typeface="Arial"/>
                <a:ea typeface="Arial"/>
                <a:cs typeface="Arial"/>
              </a:rPr>
              <a:t>Original app.js</a:t>
            </a:r>
          </a:p>
        </p:txBody>
      </p:sp>
      <p:sp>
        <p:nvSpPr>
          <p:cNvPr id="6" name="d3-119">
            <a:extLst xmlns:a="http://schemas.openxmlformats.org/drawingml/2006/main">
              <a:ext uri="{FF2B5EF4-FFF2-40B4-BE49-F238E27FC236}">
                <a16:creationId xmlns:a16="http://schemas.microsoft.com/office/drawing/2014/main" id="{5F19DAD7-6714-4AA6-B429-015B1DCABA92}"/>
              </a:ext>
            </a:extLst>
          </p:cNvPr>
          <p:cNvSpPr>
            <a:spLocks xmlns:a="http://schemas.openxmlformats.org/drawingml/2006/main" noGrp="1"/>
          </p:cNvSpPr>
          <p:nvPr/>
        </p:nvSpPr>
        <p:spPr>
          <a:xfrm xmlns:a="http://schemas.openxmlformats.org/drawingml/2006/main">
            <a:off x="6810375" y="1685925"/>
            <a:ext cx="466725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4350" b="1">
                <a:solidFill>
                  <a:srgbClr val="327D6B"/>
                </a:solidFill>
                <a:latin typeface="Arial"/>
                <a:ea typeface="Arial"/>
                <a:cs typeface="Arial"/>
              </a:defRPr>
            </a:defPPr>
            <a:lvl1pPr algn="l">
              <a:defRPr sz="4350" b="1">
                <a:solidFill>
                  <a:srgbClr val="327D6B"/>
                </a:solidFill>
                <a:latin typeface="Arial"/>
                <a:ea typeface="Arial"/>
                <a:cs typeface="Arial"/>
              </a:defRPr>
            </a:lvl1pPr>
            <a:lvl2pPr algn="l">
              <a:defRPr sz="4350" b="1">
                <a:solidFill>
                  <a:srgbClr val="327D6B"/>
                </a:solidFill>
                <a:latin typeface="Arial"/>
                <a:ea typeface="Arial"/>
                <a:cs typeface="Arial"/>
              </a:defRPr>
            </a:lvl2pPr>
            <a:lvl3pPr algn="l">
              <a:defRPr sz="4350" b="1">
                <a:solidFill>
                  <a:srgbClr val="327D6B"/>
                </a:solidFill>
                <a:latin typeface="Arial"/>
                <a:ea typeface="Arial"/>
                <a:cs typeface="Arial"/>
              </a:defRPr>
            </a:lvl3pPr>
            <a:lvl4pPr algn="l">
              <a:defRPr sz="4350" b="1">
                <a:solidFill>
                  <a:srgbClr val="327D6B"/>
                </a:solidFill>
                <a:latin typeface="Arial"/>
                <a:ea typeface="Arial"/>
                <a:cs typeface="Arial"/>
              </a:defRPr>
            </a:lvl4pPr>
            <a:lvl5pPr algn="l">
              <a:defRPr sz="4350" b="1">
                <a:solidFill>
                  <a:srgbClr val="327D6B"/>
                </a:solidFill>
                <a:latin typeface="Arial"/>
                <a:ea typeface="Arial"/>
                <a:cs typeface="Arial"/>
              </a:defRPr>
            </a:lvl5pPr>
            <a:lvl6pPr algn="l">
              <a:defRPr sz="4350" b="1">
                <a:solidFill>
                  <a:srgbClr val="327D6B"/>
                </a:solidFill>
                <a:latin typeface="Arial"/>
                <a:ea typeface="Arial"/>
                <a:cs typeface="Arial"/>
              </a:defRPr>
            </a:lvl6pPr>
            <a:lvl7pPr algn="l">
              <a:defRPr sz="4350" b="1">
                <a:solidFill>
                  <a:srgbClr val="327D6B"/>
                </a:solidFill>
                <a:latin typeface="Arial"/>
                <a:ea typeface="Arial"/>
                <a:cs typeface="Arial"/>
              </a:defRPr>
            </a:lvl7pPr>
            <a:lvl8pPr algn="l">
              <a:defRPr sz="4350" b="1">
                <a:solidFill>
                  <a:srgbClr val="327D6B"/>
                </a:solidFill>
                <a:latin typeface="Arial"/>
                <a:ea typeface="Arial"/>
                <a:cs typeface="Arial"/>
              </a:defRPr>
            </a:lvl8pPr>
            <a:lvl9pPr algn="l">
              <a:defRPr sz="4350" b="1">
                <a:solidFill>
                  <a:srgbClr val="327D6B"/>
                </a:solidFill>
                <a:latin typeface="Arial"/>
                <a:ea typeface="Arial"/>
                <a:cs typeface="Arial"/>
              </a:defRPr>
            </a:lvl9pPr>
          </a:lstStyle>
          <a:p xmlns:a="http://schemas.openxmlformats.org/drawingml/2006/main">
            <a:pPr algn="l">
              <a:defRPr sz="4350" b="1">
                <a:solidFill>
                  <a:srgbClr val="327D6B"/>
                </a:solidFill>
                <a:latin typeface="Arial"/>
                <a:ea typeface="Arial"/>
                <a:cs typeface="Arial"/>
              </a:defRPr>
            </a:pPr>
            <a:r>
              <a:rPr sz="4350" b="1">
                <a:solidFill>
                  <a:srgbClr val="327D6B"/>
                </a:solidFill>
                <a:latin typeface="Arial"/>
                <a:ea typeface="Arial"/>
                <a:cs typeface="Arial"/>
              </a:rPr>
              <a:t>935 bytes</a:t>
            </a:r>
          </a:p>
        </p:txBody>
      </p:sp>
      <p:sp>
        <p:nvSpPr>
          <p:cNvPr id="7" name="d3-120">
            <a:extLst xmlns:a="http://schemas.openxmlformats.org/drawingml/2006/main">
              <a:ext uri="{FF2B5EF4-FFF2-40B4-BE49-F238E27FC236}">
                <a16:creationId xmlns:a16="http://schemas.microsoft.com/office/drawing/2014/main" id="{B120325A-D1F2-4873-8E25-A472FE679E28}"/>
              </a:ext>
            </a:extLst>
          </p:cNvPr>
          <p:cNvSpPr>
            <a:spLocks xmlns:a="http://schemas.openxmlformats.org/drawingml/2006/main" noGrp="1"/>
          </p:cNvSpPr>
          <p:nvPr/>
        </p:nvSpPr>
        <p:spPr>
          <a:xfrm xmlns:a="http://schemas.openxmlformats.org/drawingml/2006/main">
            <a:off x="6810375" y="2809875"/>
            <a:ext cx="46672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75" b="0">
                <a:solidFill>
                  <a:srgbClr val="213044"/>
                </a:solidFill>
                <a:latin typeface="Arial"/>
                <a:ea typeface="Arial"/>
                <a:cs typeface="Arial"/>
              </a:defRPr>
            </a:defPPr>
            <a:lvl1pPr algn="l">
              <a:defRPr sz="2175" b="0">
                <a:solidFill>
                  <a:srgbClr val="213044"/>
                </a:solidFill>
                <a:latin typeface="Arial"/>
                <a:ea typeface="Arial"/>
                <a:cs typeface="Arial"/>
              </a:defRPr>
            </a:lvl1pPr>
            <a:lvl2pPr algn="l">
              <a:defRPr sz="2175" b="0">
                <a:solidFill>
                  <a:srgbClr val="213044"/>
                </a:solidFill>
                <a:latin typeface="Arial"/>
                <a:ea typeface="Arial"/>
                <a:cs typeface="Arial"/>
              </a:defRPr>
            </a:lvl2pPr>
            <a:lvl3pPr algn="l">
              <a:defRPr sz="2175" b="0">
                <a:solidFill>
                  <a:srgbClr val="213044"/>
                </a:solidFill>
                <a:latin typeface="Arial"/>
                <a:ea typeface="Arial"/>
                <a:cs typeface="Arial"/>
              </a:defRPr>
            </a:lvl3pPr>
            <a:lvl4pPr algn="l">
              <a:defRPr sz="2175" b="0">
                <a:solidFill>
                  <a:srgbClr val="213044"/>
                </a:solidFill>
                <a:latin typeface="Arial"/>
                <a:ea typeface="Arial"/>
                <a:cs typeface="Arial"/>
              </a:defRPr>
            </a:lvl4pPr>
            <a:lvl5pPr algn="l">
              <a:defRPr sz="2175" b="0">
                <a:solidFill>
                  <a:srgbClr val="213044"/>
                </a:solidFill>
                <a:latin typeface="Arial"/>
                <a:ea typeface="Arial"/>
                <a:cs typeface="Arial"/>
              </a:defRPr>
            </a:lvl5pPr>
            <a:lvl6pPr algn="l">
              <a:defRPr sz="2175" b="0">
                <a:solidFill>
                  <a:srgbClr val="213044"/>
                </a:solidFill>
                <a:latin typeface="Arial"/>
                <a:ea typeface="Arial"/>
                <a:cs typeface="Arial"/>
              </a:defRPr>
            </a:lvl6pPr>
            <a:lvl7pPr algn="l">
              <a:defRPr sz="2175" b="0">
                <a:solidFill>
                  <a:srgbClr val="213044"/>
                </a:solidFill>
                <a:latin typeface="Arial"/>
                <a:ea typeface="Arial"/>
                <a:cs typeface="Arial"/>
              </a:defRPr>
            </a:lvl7pPr>
            <a:lvl8pPr algn="l">
              <a:defRPr sz="2175" b="0">
                <a:solidFill>
                  <a:srgbClr val="213044"/>
                </a:solidFill>
                <a:latin typeface="Arial"/>
                <a:ea typeface="Arial"/>
                <a:cs typeface="Arial"/>
              </a:defRPr>
            </a:lvl8pPr>
            <a:lvl9pPr algn="l">
              <a:defRPr sz="2175" b="0">
                <a:solidFill>
                  <a:srgbClr val="213044"/>
                </a:solidFill>
                <a:latin typeface="Arial"/>
                <a:ea typeface="Arial"/>
                <a:cs typeface="Arial"/>
              </a:defRPr>
            </a:lvl9pPr>
          </a:lstStyle>
          <a:p xmlns:a="http://schemas.openxmlformats.org/drawingml/2006/main">
            <a:pPr algn="l">
              <a:defRPr sz="2175" b="0">
                <a:solidFill>
                  <a:srgbClr val="213044"/>
                </a:solidFill>
                <a:latin typeface="Arial"/>
                <a:ea typeface="Arial"/>
                <a:cs typeface="Arial"/>
              </a:defRPr>
            </a:pPr>
            <a:r>
              <a:rPr sz="2175" b="0">
                <a:solidFill>
                  <a:srgbClr val="213044"/>
                </a:solidFill>
                <a:latin typeface="Arial"/>
                <a:ea typeface="Arial"/>
                <a:cs typeface="Arial"/>
              </a:rPr>
              <a:t>domain/pricing.js</a:t>
            </a:r>
          </a:p>
        </p:txBody>
      </p:sp>
      <p:sp>
        <p:nvSpPr>
          <p:cNvPr id="8" name="d3-121">
            <a:extLst xmlns:a="http://schemas.openxmlformats.org/drawingml/2006/main">
              <a:ext uri="{FF2B5EF4-FFF2-40B4-BE49-F238E27FC236}">
                <a16:creationId xmlns:a16="http://schemas.microsoft.com/office/drawing/2014/main" id="{619287C2-0953-4C5E-8281-799D7DB45A49}"/>
              </a:ext>
            </a:extLst>
          </p:cNvPr>
          <p:cNvSpPr>
            <a:spLocks xmlns:a="http://schemas.openxmlformats.org/drawingml/2006/main" noGrp="1"/>
          </p:cNvSpPr>
          <p:nvPr/>
        </p:nvSpPr>
        <p:spPr>
          <a:xfrm xmlns:a="http://schemas.openxmlformats.org/drawingml/2006/main">
            <a:off x="857250" y="398145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700" b="1">
                <a:solidFill>
                  <a:srgbClr val="203B69"/>
                </a:solidFill>
                <a:latin typeface="Arial"/>
                <a:ea typeface="Arial"/>
                <a:cs typeface="Arial"/>
              </a:defRPr>
            </a:defPPr>
            <a:lvl1pPr algn="l">
              <a:defRPr sz="2700" b="1">
                <a:solidFill>
                  <a:srgbClr val="203B69"/>
                </a:solidFill>
                <a:latin typeface="Arial"/>
                <a:ea typeface="Arial"/>
                <a:cs typeface="Arial"/>
              </a:defRPr>
            </a:lvl1pPr>
            <a:lvl2pPr algn="l">
              <a:defRPr sz="2700" b="1">
                <a:solidFill>
                  <a:srgbClr val="203B69"/>
                </a:solidFill>
                <a:latin typeface="Arial"/>
                <a:ea typeface="Arial"/>
                <a:cs typeface="Arial"/>
              </a:defRPr>
            </a:lvl2pPr>
            <a:lvl3pPr algn="l">
              <a:defRPr sz="2700" b="1">
                <a:solidFill>
                  <a:srgbClr val="203B69"/>
                </a:solidFill>
                <a:latin typeface="Arial"/>
                <a:ea typeface="Arial"/>
                <a:cs typeface="Arial"/>
              </a:defRPr>
            </a:lvl3pPr>
            <a:lvl4pPr algn="l">
              <a:defRPr sz="2700" b="1">
                <a:solidFill>
                  <a:srgbClr val="203B69"/>
                </a:solidFill>
                <a:latin typeface="Arial"/>
                <a:ea typeface="Arial"/>
                <a:cs typeface="Arial"/>
              </a:defRPr>
            </a:lvl4pPr>
            <a:lvl5pPr algn="l">
              <a:defRPr sz="2700" b="1">
                <a:solidFill>
                  <a:srgbClr val="203B69"/>
                </a:solidFill>
                <a:latin typeface="Arial"/>
                <a:ea typeface="Arial"/>
                <a:cs typeface="Arial"/>
              </a:defRPr>
            </a:lvl5pPr>
            <a:lvl6pPr algn="l">
              <a:defRPr sz="2700" b="1">
                <a:solidFill>
                  <a:srgbClr val="203B69"/>
                </a:solidFill>
                <a:latin typeface="Arial"/>
                <a:ea typeface="Arial"/>
                <a:cs typeface="Arial"/>
              </a:defRPr>
            </a:lvl6pPr>
            <a:lvl7pPr algn="l">
              <a:defRPr sz="2700" b="1">
                <a:solidFill>
                  <a:srgbClr val="203B69"/>
                </a:solidFill>
                <a:latin typeface="Arial"/>
                <a:ea typeface="Arial"/>
                <a:cs typeface="Arial"/>
              </a:defRPr>
            </a:lvl7pPr>
            <a:lvl8pPr algn="l">
              <a:defRPr sz="2700" b="1">
                <a:solidFill>
                  <a:srgbClr val="203B69"/>
                </a:solidFill>
                <a:latin typeface="Arial"/>
                <a:ea typeface="Arial"/>
                <a:cs typeface="Arial"/>
              </a:defRPr>
            </a:lvl8pPr>
            <a:lvl9pPr algn="l">
              <a:defRPr sz="2700" b="1">
                <a:solidFill>
                  <a:srgbClr val="203B69"/>
                </a:solidFill>
                <a:latin typeface="Arial"/>
                <a:ea typeface="Arial"/>
                <a:cs typeface="Arial"/>
              </a:defRPr>
            </a:lvl9pPr>
          </a:lstStyle>
          <a:p xmlns:a="http://schemas.openxmlformats.org/drawingml/2006/main">
            <a:pPr algn="l">
              <a:defRPr sz="2700" b="1">
                <a:solidFill>
                  <a:srgbClr val="203B69"/>
                </a:solidFill>
                <a:latin typeface="Arial"/>
                <a:ea typeface="Arial"/>
                <a:cs typeface="Arial"/>
              </a:defRPr>
            </a:pPr>
            <a:r>
              <a:rPr sz="2700" b="1">
                <a:solidFill>
                  <a:srgbClr val="203B69"/>
                </a:solidFill>
                <a:latin typeface="Arial"/>
                <a:ea typeface="Arial"/>
                <a:cs typeface="Arial"/>
              </a:rPr>
              <a:t>A smaller file for pricing questions</a:t>
            </a:r>
          </a:p>
        </p:txBody>
      </p:sp>
      <p:sp>
        <p:nvSpPr>
          <p:cNvPr id="9" name="d3-122">
            <a:extLst xmlns:a="http://schemas.openxmlformats.org/drawingml/2006/main">
              <a:ext uri="{FF2B5EF4-FFF2-40B4-BE49-F238E27FC236}">
                <a16:creationId xmlns:a16="http://schemas.microsoft.com/office/drawing/2014/main" id="{2D3C8A94-90F1-4C7D-9F22-41EF6E944293}"/>
              </a:ext>
            </a:extLst>
          </p:cNvPr>
          <p:cNvSpPr>
            <a:spLocks xmlns:a="http://schemas.openxmlformats.org/drawingml/2006/main" noGrp="1"/>
          </p:cNvSpPr>
          <p:nvPr/>
        </p:nvSpPr>
        <p:spPr>
          <a:xfrm xmlns:a="http://schemas.openxmlformats.org/drawingml/2006/main">
            <a:off x="857250" y="5000625"/>
            <a:ext cx="10477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75" b="0">
                <a:solidFill>
                  <a:srgbClr val="627084"/>
                </a:solidFill>
                <a:latin typeface="Arial"/>
                <a:ea typeface="Arial"/>
                <a:cs typeface="Arial"/>
              </a:defRPr>
            </a:defPPr>
            <a:lvl1pPr algn="l">
              <a:defRPr sz="2175" b="0">
                <a:solidFill>
                  <a:srgbClr val="627084"/>
                </a:solidFill>
                <a:latin typeface="Arial"/>
                <a:ea typeface="Arial"/>
                <a:cs typeface="Arial"/>
              </a:defRPr>
            </a:lvl1pPr>
            <a:lvl2pPr algn="l">
              <a:defRPr sz="2175" b="0">
                <a:solidFill>
                  <a:srgbClr val="627084"/>
                </a:solidFill>
                <a:latin typeface="Arial"/>
                <a:ea typeface="Arial"/>
                <a:cs typeface="Arial"/>
              </a:defRPr>
            </a:lvl2pPr>
            <a:lvl3pPr algn="l">
              <a:defRPr sz="2175" b="0">
                <a:solidFill>
                  <a:srgbClr val="627084"/>
                </a:solidFill>
                <a:latin typeface="Arial"/>
                <a:ea typeface="Arial"/>
                <a:cs typeface="Arial"/>
              </a:defRPr>
            </a:lvl3pPr>
            <a:lvl4pPr algn="l">
              <a:defRPr sz="2175" b="0">
                <a:solidFill>
                  <a:srgbClr val="627084"/>
                </a:solidFill>
                <a:latin typeface="Arial"/>
                <a:ea typeface="Arial"/>
                <a:cs typeface="Arial"/>
              </a:defRPr>
            </a:lvl4pPr>
            <a:lvl5pPr algn="l">
              <a:defRPr sz="2175" b="0">
                <a:solidFill>
                  <a:srgbClr val="627084"/>
                </a:solidFill>
                <a:latin typeface="Arial"/>
                <a:ea typeface="Arial"/>
                <a:cs typeface="Arial"/>
              </a:defRPr>
            </a:lvl5pPr>
            <a:lvl6pPr algn="l">
              <a:defRPr sz="2175" b="0">
                <a:solidFill>
                  <a:srgbClr val="627084"/>
                </a:solidFill>
                <a:latin typeface="Arial"/>
                <a:ea typeface="Arial"/>
                <a:cs typeface="Arial"/>
              </a:defRPr>
            </a:lvl6pPr>
            <a:lvl7pPr algn="l">
              <a:defRPr sz="2175" b="0">
                <a:solidFill>
                  <a:srgbClr val="627084"/>
                </a:solidFill>
                <a:latin typeface="Arial"/>
                <a:ea typeface="Arial"/>
                <a:cs typeface="Arial"/>
              </a:defRPr>
            </a:lvl7pPr>
            <a:lvl8pPr algn="l">
              <a:defRPr sz="2175" b="0">
                <a:solidFill>
                  <a:srgbClr val="627084"/>
                </a:solidFill>
                <a:latin typeface="Arial"/>
                <a:ea typeface="Arial"/>
                <a:cs typeface="Arial"/>
              </a:defRPr>
            </a:lvl8pPr>
            <a:lvl9pPr algn="l">
              <a:defRPr sz="2175" b="0">
                <a:solidFill>
                  <a:srgbClr val="627084"/>
                </a:solidFill>
                <a:latin typeface="Arial"/>
                <a:ea typeface="Arial"/>
                <a:cs typeface="Arial"/>
              </a:defRPr>
            </a:lvl9pPr>
          </a:lstStyle>
          <a:p xmlns:a="http://schemas.openxmlformats.org/drawingml/2006/main">
            <a:pPr algn="l">
              <a:defRPr sz="2175" b="0">
                <a:solidFill>
                  <a:srgbClr val="627084"/>
                </a:solidFill>
                <a:latin typeface="Arial"/>
                <a:ea typeface="Arial"/>
                <a:cs typeface="Arial"/>
              </a:defRPr>
            </a:pPr>
            <a:r>
              <a:rPr sz="2175" b="0">
                <a:solidFill>
                  <a:srgbClr val="627084"/>
                </a:solidFill>
                <a:latin typeface="Arial"/>
                <a:ea typeface="Arial"/>
                <a:cs typeface="Arial"/>
              </a:rPr>
              <a:t>Read related files when needed. Bytes are not tokens, and this is not a measured billing reduction.</a:t>
            </a:r>
          </a:p>
        </p:txBody>
      </p:sp>
    </p:spTree>
    <p:extLst>
      <p:ext uri="{BB962C8B-B14F-4D97-AF65-F5344CB8AC3E}">
        <p14:creationId xmlns:p14="http://schemas.microsoft.com/office/powerpoint/2010/main" val="930029396"/>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d3-123">
            <a:extLst xmlns:a="http://schemas.openxmlformats.org/drawingml/2006/main">
              <a:ext uri="{FF2B5EF4-FFF2-40B4-BE49-F238E27FC236}">
                <a16:creationId xmlns:a16="http://schemas.microsoft.com/office/drawing/2014/main" id="{DD1638B6-3530-4FF3-AC99-6D363615BB69}"/>
              </a:ext>
            </a:extLst>
          </p:cNvPr>
          <p:cNvSpPr>
            <a:spLocks xmlns:a="http://schemas.openxmlformats.org/drawingml/2006/main" noGrp="1"/>
          </p:cNvSpPr>
          <p:nvPr/>
        </p:nvSpPr>
        <p:spPr>
          <a:xfrm xmlns:a="http://schemas.openxmlformats.org/drawingml/2006/main">
            <a:off x="523875" y="295275"/>
            <a:ext cx="11144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225" b="1">
                <a:solidFill>
                  <a:srgbClr val="213044"/>
                </a:solidFill>
                <a:latin typeface="Arial"/>
                <a:ea typeface="Arial"/>
                <a:cs typeface="Arial"/>
              </a:defRPr>
            </a:defPPr>
            <a:lvl1pPr algn="ctr">
              <a:defRPr sz="3225" b="1">
                <a:solidFill>
                  <a:srgbClr val="213044"/>
                </a:solidFill>
                <a:latin typeface="Arial"/>
                <a:ea typeface="Arial"/>
                <a:cs typeface="Arial"/>
              </a:defRPr>
            </a:lvl1pPr>
            <a:lvl2pPr algn="ctr">
              <a:defRPr sz="3225" b="1">
                <a:solidFill>
                  <a:srgbClr val="213044"/>
                </a:solidFill>
                <a:latin typeface="Arial"/>
                <a:ea typeface="Arial"/>
                <a:cs typeface="Arial"/>
              </a:defRPr>
            </a:lvl2pPr>
            <a:lvl3pPr algn="ctr">
              <a:defRPr sz="3225" b="1">
                <a:solidFill>
                  <a:srgbClr val="213044"/>
                </a:solidFill>
                <a:latin typeface="Arial"/>
                <a:ea typeface="Arial"/>
                <a:cs typeface="Arial"/>
              </a:defRPr>
            </a:lvl3pPr>
            <a:lvl4pPr algn="ctr">
              <a:defRPr sz="3225" b="1">
                <a:solidFill>
                  <a:srgbClr val="213044"/>
                </a:solidFill>
                <a:latin typeface="Arial"/>
                <a:ea typeface="Arial"/>
                <a:cs typeface="Arial"/>
              </a:defRPr>
            </a:lvl4pPr>
            <a:lvl5pPr algn="ctr">
              <a:defRPr sz="3225" b="1">
                <a:solidFill>
                  <a:srgbClr val="213044"/>
                </a:solidFill>
                <a:latin typeface="Arial"/>
                <a:ea typeface="Arial"/>
                <a:cs typeface="Arial"/>
              </a:defRPr>
            </a:lvl5pPr>
            <a:lvl6pPr algn="ctr">
              <a:defRPr sz="3225" b="1">
                <a:solidFill>
                  <a:srgbClr val="213044"/>
                </a:solidFill>
                <a:latin typeface="Arial"/>
                <a:ea typeface="Arial"/>
                <a:cs typeface="Arial"/>
              </a:defRPr>
            </a:lvl6pPr>
            <a:lvl7pPr algn="ctr">
              <a:defRPr sz="3225" b="1">
                <a:solidFill>
                  <a:srgbClr val="213044"/>
                </a:solidFill>
                <a:latin typeface="Arial"/>
                <a:ea typeface="Arial"/>
                <a:cs typeface="Arial"/>
              </a:defRPr>
            </a:lvl7pPr>
            <a:lvl8pPr algn="ctr">
              <a:defRPr sz="3225" b="1">
                <a:solidFill>
                  <a:srgbClr val="213044"/>
                </a:solidFill>
                <a:latin typeface="Arial"/>
                <a:ea typeface="Arial"/>
                <a:cs typeface="Arial"/>
              </a:defRPr>
            </a:lvl8pPr>
            <a:lvl9pPr algn="ctr">
              <a:defRPr sz="3225" b="1">
                <a:solidFill>
                  <a:srgbClr val="213044"/>
                </a:solidFill>
                <a:latin typeface="Arial"/>
                <a:ea typeface="Arial"/>
                <a:cs typeface="Arial"/>
              </a:defRPr>
            </a:lvl9pPr>
          </a:lstStyle>
          <a:p xmlns:a="http://schemas.openxmlformats.org/drawingml/2006/main">
            <a:pPr algn="ctr">
              <a:defRPr sz="3225" b="1">
                <a:solidFill>
                  <a:srgbClr val="213044"/>
                </a:solidFill>
                <a:latin typeface="Arial"/>
                <a:ea typeface="Arial"/>
                <a:cs typeface="Arial"/>
              </a:defRPr>
            </a:pPr>
            <a:r>
              <a:rPr sz="3225" b="1">
                <a:solidFill>
                  <a:srgbClr val="213044"/>
                </a:solidFill>
                <a:latin typeface="Arial"/>
                <a:ea typeface="Arial"/>
                <a:cs typeface="Arial"/>
              </a:rPr>
              <a:t>What changed, and what stayed the same</a:t>
            </a:r>
          </a:p>
        </p:txBody>
      </p:sp>
      <p:sp>
        <p:nvSpPr>
          <p:cNvPr id="2" name="d3-124">
            <a:extLst xmlns:a="http://schemas.openxmlformats.org/drawingml/2006/main">
              <a:ext uri="{FF2B5EF4-FFF2-40B4-BE49-F238E27FC236}">
                <a16:creationId xmlns:a16="http://schemas.microsoft.com/office/drawing/2014/main" id="{80215418-C2DF-4AEA-8588-B4F7D9C917DB}"/>
              </a:ext>
            </a:extLst>
          </p:cNvPr>
          <p:cNvSpPr>
            <a:spLocks xmlns:a="http://schemas.openxmlformats.org/drawingml/2006/main" noGrp="1"/>
          </p:cNvSpPr>
          <p:nvPr/>
        </p:nvSpPr>
        <p:spPr>
          <a:xfrm xmlns:a="http://schemas.openxmlformats.org/drawingml/2006/main">
            <a:off x="523875" y="65341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050" b="0">
                <a:solidFill>
                  <a:srgbClr val="627084"/>
                </a:solidFill>
                <a:latin typeface="Arial"/>
                <a:ea typeface="Arial"/>
                <a:cs typeface="Arial"/>
              </a:defRPr>
            </a:defPPr>
            <a:lvl1pPr algn="l">
              <a:defRPr sz="1050" b="0">
                <a:solidFill>
                  <a:srgbClr val="627084"/>
                </a:solidFill>
                <a:latin typeface="Arial"/>
                <a:ea typeface="Arial"/>
                <a:cs typeface="Arial"/>
              </a:defRPr>
            </a:lvl1pPr>
            <a:lvl2pPr algn="l">
              <a:defRPr sz="1050" b="0">
                <a:solidFill>
                  <a:srgbClr val="627084"/>
                </a:solidFill>
                <a:latin typeface="Arial"/>
                <a:ea typeface="Arial"/>
                <a:cs typeface="Arial"/>
              </a:defRPr>
            </a:lvl2pPr>
            <a:lvl3pPr algn="l">
              <a:defRPr sz="1050" b="0">
                <a:solidFill>
                  <a:srgbClr val="627084"/>
                </a:solidFill>
                <a:latin typeface="Arial"/>
                <a:ea typeface="Arial"/>
                <a:cs typeface="Arial"/>
              </a:defRPr>
            </a:lvl3pPr>
            <a:lvl4pPr algn="l">
              <a:defRPr sz="1050" b="0">
                <a:solidFill>
                  <a:srgbClr val="627084"/>
                </a:solidFill>
                <a:latin typeface="Arial"/>
                <a:ea typeface="Arial"/>
                <a:cs typeface="Arial"/>
              </a:defRPr>
            </a:lvl4pPr>
            <a:lvl5pPr algn="l">
              <a:defRPr sz="1050" b="0">
                <a:solidFill>
                  <a:srgbClr val="627084"/>
                </a:solidFill>
                <a:latin typeface="Arial"/>
                <a:ea typeface="Arial"/>
                <a:cs typeface="Arial"/>
              </a:defRPr>
            </a:lvl5pPr>
            <a:lvl6pPr algn="l">
              <a:defRPr sz="1050" b="0">
                <a:solidFill>
                  <a:srgbClr val="627084"/>
                </a:solidFill>
                <a:latin typeface="Arial"/>
                <a:ea typeface="Arial"/>
                <a:cs typeface="Arial"/>
              </a:defRPr>
            </a:lvl6pPr>
            <a:lvl7pPr algn="l">
              <a:defRPr sz="1050" b="0">
                <a:solidFill>
                  <a:srgbClr val="627084"/>
                </a:solidFill>
                <a:latin typeface="Arial"/>
                <a:ea typeface="Arial"/>
                <a:cs typeface="Arial"/>
              </a:defRPr>
            </a:lvl7pPr>
            <a:lvl8pPr algn="l">
              <a:defRPr sz="1050" b="0">
                <a:solidFill>
                  <a:srgbClr val="627084"/>
                </a:solidFill>
                <a:latin typeface="Arial"/>
                <a:ea typeface="Arial"/>
                <a:cs typeface="Arial"/>
              </a:defRPr>
            </a:lvl8pPr>
            <a:lvl9pPr algn="l">
              <a:defRPr sz="1050" b="0">
                <a:solidFill>
                  <a:srgbClr val="627084"/>
                </a:solidFill>
                <a:latin typeface="Arial"/>
                <a:ea typeface="Arial"/>
                <a:cs typeface="Arial"/>
              </a:defRPr>
            </a:lvl9pPr>
          </a:lstStyle>
          <a:p xmlns:a="http://schemas.openxmlformats.org/drawingml/2006/main">
            <a:pPr algn="l">
              <a:defRPr sz="1050" b="0">
                <a:solidFill>
                  <a:srgbClr val="627084"/>
                </a:solidFill>
                <a:latin typeface="Arial"/>
                <a:ea typeface="Arial"/>
                <a:cs typeface="Arial"/>
              </a:defRPr>
            </a:pPr>
            <a:r>
              <a:rPr sz="1050" b="0">
                <a:solidFill>
                  <a:srgbClr val="627084"/>
                </a:solidFill>
                <a:latin typeface="Arial"/>
                <a:ea typeface="Arial"/>
                <a:cs typeface="Arial"/>
              </a:rPr>
              <a:t>CODEX &amp; COFFEE</a:t>
            </a:r>
          </a:p>
        </p:txBody>
      </p:sp>
      <p:sp>
        <p:nvSpPr>
          <p:cNvPr id="3" name="d3-125">
            <a:extLst xmlns:a="http://schemas.openxmlformats.org/drawingml/2006/main">
              <a:ext uri="{FF2B5EF4-FFF2-40B4-BE49-F238E27FC236}">
                <a16:creationId xmlns:a16="http://schemas.microsoft.com/office/drawing/2014/main" id="{CEE8EA7A-EA72-4A86-BE2C-58B94289D834}"/>
              </a:ext>
            </a:extLst>
          </p:cNvPr>
          <p:cNvSpPr>
            <a:spLocks xmlns:a="http://schemas.openxmlformats.org/drawingml/2006/main" noGrp="1"/>
          </p:cNvSpPr>
          <p:nvPr/>
        </p:nvSpPr>
        <p:spPr>
          <a:xfrm xmlns:a="http://schemas.openxmlformats.org/drawingml/2006/main">
            <a:off x="10001250" y="6534150"/>
            <a:ext cx="1666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050" b="0">
                <a:solidFill>
                  <a:srgbClr val="627084"/>
                </a:solidFill>
                <a:latin typeface="Arial"/>
                <a:ea typeface="Arial"/>
                <a:cs typeface="Arial"/>
              </a:defRPr>
            </a:defPPr>
            <a:lvl1pPr algn="r">
              <a:defRPr sz="1050" b="0">
                <a:solidFill>
                  <a:srgbClr val="627084"/>
                </a:solidFill>
                <a:latin typeface="Arial"/>
                <a:ea typeface="Arial"/>
                <a:cs typeface="Arial"/>
              </a:defRPr>
            </a:lvl1pPr>
            <a:lvl2pPr algn="r">
              <a:defRPr sz="1050" b="0">
                <a:solidFill>
                  <a:srgbClr val="627084"/>
                </a:solidFill>
                <a:latin typeface="Arial"/>
                <a:ea typeface="Arial"/>
                <a:cs typeface="Arial"/>
              </a:defRPr>
            </a:lvl2pPr>
            <a:lvl3pPr algn="r">
              <a:defRPr sz="1050" b="0">
                <a:solidFill>
                  <a:srgbClr val="627084"/>
                </a:solidFill>
                <a:latin typeface="Arial"/>
                <a:ea typeface="Arial"/>
                <a:cs typeface="Arial"/>
              </a:defRPr>
            </a:lvl3pPr>
            <a:lvl4pPr algn="r">
              <a:defRPr sz="1050" b="0">
                <a:solidFill>
                  <a:srgbClr val="627084"/>
                </a:solidFill>
                <a:latin typeface="Arial"/>
                <a:ea typeface="Arial"/>
                <a:cs typeface="Arial"/>
              </a:defRPr>
            </a:lvl4pPr>
            <a:lvl5pPr algn="r">
              <a:defRPr sz="1050" b="0">
                <a:solidFill>
                  <a:srgbClr val="627084"/>
                </a:solidFill>
                <a:latin typeface="Arial"/>
                <a:ea typeface="Arial"/>
                <a:cs typeface="Arial"/>
              </a:defRPr>
            </a:lvl5pPr>
            <a:lvl6pPr algn="r">
              <a:defRPr sz="1050" b="0">
                <a:solidFill>
                  <a:srgbClr val="627084"/>
                </a:solidFill>
                <a:latin typeface="Arial"/>
                <a:ea typeface="Arial"/>
                <a:cs typeface="Arial"/>
              </a:defRPr>
            </a:lvl6pPr>
            <a:lvl7pPr algn="r">
              <a:defRPr sz="1050" b="0">
                <a:solidFill>
                  <a:srgbClr val="627084"/>
                </a:solidFill>
                <a:latin typeface="Arial"/>
                <a:ea typeface="Arial"/>
                <a:cs typeface="Arial"/>
              </a:defRPr>
            </a:lvl7pPr>
            <a:lvl8pPr algn="r">
              <a:defRPr sz="1050" b="0">
                <a:solidFill>
                  <a:srgbClr val="627084"/>
                </a:solidFill>
                <a:latin typeface="Arial"/>
                <a:ea typeface="Arial"/>
                <a:cs typeface="Arial"/>
              </a:defRPr>
            </a:lvl8pPr>
            <a:lvl9pPr algn="r">
              <a:defRPr sz="1050" b="0">
                <a:solidFill>
                  <a:srgbClr val="627084"/>
                </a:solidFill>
                <a:latin typeface="Arial"/>
                <a:ea typeface="Arial"/>
                <a:cs typeface="Arial"/>
              </a:defRPr>
            </a:lvl9pPr>
          </a:lstStyle>
          <a:p xmlns:a="http://schemas.openxmlformats.org/drawingml/2006/main">
            <a:pPr algn="r">
              <a:defRPr sz="1050" b="0">
                <a:solidFill>
                  <a:srgbClr val="627084"/>
                </a:solidFill>
                <a:latin typeface="Arial"/>
                <a:ea typeface="Arial"/>
                <a:cs typeface="Arial"/>
              </a:defRPr>
            </a:pPr>
            <a:r>
              <a:rPr sz="1050" b="0">
                <a:solidFill>
                  <a:srgbClr val="627084"/>
                </a:solidFill>
                <a:latin typeface="Arial"/>
                <a:ea typeface="Arial"/>
                <a:cs typeface="Arial"/>
              </a:rPr>
              <a:t>DAY 3  ·  15</a:t>
            </a:r>
          </a:p>
        </p:txBody>
      </p:sp>
      <p:sp>
        <p:nvSpPr>
          <p:cNvPr id="4" name="d3-126">
            <a:extLst xmlns:a="http://schemas.openxmlformats.org/drawingml/2006/main">
              <a:ext uri="{FF2B5EF4-FFF2-40B4-BE49-F238E27FC236}">
                <a16:creationId xmlns:a16="http://schemas.microsoft.com/office/drawing/2014/main" id="{6A20505F-DF0E-444C-B3ED-514351F092C5}"/>
              </a:ext>
            </a:extLst>
          </p:cNvPr>
          <p:cNvSpPr>
            <a:spLocks xmlns:a="http://schemas.openxmlformats.org/drawingml/2006/main" noGrp="1"/>
          </p:cNvSpPr>
          <p:nvPr/>
        </p:nvSpPr>
        <p:spPr>
          <a:xfrm xmlns:a="http://schemas.openxmlformats.org/drawingml/2006/main">
            <a:off x="619125" y="1543050"/>
            <a:ext cx="5143500" cy="3571875"/>
          </a:xfrm>
          <a:prstGeom xmlns:a="http://schemas.openxmlformats.org/drawingml/2006/main" prst="roundRect">
            <a:avLst>
              <a:gd name="adj" fmla="val 2133"/>
            </a:avLst>
          </a:prstGeom>
          <a:solidFill xmlns:a="http://schemas.openxmlformats.org/drawingml/2006/main">
            <a:srgbClr val="FFF2D9"/>
          </a:solidFill>
          <a:ln xmlns:a="http://schemas.openxmlformats.org/drawingml/2006/main" w="14288">
            <a:solidFill>
              <a:srgbClr val="9D752B"/>
            </a:solidFill>
          </a:ln>
        </p:spPr>
      </p:sp>
      <p:sp>
        <p:nvSpPr>
          <p:cNvPr id="5" name="d3-127">
            <a:extLst xmlns:a="http://schemas.openxmlformats.org/drawingml/2006/main">
              <a:ext uri="{FF2B5EF4-FFF2-40B4-BE49-F238E27FC236}">
                <a16:creationId xmlns:a16="http://schemas.microsoft.com/office/drawing/2014/main" id="{ED33F460-5637-4D1A-9FCA-2F86705A3F28}"/>
              </a:ext>
            </a:extLst>
          </p:cNvPr>
          <p:cNvSpPr>
            <a:spLocks xmlns:a="http://schemas.openxmlformats.org/drawingml/2006/main" noGrp="1"/>
          </p:cNvSpPr>
          <p:nvPr/>
        </p:nvSpPr>
        <p:spPr>
          <a:xfrm xmlns:a="http://schemas.openxmlformats.org/drawingml/2006/main">
            <a:off x="828675" y="1676400"/>
            <a:ext cx="4724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950" b="1">
                <a:solidFill>
                  <a:srgbClr val="9D752B"/>
                </a:solidFill>
                <a:latin typeface="Arial"/>
                <a:ea typeface="Arial"/>
                <a:cs typeface="Arial"/>
              </a:defRPr>
            </a:defPPr>
            <a:lvl1pPr algn="l">
              <a:defRPr sz="1950" b="1">
                <a:solidFill>
                  <a:srgbClr val="9D752B"/>
                </a:solidFill>
                <a:latin typeface="Arial"/>
                <a:ea typeface="Arial"/>
                <a:cs typeface="Arial"/>
              </a:defRPr>
            </a:lvl1pPr>
            <a:lvl2pPr algn="l">
              <a:defRPr sz="1950" b="1">
                <a:solidFill>
                  <a:srgbClr val="9D752B"/>
                </a:solidFill>
                <a:latin typeface="Arial"/>
                <a:ea typeface="Arial"/>
                <a:cs typeface="Arial"/>
              </a:defRPr>
            </a:lvl2pPr>
            <a:lvl3pPr algn="l">
              <a:defRPr sz="1950" b="1">
                <a:solidFill>
                  <a:srgbClr val="9D752B"/>
                </a:solidFill>
                <a:latin typeface="Arial"/>
                <a:ea typeface="Arial"/>
                <a:cs typeface="Arial"/>
              </a:defRPr>
            </a:lvl3pPr>
            <a:lvl4pPr algn="l">
              <a:defRPr sz="1950" b="1">
                <a:solidFill>
                  <a:srgbClr val="9D752B"/>
                </a:solidFill>
                <a:latin typeface="Arial"/>
                <a:ea typeface="Arial"/>
                <a:cs typeface="Arial"/>
              </a:defRPr>
            </a:lvl4pPr>
            <a:lvl5pPr algn="l">
              <a:defRPr sz="1950" b="1">
                <a:solidFill>
                  <a:srgbClr val="9D752B"/>
                </a:solidFill>
                <a:latin typeface="Arial"/>
                <a:ea typeface="Arial"/>
                <a:cs typeface="Arial"/>
              </a:defRPr>
            </a:lvl5pPr>
            <a:lvl6pPr algn="l">
              <a:defRPr sz="1950" b="1">
                <a:solidFill>
                  <a:srgbClr val="9D752B"/>
                </a:solidFill>
                <a:latin typeface="Arial"/>
                <a:ea typeface="Arial"/>
                <a:cs typeface="Arial"/>
              </a:defRPr>
            </a:lvl6pPr>
            <a:lvl7pPr algn="l">
              <a:defRPr sz="1950" b="1">
                <a:solidFill>
                  <a:srgbClr val="9D752B"/>
                </a:solidFill>
                <a:latin typeface="Arial"/>
                <a:ea typeface="Arial"/>
                <a:cs typeface="Arial"/>
              </a:defRPr>
            </a:lvl7pPr>
            <a:lvl8pPr algn="l">
              <a:defRPr sz="1950" b="1">
                <a:solidFill>
                  <a:srgbClr val="9D752B"/>
                </a:solidFill>
                <a:latin typeface="Arial"/>
                <a:ea typeface="Arial"/>
                <a:cs typeface="Arial"/>
              </a:defRPr>
            </a:lvl8pPr>
            <a:lvl9pPr algn="l">
              <a:defRPr sz="1950" b="1">
                <a:solidFill>
                  <a:srgbClr val="9D752B"/>
                </a:solidFill>
                <a:latin typeface="Arial"/>
                <a:ea typeface="Arial"/>
                <a:cs typeface="Arial"/>
              </a:defRPr>
            </a:lvl9pPr>
          </a:lstStyle>
          <a:p xmlns:a="http://schemas.openxmlformats.org/drawingml/2006/main">
            <a:pPr algn="l">
              <a:defRPr sz="1950" b="1">
                <a:solidFill>
                  <a:srgbClr val="9D752B"/>
                </a:solidFill>
                <a:latin typeface="Arial"/>
                <a:ea typeface="Arial"/>
                <a:cs typeface="Arial"/>
              </a:defRPr>
            </a:pPr>
            <a:r>
              <a:rPr sz="1950" b="1">
                <a:solidFill>
                  <a:srgbClr val="9D752B"/>
                </a:solidFill>
                <a:latin typeface="Arial"/>
                <a:ea typeface="Arial"/>
                <a:cs typeface="Arial"/>
              </a:rPr>
              <a:t>Changed in the extraction</a:t>
            </a:r>
          </a:p>
        </p:txBody>
      </p:sp>
      <p:sp>
        <p:nvSpPr>
          <p:cNvPr id="6" name="d3-128">
            <a:extLst xmlns:a="http://schemas.openxmlformats.org/drawingml/2006/main">
              <a:ext uri="{FF2B5EF4-FFF2-40B4-BE49-F238E27FC236}">
                <a16:creationId xmlns:a16="http://schemas.microsoft.com/office/drawing/2014/main" id="{76EE7313-38FC-425A-81C9-0D7E8F76F9F4}"/>
              </a:ext>
            </a:extLst>
          </p:cNvPr>
          <p:cNvSpPr>
            <a:spLocks xmlns:a="http://schemas.openxmlformats.org/drawingml/2006/main" noGrp="1"/>
          </p:cNvSpPr>
          <p:nvPr/>
        </p:nvSpPr>
        <p:spPr>
          <a:xfrm xmlns:a="http://schemas.openxmlformats.org/drawingml/2006/main">
            <a:off x="828675" y="2228850"/>
            <a:ext cx="4724400" cy="2714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025" b="0">
                <a:solidFill>
                  <a:srgbClr val="213044"/>
                </a:solidFill>
                <a:latin typeface="Arial"/>
                <a:ea typeface="Arial"/>
                <a:cs typeface="Arial"/>
              </a:defRPr>
            </a:defPPr>
            <a:lvl1pPr algn="l">
              <a:defRPr sz="2025" b="0">
                <a:solidFill>
                  <a:srgbClr val="213044"/>
                </a:solidFill>
                <a:latin typeface="Arial"/>
                <a:ea typeface="Arial"/>
                <a:cs typeface="Arial"/>
              </a:defRPr>
            </a:lvl1pPr>
            <a:lvl2pPr algn="l">
              <a:defRPr sz="2025" b="0">
                <a:solidFill>
                  <a:srgbClr val="213044"/>
                </a:solidFill>
                <a:latin typeface="Arial"/>
                <a:ea typeface="Arial"/>
                <a:cs typeface="Arial"/>
              </a:defRPr>
            </a:lvl2pPr>
            <a:lvl3pPr algn="l">
              <a:defRPr sz="2025" b="0">
                <a:solidFill>
                  <a:srgbClr val="213044"/>
                </a:solidFill>
                <a:latin typeface="Arial"/>
                <a:ea typeface="Arial"/>
                <a:cs typeface="Arial"/>
              </a:defRPr>
            </a:lvl3pPr>
            <a:lvl4pPr algn="l">
              <a:defRPr sz="2025" b="0">
                <a:solidFill>
                  <a:srgbClr val="213044"/>
                </a:solidFill>
                <a:latin typeface="Arial"/>
                <a:ea typeface="Arial"/>
                <a:cs typeface="Arial"/>
              </a:defRPr>
            </a:lvl4pPr>
            <a:lvl5pPr algn="l">
              <a:defRPr sz="2025" b="0">
                <a:solidFill>
                  <a:srgbClr val="213044"/>
                </a:solidFill>
                <a:latin typeface="Arial"/>
                <a:ea typeface="Arial"/>
                <a:cs typeface="Arial"/>
              </a:defRPr>
            </a:lvl5pPr>
            <a:lvl6pPr algn="l">
              <a:defRPr sz="2025" b="0">
                <a:solidFill>
                  <a:srgbClr val="213044"/>
                </a:solidFill>
                <a:latin typeface="Arial"/>
                <a:ea typeface="Arial"/>
                <a:cs typeface="Arial"/>
              </a:defRPr>
            </a:lvl6pPr>
            <a:lvl7pPr algn="l">
              <a:defRPr sz="2025" b="0">
                <a:solidFill>
                  <a:srgbClr val="213044"/>
                </a:solidFill>
                <a:latin typeface="Arial"/>
                <a:ea typeface="Arial"/>
                <a:cs typeface="Arial"/>
              </a:defRPr>
            </a:lvl7pPr>
            <a:lvl8pPr algn="l">
              <a:defRPr sz="2025" b="0">
                <a:solidFill>
                  <a:srgbClr val="213044"/>
                </a:solidFill>
                <a:latin typeface="Arial"/>
                <a:ea typeface="Arial"/>
                <a:cs typeface="Arial"/>
              </a:defRPr>
            </a:lvl8pPr>
            <a:lvl9pPr algn="l">
              <a:defRPr sz="2025" b="0">
                <a:solidFill>
                  <a:srgbClr val="213044"/>
                </a:solidFill>
                <a:latin typeface="Arial"/>
                <a:ea typeface="Arial"/>
                <a:cs typeface="Arial"/>
              </a:defRPr>
            </a:lvl9pPr>
          </a:lstStyle>
          <a:p xmlns:a="http://schemas.openxmlformats.org/drawingml/2006/main">
            <a:pPr algn="l">
              <a:defRPr sz="2025" b="0">
                <a:solidFill>
                  <a:srgbClr val="213044"/>
                </a:solidFill>
                <a:latin typeface="Arial"/>
                <a:ea typeface="Arial"/>
                <a:cs typeface="Arial"/>
              </a:defRPr>
            </a:pPr>
            <a:r>
              <a:rPr sz="2025" b="0">
                <a:solidFill>
                  <a:srgbClr val="213044"/>
                </a:solidFill>
                <a:latin typeface="Arial"/>
                <a:ea typeface="Arial"/>
                <a:cs typeface="Arial"/>
              </a:rPr>
              <a:t>app.js</a:t>
            </a:r>
          </a:p>
          <a:p xmlns:a="http://schemas.openxmlformats.org/drawingml/2006/main">
            <a:pPr algn="l">
              <a:defRPr sz="2025" b="0">
                <a:solidFill>
                  <a:srgbClr val="213044"/>
                </a:solidFill>
                <a:latin typeface="Arial"/>
                <a:ea typeface="Arial"/>
                <a:cs typeface="Arial"/>
              </a:defRPr>
            </a:pPr>
            <a:r>
              <a:rPr sz="2025" b="0">
                <a:solidFill>
                  <a:srgbClr val="213044"/>
                </a:solidFill>
                <a:latin typeface="Arial"/>
                <a:ea typeface="Arial"/>
                <a:cs typeface="Arial"/>
              </a:rPr>
              <a:t>Import + preserved export</a:t>
            </a:r>
          </a:p>
          <a:p xmlns:a="http://schemas.openxmlformats.org/drawingml/2006/main">
            <a:r>
              <a:t/>
            </a:r>
          </a:p>
          <a:p xmlns:a="http://schemas.openxmlformats.org/drawingml/2006/main">
            <a:pPr algn="l">
              <a:defRPr sz="2025" b="0">
                <a:solidFill>
                  <a:srgbClr val="213044"/>
                </a:solidFill>
                <a:latin typeface="Arial"/>
                <a:ea typeface="Arial"/>
                <a:cs typeface="Arial"/>
              </a:defRPr>
            </a:pPr>
            <a:r>
              <a:rPr sz="2025" b="0">
                <a:solidFill>
                  <a:srgbClr val="213044"/>
                </a:solidFill>
                <a:latin typeface="Arial"/>
                <a:ea typeface="Arial"/>
                <a:cs typeface="Arial"/>
              </a:rPr>
              <a:t>domain/pricing.js</a:t>
            </a:r>
          </a:p>
          <a:p xmlns:a="http://schemas.openxmlformats.org/drawingml/2006/main">
            <a:pPr algn="l">
              <a:defRPr sz="2025" b="0">
                <a:solidFill>
                  <a:srgbClr val="213044"/>
                </a:solidFill>
                <a:latin typeface="Arial"/>
                <a:ea typeface="Arial"/>
                <a:cs typeface="Arial"/>
              </a:defRPr>
            </a:pPr>
            <a:r>
              <a:rPr sz="2025" b="0">
                <a:solidFill>
                  <a:srgbClr val="213044"/>
                </a:solidFill>
                <a:latin typeface="Arial"/>
                <a:ea typeface="Arial"/>
                <a:cs typeface="Arial"/>
              </a:rPr>
              <a:t>Existing pricing functions</a:t>
            </a:r>
          </a:p>
        </p:txBody>
      </p:sp>
      <p:sp>
        <p:nvSpPr>
          <p:cNvPr id="7" name="d3-129">
            <a:extLst xmlns:a="http://schemas.openxmlformats.org/drawingml/2006/main">
              <a:ext uri="{FF2B5EF4-FFF2-40B4-BE49-F238E27FC236}">
                <a16:creationId xmlns:a16="http://schemas.microsoft.com/office/drawing/2014/main" id="{91967AC7-0C67-489D-8779-5637840C1156}"/>
              </a:ext>
            </a:extLst>
          </p:cNvPr>
          <p:cNvSpPr>
            <a:spLocks xmlns:a="http://schemas.openxmlformats.org/drawingml/2006/main" noGrp="1"/>
          </p:cNvSpPr>
          <p:nvPr/>
        </p:nvSpPr>
        <p:spPr>
          <a:xfrm xmlns:a="http://schemas.openxmlformats.org/drawingml/2006/main">
            <a:off x="6429375" y="1543050"/>
            <a:ext cx="5143500" cy="3571875"/>
          </a:xfrm>
          <a:prstGeom xmlns:a="http://schemas.openxmlformats.org/drawingml/2006/main" prst="roundRect">
            <a:avLst>
              <a:gd name="adj" fmla="val 2133"/>
            </a:avLst>
          </a:prstGeom>
          <a:solidFill xmlns:a="http://schemas.openxmlformats.org/drawingml/2006/main">
            <a:srgbClr val="E5F4EF"/>
          </a:solidFill>
          <a:ln xmlns:a="http://schemas.openxmlformats.org/drawingml/2006/main" w="14288">
            <a:solidFill>
              <a:srgbClr val="327D6B"/>
            </a:solidFill>
          </a:ln>
        </p:spPr>
      </p:sp>
      <p:sp>
        <p:nvSpPr>
          <p:cNvPr id="8" name="d3-130">
            <a:extLst xmlns:a="http://schemas.openxmlformats.org/drawingml/2006/main">
              <a:ext uri="{FF2B5EF4-FFF2-40B4-BE49-F238E27FC236}">
                <a16:creationId xmlns:a16="http://schemas.microsoft.com/office/drawing/2014/main" id="{01CD0C3F-CA12-40C2-A294-07C2259E2850}"/>
              </a:ext>
            </a:extLst>
          </p:cNvPr>
          <p:cNvSpPr>
            <a:spLocks xmlns:a="http://schemas.openxmlformats.org/drawingml/2006/main" noGrp="1"/>
          </p:cNvSpPr>
          <p:nvPr/>
        </p:nvSpPr>
        <p:spPr>
          <a:xfrm xmlns:a="http://schemas.openxmlformats.org/drawingml/2006/main">
            <a:off x="6638925" y="1676400"/>
            <a:ext cx="4724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950" b="1">
                <a:solidFill>
                  <a:srgbClr val="327D6B"/>
                </a:solidFill>
                <a:latin typeface="Arial"/>
                <a:ea typeface="Arial"/>
                <a:cs typeface="Arial"/>
              </a:defRPr>
            </a:defPPr>
            <a:lvl1pPr algn="l">
              <a:defRPr sz="1950" b="1">
                <a:solidFill>
                  <a:srgbClr val="327D6B"/>
                </a:solidFill>
                <a:latin typeface="Arial"/>
                <a:ea typeface="Arial"/>
                <a:cs typeface="Arial"/>
              </a:defRPr>
            </a:lvl1pPr>
            <a:lvl2pPr algn="l">
              <a:defRPr sz="1950" b="1">
                <a:solidFill>
                  <a:srgbClr val="327D6B"/>
                </a:solidFill>
                <a:latin typeface="Arial"/>
                <a:ea typeface="Arial"/>
                <a:cs typeface="Arial"/>
              </a:defRPr>
            </a:lvl2pPr>
            <a:lvl3pPr algn="l">
              <a:defRPr sz="1950" b="1">
                <a:solidFill>
                  <a:srgbClr val="327D6B"/>
                </a:solidFill>
                <a:latin typeface="Arial"/>
                <a:ea typeface="Arial"/>
                <a:cs typeface="Arial"/>
              </a:defRPr>
            </a:lvl3pPr>
            <a:lvl4pPr algn="l">
              <a:defRPr sz="1950" b="1">
                <a:solidFill>
                  <a:srgbClr val="327D6B"/>
                </a:solidFill>
                <a:latin typeface="Arial"/>
                <a:ea typeface="Arial"/>
                <a:cs typeface="Arial"/>
              </a:defRPr>
            </a:lvl4pPr>
            <a:lvl5pPr algn="l">
              <a:defRPr sz="1950" b="1">
                <a:solidFill>
                  <a:srgbClr val="327D6B"/>
                </a:solidFill>
                <a:latin typeface="Arial"/>
                <a:ea typeface="Arial"/>
                <a:cs typeface="Arial"/>
              </a:defRPr>
            </a:lvl5pPr>
            <a:lvl6pPr algn="l">
              <a:defRPr sz="1950" b="1">
                <a:solidFill>
                  <a:srgbClr val="327D6B"/>
                </a:solidFill>
                <a:latin typeface="Arial"/>
                <a:ea typeface="Arial"/>
                <a:cs typeface="Arial"/>
              </a:defRPr>
            </a:lvl6pPr>
            <a:lvl7pPr algn="l">
              <a:defRPr sz="1950" b="1">
                <a:solidFill>
                  <a:srgbClr val="327D6B"/>
                </a:solidFill>
                <a:latin typeface="Arial"/>
                <a:ea typeface="Arial"/>
                <a:cs typeface="Arial"/>
              </a:defRPr>
            </a:lvl7pPr>
            <a:lvl8pPr algn="l">
              <a:defRPr sz="1950" b="1">
                <a:solidFill>
                  <a:srgbClr val="327D6B"/>
                </a:solidFill>
                <a:latin typeface="Arial"/>
                <a:ea typeface="Arial"/>
                <a:cs typeface="Arial"/>
              </a:defRPr>
            </a:lvl8pPr>
            <a:lvl9pPr algn="l">
              <a:defRPr sz="1950" b="1">
                <a:solidFill>
                  <a:srgbClr val="327D6B"/>
                </a:solidFill>
                <a:latin typeface="Arial"/>
                <a:ea typeface="Arial"/>
                <a:cs typeface="Arial"/>
              </a:defRPr>
            </a:lvl9pPr>
          </a:lstStyle>
          <a:p xmlns:a="http://schemas.openxmlformats.org/drawingml/2006/main">
            <a:pPr algn="l">
              <a:defRPr sz="1950" b="1">
                <a:solidFill>
                  <a:srgbClr val="327D6B"/>
                </a:solidFill>
                <a:latin typeface="Arial"/>
                <a:ea typeface="Arial"/>
                <a:cs typeface="Arial"/>
              </a:defRPr>
            </a:pPr>
            <a:r>
              <a:rPr sz="1950" b="1">
                <a:solidFill>
                  <a:srgbClr val="327D6B"/>
                </a:solidFill>
                <a:latin typeface="Arial"/>
                <a:ea typeface="Arial"/>
                <a:cs typeface="Arial"/>
              </a:rPr>
              <a:t>Protected during extraction</a:t>
            </a:r>
          </a:p>
        </p:txBody>
      </p:sp>
      <p:sp>
        <p:nvSpPr>
          <p:cNvPr id="9" name="d3-131">
            <a:extLst xmlns:a="http://schemas.openxmlformats.org/drawingml/2006/main">
              <a:ext uri="{FF2B5EF4-FFF2-40B4-BE49-F238E27FC236}">
                <a16:creationId xmlns:a16="http://schemas.microsoft.com/office/drawing/2014/main" id="{C71363AC-3800-4F28-969E-F9209D0E1AD4}"/>
              </a:ext>
            </a:extLst>
          </p:cNvPr>
          <p:cNvSpPr>
            <a:spLocks xmlns:a="http://schemas.openxmlformats.org/drawingml/2006/main" noGrp="1"/>
          </p:cNvSpPr>
          <p:nvPr/>
        </p:nvSpPr>
        <p:spPr>
          <a:xfrm xmlns:a="http://schemas.openxmlformats.org/drawingml/2006/main">
            <a:off x="6638925" y="2228850"/>
            <a:ext cx="4724400" cy="2714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025" b="0">
                <a:solidFill>
                  <a:srgbClr val="213044"/>
                </a:solidFill>
                <a:latin typeface="Arial"/>
                <a:ea typeface="Arial"/>
                <a:cs typeface="Arial"/>
              </a:defRPr>
            </a:defPPr>
            <a:lvl1pPr algn="l">
              <a:defRPr sz="2025" b="0">
                <a:solidFill>
                  <a:srgbClr val="213044"/>
                </a:solidFill>
                <a:latin typeface="Arial"/>
                <a:ea typeface="Arial"/>
                <a:cs typeface="Arial"/>
              </a:defRPr>
            </a:lvl1pPr>
            <a:lvl2pPr algn="l">
              <a:defRPr sz="2025" b="0">
                <a:solidFill>
                  <a:srgbClr val="213044"/>
                </a:solidFill>
                <a:latin typeface="Arial"/>
                <a:ea typeface="Arial"/>
                <a:cs typeface="Arial"/>
              </a:defRPr>
            </a:lvl2pPr>
            <a:lvl3pPr algn="l">
              <a:defRPr sz="2025" b="0">
                <a:solidFill>
                  <a:srgbClr val="213044"/>
                </a:solidFill>
                <a:latin typeface="Arial"/>
                <a:ea typeface="Arial"/>
                <a:cs typeface="Arial"/>
              </a:defRPr>
            </a:lvl3pPr>
            <a:lvl4pPr algn="l">
              <a:defRPr sz="2025" b="0">
                <a:solidFill>
                  <a:srgbClr val="213044"/>
                </a:solidFill>
                <a:latin typeface="Arial"/>
                <a:ea typeface="Arial"/>
                <a:cs typeface="Arial"/>
              </a:defRPr>
            </a:lvl4pPr>
            <a:lvl5pPr algn="l">
              <a:defRPr sz="2025" b="0">
                <a:solidFill>
                  <a:srgbClr val="213044"/>
                </a:solidFill>
                <a:latin typeface="Arial"/>
                <a:ea typeface="Arial"/>
                <a:cs typeface="Arial"/>
              </a:defRPr>
            </a:lvl5pPr>
            <a:lvl6pPr algn="l">
              <a:defRPr sz="2025" b="0">
                <a:solidFill>
                  <a:srgbClr val="213044"/>
                </a:solidFill>
                <a:latin typeface="Arial"/>
                <a:ea typeface="Arial"/>
                <a:cs typeface="Arial"/>
              </a:defRPr>
            </a:lvl6pPr>
            <a:lvl7pPr algn="l">
              <a:defRPr sz="2025" b="0">
                <a:solidFill>
                  <a:srgbClr val="213044"/>
                </a:solidFill>
                <a:latin typeface="Arial"/>
                <a:ea typeface="Arial"/>
                <a:cs typeface="Arial"/>
              </a:defRPr>
            </a:lvl7pPr>
            <a:lvl8pPr algn="l">
              <a:defRPr sz="2025" b="0">
                <a:solidFill>
                  <a:srgbClr val="213044"/>
                </a:solidFill>
                <a:latin typeface="Arial"/>
                <a:ea typeface="Arial"/>
                <a:cs typeface="Arial"/>
              </a:defRPr>
            </a:lvl8pPr>
            <a:lvl9pPr algn="l">
              <a:defRPr sz="2025" b="0">
                <a:solidFill>
                  <a:srgbClr val="213044"/>
                </a:solidFill>
                <a:latin typeface="Arial"/>
                <a:ea typeface="Arial"/>
                <a:cs typeface="Arial"/>
              </a:defRPr>
            </a:lvl9pPr>
          </a:lstStyle>
          <a:p xmlns:a="http://schemas.openxmlformats.org/drawingml/2006/main">
            <a:pPr algn="l">
              <a:defRPr sz="2025" b="0">
                <a:solidFill>
                  <a:srgbClr val="213044"/>
                </a:solidFill>
                <a:latin typeface="Arial"/>
                <a:ea typeface="Arial"/>
                <a:cs typeface="Arial"/>
              </a:defRPr>
            </a:pPr>
            <a:r>
              <a:rPr sz="2025" b="0">
                <a:solidFill>
                  <a:srgbClr val="213044"/>
                </a:solidFill>
                <a:latin typeface="Arial"/>
                <a:ea typeface="Arial"/>
                <a:cs typeface="Arial"/>
              </a:rPr>
              <a:t>UI and styles</a:t>
            </a:r>
          </a:p>
          <a:p xmlns:a="http://schemas.openxmlformats.org/drawingml/2006/main">
            <a:pPr algn="l">
              <a:defRPr sz="2025" b="0">
                <a:solidFill>
                  <a:srgbClr val="213044"/>
                </a:solidFill>
                <a:latin typeface="Arial"/>
                <a:ea typeface="Arial"/>
                <a:cs typeface="Arial"/>
              </a:defRPr>
            </a:pPr>
            <a:r>
              <a:rPr sz="2025" b="0">
                <a:solidFill>
                  <a:srgbClr val="213044"/>
                </a:solidFill>
                <a:latin typeface="Arial"/>
                <a:ea typeface="Arial"/>
                <a:cs typeface="Arial"/>
              </a:rPr>
              <a:t>Saved-quote behavior</a:t>
            </a:r>
          </a:p>
          <a:p xmlns:a="http://schemas.openxmlformats.org/drawingml/2006/main">
            <a:pPr algn="l">
              <a:defRPr sz="2025" b="0">
                <a:solidFill>
                  <a:srgbClr val="213044"/>
                </a:solidFill>
                <a:latin typeface="Arial"/>
                <a:ea typeface="Arial"/>
                <a:cs typeface="Arial"/>
              </a:defRPr>
            </a:pPr>
            <a:r>
              <a:rPr sz="2025" b="0">
                <a:solidFill>
                  <a:srgbClr val="213044"/>
                </a:solidFill>
                <a:latin typeface="Arial"/>
                <a:ea typeface="Arial"/>
                <a:cs typeface="Arial"/>
              </a:rPr>
              <a:t>Proposal export</a:t>
            </a:r>
          </a:p>
          <a:p xmlns:a="http://schemas.openxmlformats.org/drawingml/2006/main">
            <a:pPr algn="l">
              <a:defRPr sz="2025" b="0">
                <a:solidFill>
                  <a:srgbClr val="213044"/>
                </a:solidFill>
                <a:latin typeface="Arial"/>
                <a:ea typeface="Arial"/>
                <a:cs typeface="Arial"/>
              </a:defRPr>
            </a:pPr>
            <a:r>
              <a:rPr sz="2025" b="0">
                <a:solidFill>
                  <a:srgbClr val="213044"/>
                </a:solidFill>
                <a:latin typeface="Arial"/>
                <a:ea typeface="Arial"/>
                <a:cs typeface="Arial"/>
              </a:rPr>
              <a:t>Test expectations</a:t>
            </a:r>
          </a:p>
          <a:p xmlns:a="http://schemas.openxmlformats.org/drawingml/2006/main">
            <a:pPr algn="l">
              <a:defRPr sz="2025" b="0">
                <a:solidFill>
                  <a:srgbClr val="213044"/>
                </a:solidFill>
                <a:latin typeface="Arial"/>
                <a:ea typeface="Arial"/>
                <a:cs typeface="Arial"/>
              </a:defRPr>
            </a:pPr>
            <a:r>
              <a:rPr sz="2025" b="0">
                <a:solidFill>
                  <a:srgbClr val="213044"/>
                </a:solidFill>
                <a:latin typeface="Arial"/>
                <a:ea typeface="Arial"/>
                <a:cs typeface="Arial"/>
              </a:rPr>
              <a:t>Rounding and output shape</a:t>
            </a:r>
          </a:p>
        </p:txBody>
      </p:sp>
      <p:sp>
        <p:nvSpPr>
          <p:cNvPr id="10" name="d3-132">
            <a:extLst xmlns:a="http://schemas.openxmlformats.org/drawingml/2006/main">
              <a:ext uri="{FF2B5EF4-FFF2-40B4-BE49-F238E27FC236}">
                <a16:creationId xmlns:a16="http://schemas.microsoft.com/office/drawing/2014/main" id="{B63CB230-F661-430E-91C6-F63B7FEC1220}"/>
              </a:ext>
            </a:extLst>
          </p:cNvPr>
          <p:cNvSpPr>
            <a:spLocks xmlns:a="http://schemas.openxmlformats.org/drawingml/2006/main" noGrp="1"/>
          </p:cNvSpPr>
          <p:nvPr/>
        </p:nvSpPr>
        <p:spPr>
          <a:xfrm xmlns:a="http://schemas.openxmlformats.org/drawingml/2006/main">
            <a:off x="714375" y="5514975"/>
            <a:ext cx="1076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325" b="1">
                <a:solidFill>
                  <a:srgbClr val="203B69"/>
                </a:solidFill>
                <a:latin typeface="Arial"/>
                <a:ea typeface="Arial"/>
                <a:cs typeface="Arial"/>
              </a:defRPr>
            </a:defPPr>
            <a:lvl1pPr algn="l">
              <a:defRPr sz="2325" b="1">
                <a:solidFill>
                  <a:srgbClr val="203B69"/>
                </a:solidFill>
                <a:latin typeface="Arial"/>
                <a:ea typeface="Arial"/>
                <a:cs typeface="Arial"/>
              </a:defRPr>
            </a:lvl1pPr>
            <a:lvl2pPr algn="l">
              <a:defRPr sz="2325" b="1">
                <a:solidFill>
                  <a:srgbClr val="203B69"/>
                </a:solidFill>
                <a:latin typeface="Arial"/>
                <a:ea typeface="Arial"/>
                <a:cs typeface="Arial"/>
              </a:defRPr>
            </a:lvl2pPr>
            <a:lvl3pPr algn="l">
              <a:defRPr sz="2325" b="1">
                <a:solidFill>
                  <a:srgbClr val="203B69"/>
                </a:solidFill>
                <a:latin typeface="Arial"/>
                <a:ea typeface="Arial"/>
                <a:cs typeface="Arial"/>
              </a:defRPr>
            </a:lvl3pPr>
            <a:lvl4pPr algn="l">
              <a:defRPr sz="2325" b="1">
                <a:solidFill>
                  <a:srgbClr val="203B69"/>
                </a:solidFill>
                <a:latin typeface="Arial"/>
                <a:ea typeface="Arial"/>
                <a:cs typeface="Arial"/>
              </a:defRPr>
            </a:lvl4pPr>
            <a:lvl5pPr algn="l">
              <a:defRPr sz="2325" b="1">
                <a:solidFill>
                  <a:srgbClr val="203B69"/>
                </a:solidFill>
                <a:latin typeface="Arial"/>
                <a:ea typeface="Arial"/>
                <a:cs typeface="Arial"/>
              </a:defRPr>
            </a:lvl5pPr>
            <a:lvl6pPr algn="l">
              <a:defRPr sz="2325" b="1">
                <a:solidFill>
                  <a:srgbClr val="203B69"/>
                </a:solidFill>
                <a:latin typeface="Arial"/>
                <a:ea typeface="Arial"/>
                <a:cs typeface="Arial"/>
              </a:defRPr>
            </a:lvl6pPr>
            <a:lvl7pPr algn="l">
              <a:defRPr sz="2325" b="1">
                <a:solidFill>
                  <a:srgbClr val="203B69"/>
                </a:solidFill>
                <a:latin typeface="Arial"/>
                <a:ea typeface="Arial"/>
                <a:cs typeface="Arial"/>
              </a:defRPr>
            </a:lvl7pPr>
            <a:lvl8pPr algn="l">
              <a:defRPr sz="2325" b="1">
                <a:solidFill>
                  <a:srgbClr val="203B69"/>
                </a:solidFill>
                <a:latin typeface="Arial"/>
                <a:ea typeface="Arial"/>
                <a:cs typeface="Arial"/>
              </a:defRPr>
            </a:lvl8pPr>
            <a:lvl9pPr algn="l">
              <a:defRPr sz="2325" b="1">
                <a:solidFill>
                  <a:srgbClr val="203B69"/>
                </a:solidFill>
                <a:latin typeface="Arial"/>
                <a:ea typeface="Arial"/>
                <a:cs typeface="Arial"/>
              </a:defRPr>
            </a:lvl9pPr>
          </a:lstStyle>
          <a:p xmlns:a="http://schemas.openxmlformats.org/drawingml/2006/main">
            <a:pPr algn="l">
              <a:defRPr sz="2325" b="1">
                <a:solidFill>
                  <a:srgbClr val="203B69"/>
                </a:solidFill>
                <a:latin typeface="Arial"/>
                <a:ea typeface="Arial"/>
                <a:cs typeface="Arial"/>
              </a:defRPr>
            </a:pPr>
            <a:r>
              <a:rPr sz="2325" b="1">
                <a:solidFill>
                  <a:srgbClr val="203B69"/>
                </a:solidFill>
                <a:latin typeface="Arial"/>
                <a:ea typeface="Arial"/>
                <a:cs typeface="Arial"/>
              </a:rPr>
              <a:t>A focused diff is easier to review and roll back</a:t>
            </a:r>
          </a:p>
        </p:txBody>
      </p:sp>
    </p:spTree>
    <p:extLst>
      <p:ext uri="{BB962C8B-B14F-4D97-AF65-F5344CB8AC3E}">
        <p14:creationId xmlns:p14="http://schemas.microsoft.com/office/powerpoint/2010/main" val="191018747"/>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d3-133">
            <a:extLst xmlns:a="http://schemas.openxmlformats.org/drawingml/2006/main">
              <a:ext uri="{FF2B5EF4-FFF2-40B4-BE49-F238E27FC236}">
                <a16:creationId xmlns:a16="http://schemas.microsoft.com/office/drawing/2014/main" id="{18DA1675-D28E-45CD-B928-2BD30F8EB501}"/>
              </a:ext>
            </a:extLst>
          </p:cNvPr>
          <p:cNvSpPr>
            <a:spLocks xmlns:a="http://schemas.openxmlformats.org/drawingml/2006/main" noGrp="1"/>
          </p:cNvSpPr>
          <p:nvPr/>
        </p:nvSpPr>
        <p:spPr>
          <a:xfrm xmlns:a="http://schemas.openxmlformats.org/drawingml/2006/main">
            <a:off x="523875" y="295275"/>
            <a:ext cx="11144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225" b="1">
                <a:solidFill>
                  <a:srgbClr val="213044"/>
                </a:solidFill>
                <a:latin typeface="Arial"/>
                <a:ea typeface="Arial"/>
                <a:cs typeface="Arial"/>
              </a:defRPr>
            </a:defPPr>
            <a:lvl1pPr algn="ctr">
              <a:defRPr sz="3225" b="1">
                <a:solidFill>
                  <a:srgbClr val="213044"/>
                </a:solidFill>
                <a:latin typeface="Arial"/>
                <a:ea typeface="Arial"/>
                <a:cs typeface="Arial"/>
              </a:defRPr>
            </a:lvl1pPr>
            <a:lvl2pPr algn="ctr">
              <a:defRPr sz="3225" b="1">
                <a:solidFill>
                  <a:srgbClr val="213044"/>
                </a:solidFill>
                <a:latin typeface="Arial"/>
                <a:ea typeface="Arial"/>
                <a:cs typeface="Arial"/>
              </a:defRPr>
            </a:lvl2pPr>
            <a:lvl3pPr algn="ctr">
              <a:defRPr sz="3225" b="1">
                <a:solidFill>
                  <a:srgbClr val="213044"/>
                </a:solidFill>
                <a:latin typeface="Arial"/>
                <a:ea typeface="Arial"/>
                <a:cs typeface="Arial"/>
              </a:defRPr>
            </a:lvl3pPr>
            <a:lvl4pPr algn="ctr">
              <a:defRPr sz="3225" b="1">
                <a:solidFill>
                  <a:srgbClr val="213044"/>
                </a:solidFill>
                <a:latin typeface="Arial"/>
                <a:ea typeface="Arial"/>
                <a:cs typeface="Arial"/>
              </a:defRPr>
            </a:lvl4pPr>
            <a:lvl5pPr algn="ctr">
              <a:defRPr sz="3225" b="1">
                <a:solidFill>
                  <a:srgbClr val="213044"/>
                </a:solidFill>
                <a:latin typeface="Arial"/>
                <a:ea typeface="Arial"/>
                <a:cs typeface="Arial"/>
              </a:defRPr>
            </a:lvl5pPr>
            <a:lvl6pPr algn="ctr">
              <a:defRPr sz="3225" b="1">
                <a:solidFill>
                  <a:srgbClr val="213044"/>
                </a:solidFill>
                <a:latin typeface="Arial"/>
                <a:ea typeface="Arial"/>
                <a:cs typeface="Arial"/>
              </a:defRPr>
            </a:lvl6pPr>
            <a:lvl7pPr algn="ctr">
              <a:defRPr sz="3225" b="1">
                <a:solidFill>
                  <a:srgbClr val="213044"/>
                </a:solidFill>
                <a:latin typeface="Arial"/>
                <a:ea typeface="Arial"/>
                <a:cs typeface="Arial"/>
              </a:defRPr>
            </a:lvl7pPr>
            <a:lvl8pPr algn="ctr">
              <a:defRPr sz="3225" b="1">
                <a:solidFill>
                  <a:srgbClr val="213044"/>
                </a:solidFill>
                <a:latin typeface="Arial"/>
                <a:ea typeface="Arial"/>
                <a:cs typeface="Arial"/>
              </a:defRPr>
            </a:lvl8pPr>
            <a:lvl9pPr algn="ctr">
              <a:defRPr sz="3225" b="1">
                <a:solidFill>
                  <a:srgbClr val="213044"/>
                </a:solidFill>
                <a:latin typeface="Arial"/>
                <a:ea typeface="Arial"/>
                <a:cs typeface="Arial"/>
              </a:defRPr>
            </a:lvl9pPr>
          </a:lstStyle>
          <a:p xmlns:a="http://schemas.openxmlformats.org/drawingml/2006/main">
            <a:pPr algn="ctr">
              <a:defRPr sz="3225" b="1">
                <a:solidFill>
                  <a:srgbClr val="213044"/>
                </a:solidFill>
                <a:latin typeface="Arial"/>
                <a:ea typeface="Arial"/>
                <a:cs typeface="Arial"/>
              </a:defRPr>
            </a:pPr>
            <a:r>
              <a:rPr sz="3225" b="1">
                <a:solidFill>
                  <a:srgbClr val="213044"/>
                </a:solidFill>
                <a:latin typeface="Arial"/>
                <a:ea typeface="Arial"/>
                <a:cs typeface="Arial"/>
              </a:rPr>
              <a:t>Replay the day without setup confusion</a:t>
            </a:r>
          </a:p>
        </p:txBody>
      </p:sp>
      <p:sp>
        <p:nvSpPr>
          <p:cNvPr id="2" name="d3-134">
            <a:extLst xmlns:a="http://schemas.openxmlformats.org/drawingml/2006/main">
              <a:ext uri="{FF2B5EF4-FFF2-40B4-BE49-F238E27FC236}">
                <a16:creationId xmlns:a16="http://schemas.microsoft.com/office/drawing/2014/main" id="{C6C6EC9F-14B7-4DF0-B271-ABBB813AF220}"/>
              </a:ext>
            </a:extLst>
          </p:cNvPr>
          <p:cNvSpPr>
            <a:spLocks xmlns:a="http://schemas.openxmlformats.org/drawingml/2006/main" noGrp="1"/>
          </p:cNvSpPr>
          <p:nvPr/>
        </p:nvSpPr>
        <p:spPr>
          <a:xfrm xmlns:a="http://schemas.openxmlformats.org/drawingml/2006/main">
            <a:off x="523875" y="65341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050" b="0">
                <a:solidFill>
                  <a:srgbClr val="627084"/>
                </a:solidFill>
                <a:latin typeface="Arial"/>
                <a:ea typeface="Arial"/>
                <a:cs typeface="Arial"/>
              </a:defRPr>
            </a:defPPr>
            <a:lvl1pPr algn="l">
              <a:defRPr sz="1050" b="0">
                <a:solidFill>
                  <a:srgbClr val="627084"/>
                </a:solidFill>
                <a:latin typeface="Arial"/>
                <a:ea typeface="Arial"/>
                <a:cs typeface="Arial"/>
              </a:defRPr>
            </a:lvl1pPr>
            <a:lvl2pPr algn="l">
              <a:defRPr sz="1050" b="0">
                <a:solidFill>
                  <a:srgbClr val="627084"/>
                </a:solidFill>
                <a:latin typeface="Arial"/>
                <a:ea typeface="Arial"/>
                <a:cs typeface="Arial"/>
              </a:defRPr>
            </a:lvl2pPr>
            <a:lvl3pPr algn="l">
              <a:defRPr sz="1050" b="0">
                <a:solidFill>
                  <a:srgbClr val="627084"/>
                </a:solidFill>
                <a:latin typeface="Arial"/>
                <a:ea typeface="Arial"/>
                <a:cs typeface="Arial"/>
              </a:defRPr>
            </a:lvl3pPr>
            <a:lvl4pPr algn="l">
              <a:defRPr sz="1050" b="0">
                <a:solidFill>
                  <a:srgbClr val="627084"/>
                </a:solidFill>
                <a:latin typeface="Arial"/>
                <a:ea typeface="Arial"/>
                <a:cs typeface="Arial"/>
              </a:defRPr>
            </a:lvl4pPr>
            <a:lvl5pPr algn="l">
              <a:defRPr sz="1050" b="0">
                <a:solidFill>
                  <a:srgbClr val="627084"/>
                </a:solidFill>
                <a:latin typeface="Arial"/>
                <a:ea typeface="Arial"/>
                <a:cs typeface="Arial"/>
              </a:defRPr>
            </a:lvl5pPr>
            <a:lvl6pPr algn="l">
              <a:defRPr sz="1050" b="0">
                <a:solidFill>
                  <a:srgbClr val="627084"/>
                </a:solidFill>
                <a:latin typeface="Arial"/>
                <a:ea typeface="Arial"/>
                <a:cs typeface="Arial"/>
              </a:defRPr>
            </a:lvl6pPr>
            <a:lvl7pPr algn="l">
              <a:defRPr sz="1050" b="0">
                <a:solidFill>
                  <a:srgbClr val="627084"/>
                </a:solidFill>
                <a:latin typeface="Arial"/>
                <a:ea typeface="Arial"/>
                <a:cs typeface="Arial"/>
              </a:defRPr>
            </a:lvl7pPr>
            <a:lvl8pPr algn="l">
              <a:defRPr sz="1050" b="0">
                <a:solidFill>
                  <a:srgbClr val="627084"/>
                </a:solidFill>
                <a:latin typeface="Arial"/>
                <a:ea typeface="Arial"/>
                <a:cs typeface="Arial"/>
              </a:defRPr>
            </a:lvl8pPr>
            <a:lvl9pPr algn="l">
              <a:defRPr sz="1050" b="0">
                <a:solidFill>
                  <a:srgbClr val="627084"/>
                </a:solidFill>
                <a:latin typeface="Arial"/>
                <a:ea typeface="Arial"/>
                <a:cs typeface="Arial"/>
              </a:defRPr>
            </a:lvl9pPr>
          </a:lstStyle>
          <a:p xmlns:a="http://schemas.openxmlformats.org/drawingml/2006/main">
            <a:pPr algn="l">
              <a:defRPr sz="1050" b="0">
                <a:solidFill>
                  <a:srgbClr val="627084"/>
                </a:solidFill>
                <a:latin typeface="Arial"/>
                <a:ea typeface="Arial"/>
                <a:cs typeface="Arial"/>
              </a:defRPr>
            </a:pPr>
            <a:r>
              <a:rPr sz="1050" b="0">
                <a:solidFill>
                  <a:srgbClr val="627084"/>
                </a:solidFill>
                <a:latin typeface="Arial"/>
                <a:ea typeface="Arial"/>
                <a:cs typeface="Arial"/>
              </a:rPr>
              <a:t>CODEX &amp; COFFEE</a:t>
            </a:r>
          </a:p>
        </p:txBody>
      </p:sp>
      <p:sp>
        <p:nvSpPr>
          <p:cNvPr id="3" name="d3-135">
            <a:extLst xmlns:a="http://schemas.openxmlformats.org/drawingml/2006/main">
              <a:ext uri="{FF2B5EF4-FFF2-40B4-BE49-F238E27FC236}">
                <a16:creationId xmlns:a16="http://schemas.microsoft.com/office/drawing/2014/main" id="{E50946D4-DD74-4E5D-B8E3-76A1ABBB9FD7}"/>
              </a:ext>
            </a:extLst>
          </p:cNvPr>
          <p:cNvSpPr>
            <a:spLocks xmlns:a="http://schemas.openxmlformats.org/drawingml/2006/main" noGrp="1"/>
          </p:cNvSpPr>
          <p:nvPr/>
        </p:nvSpPr>
        <p:spPr>
          <a:xfrm xmlns:a="http://schemas.openxmlformats.org/drawingml/2006/main">
            <a:off x="10001250" y="6534150"/>
            <a:ext cx="1666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050" b="0">
                <a:solidFill>
                  <a:srgbClr val="627084"/>
                </a:solidFill>
                <a:latin typeface="Arial"/>
                <a:ea typeface="Arial"/>
                <a:cs typeface="Arial"/>
              </a:defRPr>
            </a:defPPr>
            <a:lvl1pPr algn="r">
              <a:defRPr sz="1050" b="0">
                <a:solidFill>
                  <a:srgbClr val="627084"/>
                </a:solidFill>
                <a:latin typeface="Arial"/>
                <a:ea typeface="Arial"/>
                <a:cs typeface="Arial"/>
              </a:defRPr>
            </a:lvl1pPr>
            <a:lvl2pPr algn="r">
              <a:defRPr sz="1050" b="0">
                <a:solidFill>
                  <a:srgbClr val="627084"/>
                </a:solidFill>
                <a:latin typeface="Arial"/>
                <a:ea typeface="Arial"/>
                <a:cs typeface="Arial"/>
              </a:defRPr>
            </a:lvl2pPr>
            <a:lvl3pPr algn="r">
              <a:defRPr sz="1050" b="0">
                <a:solidFill>
                  <a:srgbClr val="627084"/>
                </a:solidFill>
                <a:latin typeface="Arial"/>
                <a:ea typeface="Arial"/>
                <a:cs typeface="Arial"/>
              </a:defRPr>
            </a:lvl3pPr>
            <a:lvl4pPr algn="r">
              <a:defRPr sz="1050" b="0">
                <a:solidFill>
                  <a:srgbClr val="627084"/>
                </a:solidFill>
                <a:latin typeface="Arial"/>
                <a:ea typeface="Arial"/>
                <a:cs typeface="Arial"/>
              </a:defRPr>
            </a:lvl4pPr>
            <a:lvl5pPr algn="r">
              <a:defRPr sz="1050" b="0">
                <a:solidFill>
                  <a:srgbClr val="627084"/>
                </a:solidFill>
                <a:latin typeface="Arial"/>
                <a:ea typeface="Arial"/>
                <a:cs typeface="Arial"/>
              </a:defRPr>
            </a:lvl5pPr>
            <a:lvl6pPr algn="r">
              <a:defRPr sz="1050" b="0">
                <a:solidFill>
                  <a:srgbClr val="627084"/>
                </a:solidFill>
                <a:latin typeface="Arial"/>
                <a:ea typeface="Arial"/>
                <a:cs typeface="Arial"/>
              </a:defRPr>
            </a:lvl6pPr>
            <a:lvl7pPr algn="r">
              <a:defRPr sz="1050" b="0">
                <a:solidFill>
                  <a:srgbClr val="627084"/>
                </a:solidFill>
                <a:latin typeface="Arial"/>
                <a:ea typeface="Arial"/>
                <a:cs typeface="Arial"/>
              </a:defRPr>
            </a:lvl7pPr>
            <a:lvl8pPr algn="r">
              <a:defRPr sz="1050" b="0">
                <a:solidFill>
                  <a:srgbClr val="627084"/>
                </a:solidFill>
                <a:latin typeface="Arial"/>
                <a:ea typeface="Arial"/>
                <a:cs typeface="Arial"/>
              </a:defRPr>
            </a:lvl8pPr>
            <a:lvl9pPr algn="r">
              <a:defRPr sz="1050" b="0">
                <a:solidFill>
                  <a:srgbClr val="627084"/>
                </a:solidFill>
                <a:latin typeface="Arial"/>
                <a:ea typeface="Arial"/>
                <a:cs typeface="Arial"/>
              </a:defRPr>
            </a:lvl9pPr>
          </a:lstStyle>
          <a:p xmlns:a="http://schemas.openxmlformats.org/drawingml/2006/main">
            <a:pPr algn="r">
              <a:defRPr sz="1050" b="0">
                <a:solidFill>
                  <a:srgbClr val="627084"/>
                </a:solidFill>
                <a:latin typeface="Arial"/>
                <a:ea typeface="Arial"/>
                <a:cs typeface="Arial"/>
              </a:defRPr>
            </a:pPr>
            <a:r>
              <a:rPr sz="1050" b="0">
                <a:solidFill>
                  <a:srgbClr val="627084"/>
                </a:solidFill>
                <a:latin typeface="Arial"/>
                <a:ea typeface="Arial"/>
                <a:cs typeface="Arial"/>
              </a:rPr>
              <a:t>DAY 3  ·  16</a:t>
            </a:r>
          </a:p>
        </p:txBody>
      </p:sp>
      <p:sp>
        <p:nvSpPr>
          <p:cNvPr id="4" name="d3-136">
            <a:extLst xmlns:a="http://schemas.openxmlformats.org/drawingml/2006/main">
              <a:ext uri="{FF2B5EF4-FFF2-40B4-BE49-F238E27FC236}">
                <a16:creationId xmlns:a16="http://schemas.microsoft.com/office/drawing/2014/main" id="{3A75FACC-3BD2-49E3-BE39-EB92957CB487}"/>
              </a:ext>
            </a:extLst>
          </p:cNvPr>
          <p:cNvSpPr>
            <a:spLocks xmlns:a="http://schemas.openxmlformats.org/drawingml/2006/main" noGrp="1"/>
          </p:cNvSpPr>
          <p:nvPr/>
        </p:nvSpPr>
        <p:spPr>
          <a:xfrm xmlns:a="http://schemas.openxmlformats.org/drawingml/2006/main">
            <a:off x="619125" y="1209675"/>
            <a:ext cx="10953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250" b="1">
                <a:solidFill>
                  <a:srgbClr val="203B69"/>
                </a:solidFill>
                <a:latin typeface="Arial"/>
                <a:ea typeface="Arial"/>
                <a:cs typeface="Arial"/>
              </a:defRPr>
            </a:defPPr>
            <a:lvl1pPr algn="ctr">
              <a:defRPr sz="2250" b="1">
                <a:solidFill>
                  <a:srgbClr val="203B69"/>
                </a:solidFill>
                <a:latin typeface="Arial"/>
                <a:ea typeface="Arial"/>
                <a:cs typeface="Arial"/>
              </a:defRPr>
            </a:lvl1pPr>
            <a:lvl2pPr algn="ctr">
              <a:defRPr sz="2250" b="1">
                <a:solidFill>
                  <a:srgbClr val="203B69"/>
                </a:solidFill>
                <a:latin typeface="Arial"/>
                <a:ea typeface="Arial"/>
                <a:cs typeface="Arial"/>
              </a:defRPr>
            </a:lvl2pPr>
            <a:lvl3pPr algn="ctr">
              <a:defRPr sz="2250" b="1">
                <a:solidFill>
                  <a:srgbClr val="203B69"/>
                </a:solidFill>
                <a:latin typeface="Arial"/>
                <a:ea typeface="Arial"/>
                <a:cs typeface="Arial"/>
              </a:defRPr>
            </a:lvl3pPr>
            <a:lvl4pPr algn="ctr">
              <a:defRPr sz="2250" b="1">
                <a:solidFill>
                  <a:srgbClr val="203B69"/>
                </a:solidFill>
                <a:latin typeface="Arial"/>
                <a:ea typeface="Arial"/>
                <a:cs typeface="Arial"/>
              </a:defRPr>
            </a:lvl4pPr>
            <a:lvl5pPr algn="ctr">
              <a:defRPr sz="2250" b="1">
                <a:solidFill>
                  <a:srgbClr val="203B69"/>
                </a:solidFill>
                <a:latin typeface="Arial"/>
                <a:ea typeface="Arial"/>
                <a:cs typeface="Arial"/>
              </a:defRPr>
            </a:lvl5pPr>
            <a:lvl6pPr algn="ctr">
              <a:defRPr sz="2250" b="1">
                <a:solidFill>
                  <a:srgbClr val="203B69"/>
                </a:solidFill>
                <a:latin typeface="Arial"/>
                <a:ea typeface="Arial"/>
                <a:cs typeface="Arial"/>
              </a:defRPr>
            </a:lvl6pPr>
            <a:lvl7pPr algn="ctr">
              <a:defRPr sz="2250" b="1">
                <a:solidFill>
                  <a:srgbClr val="203B69"/>
                </a:solidFill>
                <a:latin typeface="Arial"/>
                <a:ea typeface="Arial"/>
                <a:cs typeface="Arial"/>
              </a:defRPr>
            </a:lvl7pPr>
            <a:lvl8pPr algn="ctr">
              <a:defRPr sz="2250" b="1">
                <a:solidFill>
                  <a:srgbClr val="203B69"/>
                </a:solidFill>
                <a:latin typeface="Arial"/>
                <a:ea typeface="Arial"/>
                <a:cs typeface="Arial"/>
              </a:defRPr>
            </a:lvl8pPr>
            <a:lvl9pPr algn="ctr">
              <a:defRPr sz="2250" b="1">
                <a:solidFill>
                  <a:srgbClr val="203B69"/>
                </a:solidFill>
                <a:latin typeface="Arial"/>
                <a:ea typeface="Arial"/>
                <a:cs typeface="Arial"/>
              </a:defRPr>
            </a:lvl9pPr>
          </a:lstStyle>
          <a:p xmlns:a="http://schemas.openxmlformats.org/drawingml/2006/main">
            <a:pPr algn="ctr">
              <a:defRPr sz="2250" b="1">
                <a:solidFill>
                  <a:srgbClr val="203B69"/>
                </a:solidFill>
                <a:latin typeface="Arial"/>
                <a:ea typeface="Arial"/>
                <a:cs typeface="Arial"/>
              </a:defRPr>
            </a:pPr>
            <a:r>
              <a:rPr sz="2250" b="1">
                <a:solidFill>
                  <a:srgbClr val="203B69"/>
                </a:solidFill>
                <a:latin typeface="Arial"/>
                <a:ea typeface="Arial"/>
                <a:cs typeface="Arial"/>
              </a:rPr>
              <a:t>github.com/promptadvisers/codexandcoffee</a:t>
            </a:r>
          </a:p>
        </p:txBody>
      </p:sp>
      <p:sp>
        <p:nvSpPr>
          <p:cNvPr id="5" name="d3-137">
            <a:extLst xmlns:a="http://schemas.openxmlformats.org/drawingml/2006/main">
              <a:ext uri="{FF2B5EF4-FFF2-40B4-BE49-F238E27FC236}">
                <a16:creationId xmlns:a16="http://schemas.microsoft.com/office/drawing/2014/main" id="{71DFAF6D-4BBC-437A-9C81-A04ED23007A9}"/>
              </a:ext>
            </a:extLst>
          </p:cNvPr>
          <p:cNvSpPr>
            <a:spLocks xmlns:a="http://schemas.openxmlformats.org/drawingml/2006/main" noGrp="1"/>
          </p:cNvSpPr>
          <p:nvPr/>
        </p:nvSpPr>
        <p:spPr>
          <a:xfrm xmlns:a="http://schemas.openxmlformats.org/drawingml/2006/main">
            <a:off x="809625" y="2238375"/>
            <a:ext cx="4762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700" b="1">
                <a:solidFill>
                  <a:srgbClr val="3D709F"/>
                </a:solidFill>
                <a:latin typeface="Arial"/>
                <a:ea typeface="Arial"/>
                <a:cs typeface="Arial"/>
              </a:defRPr>
            </a:defPPr>
            <a:lvl1pPr algn="l">
              <a:defRPr sz="2700" b="1">
                <a:solidFill>
                  <a:srgbClr val="3D709F"/>
                </a:solidFill>
                <a:latin typeface="Arial"/>
                <a:ea typeface="Arial"/>
                <a:cs typeface="Arial"/>
              </a:defRPr>
            </a:lvl1pPr>
            <a:lvl2pPr algn="l">
              <a:defRPr sz="2700" b="1">
                <a:solidFill>
                  <a:srgbClr val="3D709F"/>
                </a:solidFill>
                <a:latin typeface="Arial"/>
                <a:ea typeface="Arial"/>
                <a:cs typeface="Arial"/>
              </a:defRPr>
            </a:lvl2pPr>
            <a:lvl3pPr algn="l">
              <a:defRPr sz="2700" b="1">
                <a:solidFill>
                  <a:srgbClr val="3D709F"/>
                </a:solidFill>
                <a:latin typeface="Arial"/>
                <a:ea typeface="Arial"/>
                <a:cs typeface="Arial"/>
              </a:defRPr>
            </a:lvl3pPr>
            <a:lvl4pPr algn="l">
              <a:defRPr sz="2700" b="1">
                <a:solidFill>
                  <a:srgbClr val="3D709F"/>
                </a:solidFill>
                <a:latin typeface="Arial"/>
                <a:ea typeface="Arial"/>
                <a:cs typeface="Arial"/>
              </a:defRPr>
            </a:lvl4pPr>
            <a:lvl5pPr algn="l">
              <a:defRPr sz="2700" b="1">
                <a:solidFill>
                  <a:srgbClr val="3D709F"/>
                </a:solidFill>
                <a:latin typeface="Arial"/>
                <a:ea typeface="Arial"/>
                <a:cs typeface="Arial"/>
              </a:defRPr>
            </a:lvl5pPr>
            <a:lvl6pPr algn="l">
              <a:defRPr sz="2700" b="1">
                <a:solidFill>
                  <a:srgbClr val="3D709F"/>
                </a:solidFill>
                <a:latin typeface="Arial"/>
                <a:ea typeface="Arial"/>
                <a:cs typeface="Arial"/>
              </a:defRPr>
            </a:lvl6pPr>
            <a:lvl7pPr algn="l">
              <a:defRPr sz="2700" b="1">
                <a:solidFill>
                  <a:srgbClr val="3D709F"/>
                </a:solidFill>
                <a:latin typeface="Arial"/>
                <a:ea typeface="Arial"/>
                <a:cs typeface="Arial"/>
              </a:defRPr>
            </a:lvl7pPr>
            <a:lvl8pPr algn="l">
              <a:defRPr sz="2700" b="1">
                <a:solidFill>
                  <a:srgbClr val="3D709F"/>
                </a:solidFill>
                <a:latin typeface="Arial"/>
                <a:ea typeface="Arial"/>
                <a:cs typeface="Arial"/>
              </a:defRPr>
            </a:lvl8pPr>
            <a:lvl9pPr algn="l">
              <a:defRPr sz="2700" b="1">
                <a:solidFill>
                  <a:srgbClr val="3D709F"/>
                </a:solidFill>
                <a:latin typeface="Arial"/>
                <a:ea typeface="Arial"/>
                <a:cs typeface="Arial"/>
              </a:defRPr>
            </a:lvl9pPr>
          </a:lstStyle>
          <a:p xmlns:a="http://schemas.openxmlformats.org/drawingml/2006/main">
            <a:pPr algn="l">
              <a:defRPr sz="2700" b="1">
                <a:solidFill>
                  <a:srgbClr val="3D709F"/>
                </a:solidFill>
                <a:latin typeface="Arial"/>
                <a:ea typeface="Arial"/>
                <a:cs typeface="Arial"/>
              </a:defRPr>
            </a:pPr>
            <a:r>
              <a:rPr sz="2700" b="1">
                <a:solidFill>
                  <a:srgbClr val="3D709F"/>
                </a:solidFill>
                <a:latin typeface="Arial"/>
                <a:ea typeface="Arial"/>
                <a:cs typeface="Arial"/>
              </a:rPr>
              <a:t>Watch and inspect</a:t>
            </a:r>
          </a:p>
        </p:txBody>
      </p:sp>
      <p:sp>
        <p:nvSpPr>
          <p:cNvPr id="6" name="d3-138">
            <a:extLst xmlns:a="http://schemas.openxmlformats.org/drawingml/2006/main">
              <a:ext uri="{FF2B5EF4-FFF2-40B4-BE49-F238E27FC236}">
                <a16:creationId xmlns:a16="http://schemas.microsoft.com/office/drawing/2014/main" id="{276E687C-A021-414A-BE56-C96F5E7260F8}"/>
              </a:ext>
            </a:extLst>
          </p:cNvPr>
          <p:cNvSpPr>
            <a:spLocks xmlns:a="http://schemas.openxmlformats.org/drawingml/2006/main" noGrp="1"/>
          </p:cNvSpPr>
          <p:nvPr/>
        </p:nvSpPr>
        <p:spPr>
          <a:xfrm xmlns:a="http://schemas.openxmlformats.org/drawingml/2006/main">
            <a:off x="809625" y="3076575"/>
            <a:ext cx="4762500" cy="198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250" b="0">
                <a:solidFill>
                  <a:srgbClr val="213044"/>
                </a:solidFill>
                <a:latin typeface="Arial"/>
                <a:ea typeface="Arial"/>
                <a:cs typeface="Arial"/>
              </a:defRPr>
            </a:defPPr>
            <a:lvl1pPr algn="l">
              <a:defRPr sz="2250" b="0">
                <a:solidFill>
                  <a:srgbClr val="213044"/>
                </a:solidFill>
                <a:latin typeface="Arial"/>
                <a:ea typeface="Arial"/>
                <a:cs typeface="Arial"/>
              </a:defRPr>
            </a:lvl1pPr>
            <a:lvl2pPr algn="l">
              <a:defRPr sz="2250" b="0">
                <a:solidFill>
                  <a:srgbClr val="213044"/>
                </a:solidFill>
                <a:latin typeface="Arial"/>
                <a:ea typeface="Arial"/>
                <a:cs typeface="Arial"/>
              </a:defRPr>
            </a:lvl2pPr>
            <a:lvl3pPr algn="l">
              <a:defRPr sz="2250" b="0">
                <a:solidFill>
                  <a:srgbClr val="213044"/>
                </a:solidFill>
                <a:latin typeface="Arial"/>
                <a:ea typeface="Arial"/>
                <a:cs typeface="Arial"/>
              </a:defRPr>
            </a:lvl3pPr>
            <a:lvl4pPr algn="l">
              <a:defRPr sz="2250" b="0">
                <a:solidFill>
                  <a:srgbClr val="213044"/>
                </a:solidFill>
                <a:latin typeface="Arial"/>
                <a:ea typeface="Arial"/>
                <a:cs typeface="Arial"/>
              </a:defRPr>
            </a:lvl4pPr>
            <a:lvl5pPr algn="l">
              <a:defRPr sz="2250" b="0">
                <a:solidFill>
                  <a:srgbClr val="213044"/>
                </a:solidFill>
                <a:latin typeface="Arial"/>
                <a:ea typeface="Arial"/>
                <a:cs typeface="Arial"/>
              </a:defRPr>
            </a:lvl5pPr>
            <a:lvl6pPr algn="l">
              <a:defRPr sz="2250" b="0">
                <a:solidFill>
                  <a:srgbClr val="213044"/>
                </a:solidFill>
                <a:latin typeface="Arial"/>
                <a:ea typeface="Arial"/>
                <a:cs typeface="Arial"/>
              </a:defRPr>
            </a:lvl6pPr>
            <a:lvl7pPr algn="l">
              <a:defRPr sz="2250" b="0">
                <a:solidFill>
                  <a:srgbClr val="213044"/>
                </a:solidFill>
                <a:latin typeface="Arial"/>
                <a:ea typeface="Arial"/>
                <a:cs typeface="Arial"/>
              </a:defRPr>
            </a:lvl7pPr>
            <a:lvl8pPr algn="l">
              <a:defRPr sz="2250" b="0">
                <a:solidFill>
                  <a:srgbClr val="213044"/>
                </a:solidFill>
                <a:latin typeface="Arial"/>
                <a:ea typeface="Arial"/>
                <a:cs typeface="Arial"/>
              </a:defRPr>
            </a:lvl8pPr>
            <a:lvl9pPr algn="l">
              <a:defRPr sz="2250" b="0">
                <a:solidFill>
                  <a:srgbClr val="213044"/>
                </a:solidFill>
                <a:latin typeface="Arial"/>
                <a:ea typeface="Arial"/>
                <a:cs typeface="Arial"/>
              </a:defRPr>
            </a:lvl9pPr>
          </a:lstStyle>
          <a:p xmlns:a="http://schemas.openxmlformats.org/drawingml/2006/main">
            <a:pPr algn="l">
              <a:defRPr sz="2250" b="0">
                <a:solidFill>
                  <a:srgbClr val="213044"/>
                </a:solidFill>
                <a:latin typeface="Arial"/>
                <a:ea typeface="Arial"/>
                <a:cs typeface="Arial"/>
              </a:defRPr>
            </a:pPr>
            <a:r>
              <a:rPr sz="2250" b="0">
                <a:solidFill>
                  <a:srgbClr val="213044"/>
                </a:solidFill>
                <a:latin typeface="Arial"/>
                <a:ea typeface="Arial"/>
                <a:cs typeface="Arial"/>
              </a:rPr>
              <a:t>Open the browser demo</a:t>
            </a:r>
          </a:p>
          <a:p xmlns:a="http://schemas.openxmlformats.org/drawingml/2006/main">
            <a:pPr algn="l">
              <a:defRPr sz="2250" b="0">
                <a:solidFill>
                  <a:srgbClr val="213044"/>
                </a:solidFill>
                <a:latin typeface="Arial"/>
                <a:ea typeface="Arial"/>
                <a:cs typeface="Arial"/>
              </a:defRPr>
            </a:pPr>
            <a:r>
              <a:rPr sz="2250" b="0">
                <a:solidFill>
                  <a:srgbClr val="213044"/>
                </a:solidFill>
                <a:latin typeface="Arial"/>
                <a:ea typeface="Arial"/>
                <a:cs typeface="Arial"/>
              </a:rPr>
              <a:t>Read the five board sections</a:t>
            </a:r>
          </a:p>
          <a:p xmlns:a="http://schemas.openxmlformats.org/drawingml/2006/main">
            <a:pPr algn="l">
              <a:defRPr sz="2250" b="0">
                <a:solidFill>
                  <a:srgbClr val="213044"/>
                </a:solidFill>
                <a:latin typeface="Arial"/>
                <a:ea typeface="Arial"/>
                <a:cs typeface="Arial"/>
              </a:defRPr>
            </a:pPr>
            <a:r>
              <a:rPr sz="2250" b="0">
                <a:solidFill>
                  <a:srgbClr val="213044"/>
                </a:solidFill>
                <a:latin typeface="Arial"/>
                <a:ea typeface="Arial"/>
                <a:cs typeface="Arial"/>
              </a:rPr>
              <a:t>Compare the saved evidence</a:t>
            </a:r>
          </a:p>
        </p:txBody>
      </p:sp>
      <p:sp>
        <p:nvSpPr>
          <p:cNvPr id="7" name="d3-139">
            <a:extLst xmlns:a="http://schemas.openxmlformats.org/drawingml/2006/main">
              <a:ext uri="{FF2B5EF4-FFF2-40B4-BE49-F238E27FC236}">
                <a16:creationId xmlns:a16="http://schemas.microsoft.com/office/drawing/2014/main" id="{F037D786-B5FD-4B9D-8848-A44AA1B61AE0}"/>
              </a:ext>
            </a:extLst>
          </p:cNvPr>
          <p:cNvSpPr>
            <a:spLocks xmlns:a="http://schemas.openxmlformats.org/drawingml/2006/main" noGrp="1"/>
          </p:cNvSpPr>
          <p:nvPr/>
        </p:nvSpPr>
        <p:spPr>
          <a:xfrm xmlns:a="http://schemas.openxmlformats.org/drawingml/2006/main">
            <a:off x="6619875" y="2238375"/>
            <a:ext cx="4762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700" b="1">
                <a:solidFill>
                  <a:srgbClr val="327D6B"/>
                </a:solidFill>
                <a:latin typeface="Arial"/>
                <a:ea typeface="Arial"/>
                <a:cs typeface="Arial"/>
              </a:defRPr>
            </a:defPPr>
            <a:lvl1pPr algn="l">
              <a:defRPr sz="2700" b="1">
                <a:solidFill>
                  <a:srgbClr val="327D6B"/>
                </a:solidFill>
                <a:latin typeface="Arial"/>
                <a:ea typeface="Arial"/>
                <a:cs typeface="Arial"/>
              </a:defRPr>
            </a:lvl1pPr>
            <a:lvl2pPr algn="l">
              <a:defRPr sz="2700" b="1">
                <a:solidFill>
                  <a:srgbClr val="327D6B"/>
                </a:solidFill>
                <a:latin typeface="Arial"/>
                <a:ea typeface="Arial"/>
                <a:cs typeface="Arial"/>
              </a:defRPr>
            </a:lvl2pPr>
            <a:lvl3pPr algn="l">
              <a:defRPr sz="2700" b="1">
                <a:solidFill>
                  <a:srgbClr val="327D6B"/>
                </a:solidFill>
                <a:latin typeface="Arial"/>
                <a:ea typeface="Arial"/>
                <a:cs typeface="Arial"/>
              </a:defRPr>
            </a:lvl3pPr>
            <a:lvl4pPr algn="l">
              <a:defRPr sz="2700" b="1">
                <a:solidFill>
                  <a:srgbClr val="327D6B"/>
                </a:solidFill>
                <a:latin typeface="Arial"/>
                <a:ea typeface="Arial"/>
                <a:cs typeface="Arial"/>
              </a:defRPr>
            </a:lvl4pPr>
            <a:lvl5pPr algn="l">
              <a:defRPr sz="2700" b="1">
                <a:solidFill>
                  <a:srgbClr val="327D6B"/>
                </a:solidFill>
                <a:latin typeface="Arial"/>
                <a:ea typeface="Arial"/>
                <a:cs typeface="Arial"/>
              </a:defRPr>
            </a:lvl5pPr>
            <a:lvl6pPr algn="l">
              <a:defRPr sz="2700" b="1">
                <a:solidFill>
                  <a:srgbClr val="327D6B"/>
                </a:solidFill>
                <a:latin typeface="Arial"/>
                <a:ea typeface="Arial"/>
                <a:cs typeface="Arial"/>
              </a:defRPr>
            </a:lvl6pPr>
            <a:lvl7pPr algn="l">
              <a:defRPr sz="2700" b="1">
                <a:solidFill>
                  <a:srgbClr val="327D6B"/>
                </a:solidFill>
                <a:latin typeface="Arial"/>
                <a:ea typeface="Arial"/>
                <a:cs typeface="Arial"/>
              </a:defRPr>
            </a:lvl7pPr>
            <a:lvl8pPr algn="l">
              <a:defRPr sz="2700" b="1">
                <a:solidFill>
                  <a:srgbClr val="327D6B"/>
                </a:solidFill>
                <a:latin typeface="Arial"/>
                <a:ea typeface="Arial"/>
                <a:cs typeface="Arial"/>
              </a:defRPr>
            </a:lvl8pPr>
            <a:lvl9pPr algn="l">
              <a:defRPr sz="2700" b="1">
                <a:solidFill>
                  <a:srgbClr val="327D6B"/>
                </a:solidFill>
                <a:latin typeface="Arial"/>
                <a:ea typeface="Arial"/>
                <a:cs typeface="Arial"/>
              </a:defRPr>
            </a:lvl9pPr>
          </a:lstStyle>
          <a:p xmlns:a="http://schemas.openxmlformats.org/drawingml/2006/main">
            <a:pPr algn="l">
              <a:defRPr sz="2700" b="1">
                <a:solidFill>
                  <a:srgbClr val="327D6B"/>
                </a:solidFill>
                <a:latin typeface="Arial"/>
                <a:ea typeface="Arial"/>
                <a:cs typeface="Arial"/>
              </a:defRPr>
            </a:pPr>
            <a:r>
              <a:rPr sz="2700" b="1">
                <a:solidFill>
                  <a:srgbClr val="327D6B"/>
                </a:solidFill>
                <a:latin typeface="Arial"/>
                <a:ea typeface="Arial"/>
                <a:cs typeface="Arial"/>
              </a:rPr>
              <a:t>Run your own copy</a:t>
            </a:r>
          </a:p>
        </p:txBody>
      </p:sp>
      <p:sp>
        <p:nvSpPr>
          <p:cNvPr id="8" name="d3-140">
            <a:extLst xmlns:a="http://schemas.openxmlformats.org/drawingml/2006/main">
              <a:ext uri="{FF2B5EF4-FFF2-40B4-BE49-F238E27FC236}">
                <a16:creationId xmlns:a16="http://schemas.microsoft.com/office/drawing/2014/main" id="{87BA515C-A947-4344-B86B-C6F92AD388BF}"/>
              </a:ext>
            </a:extLst>
          </p:cNvPr>
          <p:cNvSpPr>
            <a:spLocks xmlns:a="http://schemas.openxmlformats.org/drawingml/2006/main" noGrp="1"/>
          </p:cNvSpPr>
          <p:nvPr/>
        </p:nvSpPr>
        <p:spPr>
          <a:xfrm xmlns:a="http://schemas.openxmlformats.org/drawingml/2006/main">
            <a:off x="6619875" y="3000375"/>
            <a:ext cx="47625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250" b="0">
                <a:solidFill>
                  <a:srgbClr val="213044"/>
                </a:solidFill>
                <a:latin typeface="Arial"/>
                <a:ea typeface="Arial"/>
                <a:cs typeface="Arial"/>
              </a:defRPr>
            </a:defPPr>
            <a:lvl1pPr algn="l">
              <a:defRPr sz="2250" b="0">
                <a:solidFill>
                  <a:srgbClr val="213044"/>
                </a:solidFill>
                <a:latin typeface="Arial"/>
                <a:ea typeface="Arial"/>
                <a:cs typeface="Arial"/>
              </a:defRPr>
            </a:lvl1pPr>
            <a:lvl2pPr algn="l">
              <a:defRPr sz="2250" b="0">
                <a:solidFill>
                  <a:srgbClr val="213044"/>
                </a:solidFill>
                <a:latin typeface="Arial"/>
                <a:ea typeface="Arial"/>
                <a:cs typeface="Arial"/>
              </a:defRPr>
            </a:lvl2pPr>
            <a:lvl3pPr algn="l">
              <a:defRPr sz="2250" b="0">
                <a:solidFill>
                  <a:srgbClr val="213044"/>
                </a:solidFill>
                <a:latin typeface="Arial"/>
                <a:ea typeface="Arial"/>
                <a:cs typeface="Arial"/>
              </a:defRPr>
            </a:lvl3pPr>
            <a:lvl4pPr algn="l">
              <a:defRPr sz="2250" b="0">
                <a:solidFill>
                  <a:srgbClr val="213044"/>
                </a:solidFill>
                <a:latin typeface="Arial"/>
                <a:ea typeface="Arial"/>
                <a:cs typeface="Arial"/>
              </a:defRPr>
            </a:lvl4pPr>
            <a:lvl5pPr algn="l">
              <a:defRPr sz="2250" b="0">
                <a:solidFill>
                  <a:srgbClr val="213044"/>
                </a:solidFill>
                <a:latin typeface="Arial"/>
                <a:ea typeface="Arial"/>
                <a:cs typeface="Arial"/>
              </a:defRPr>
            </a:lvl5pPr>
            <a:lvl6pPr algn="l">
              <a:defRPr sz="2250" b="0">
                <a:solidFill>
                  <a:srgbClr val="213044"/>
                </a:solidFill>
                <a:latin typeface="Arial"/>
                <a:ea typeface="Arial"/>
                <a:cs typeface="Arial"/>
              </a:defRPr>
            </a:lvl6pPr>
            <a:lvl7pPr algn="l">
              <a:defRPr sz="2250" b="0">
                <a:solidFill>
                  <a:srgbClr val="213044"/>
                </a:solidFill>
                <a:latin typeface="Arial"/>
                <a:ea typeface="Arial"/>
                <a:cs typeface="Arial"/>
              </a:defRPr>
            </a:lvl7pPr>
            <a:lvl8pPr algn="l">
              <a:defRPr sz="2250" b="0">
                <a:solidFill>
                  <a:srgbClr val="213044"/>
                </a:solidFill>
                <a:latin typeface="Arial"/>
                <a:ea typeface="Arial"/>
                <a:cs typeface="Arial"/>
              </a:defRPr>
            </a:lvl8pPr>
            <a:lvl9pPr algn="l">
              <a:defRPr sz="2250" b="0">
                <a:solidFill>
                  <a:srgbClr val="213044"/>
                </a:solidFill>
                <a:latin typeface="Arial"/>
                <a:ea typeface="Arial"/>
                <a:cs typeface="Arial"/>
              </a:defRPr>
            </a:lvl9pPr>
          </a:lstStyle>
          <a:p xmlns:a="http://schemas.openxmlformats.org/drawingml/2006/main">
            <a:pPr algn="l">
              <a:defRPr sz="2250" b="0">
                <a:solidFill>
                  <a:srgbClr val="213044"/>
                </a:solidFill>
                <a:latin typeface="Arial"/>
                <a:ea typeface="Arial"/>
                <a:cs typeface="Arial"/>
              </a:defRPr>
            </a:pPr>
            <a:r>
              <a:rPr sz="2250" b="0">
                <a:solidFill>
                  <a:srgbClr val="213044"/>
                </a:solidFill>
                <a:latin typeface="Arial"/>
                <a:ea typeface="Arial"/>
                <a:cs typeface="Arial"/>
              </a:rPr>
              <a:t>Download Day 3 → unzip</a:t>
            </a:r>
          </a:p>
          <a:p xmlns:a="http://schemas.openxmlformats.org/drawingml/2006/main">
            <a:pPr algn="l">
              <a:defRPr sz="2250" b="0">
                <a:solidFill>
                  <a:srgbClr val="213044"/>
                </a:solidFill>
                <a:latin typeface="Arial"/>
                <a:ea typeface="Arial"/>
                <a:cs typeface="Arial"/>
              </a:defRPr>
            </a:pPr>
            <a:r>
              <a:rPr sz="2250" b="0">
                <a:solidFill>
                  <a:srgbClr val="213044"/>
                </a:solidFill>
                <a:latin typeface="Arial"/>
                <a:ea typeface="Arial"/>
                <a:cs typeface="Arial"/>
              </a:rPr>
              <a:t>Open app/ in Codex</a:t>
            </a:r>
          </a:p>
          <a:p xmlns:a="http://schemas.openxmlformats.org/drawingml/2006/main">
            <a:pPr algn="l">
              <a:defRPr sz="2250" b="0">
                <a:solidFill>
                  <a:srgbClr val="213044"/>
                </a:solidFill>
                <a:latin typeface="Arial"/>
                <a:ea typeface="Arial"/>
                <a:cs typeface="Arial"/>
              </a:defRPr>
            </a:pPr>
            <a:r>
              <a:rPr sz="2250" b="0">
                <a:solidFill>
                  <a:srgbClr val="213044"/>
                </a:solidFill>
                <a:latin typeface="Arial"/>
                <a:ea typeface="Arial"/>
                <a:cs typeface="Arial"/>
              </a:rPr>
              <a:t>Run: npm start</a:t>
            </a:r>
          </a:p>
          <a:p xmlns:a="http://schemas.openxmlformats.org/drawingml/2006/main">
            <a:pPr algn="l">
              <a:defRPr sz="2250" b="0">
                <a:solidFill>
                  <a:srgbClr val="213044"/>
                </a:solidFill>
                <a:latin typeface="Arial"/>
                <a:ea typeface="Arial"/>
                <a:cs typeface="Arial"/>
              </a:defRPr>
            </a:pPr>
            <a:r>
              <a:rPr sz="2250" b="0">
                <a:solidFill>
                  <a:srgbClr val="213044"/>
                </a:solidFill>
                <a:latin typeface="Arial"/>
                <a:ea typeface="Arial"/>
                <a:cs typeface="Arial"/>
              </a:rPr>
              <a:t>Check: npm test</a:t>
            </a:r>
          </a:p>
        </p:txBody>
      </p:sp>
      <p:sp>
        <p:nvSpPr>
          <p:cNvPr id="9" name="d3-141">
            <a:extLst xmlns:a="http://schemas.openxmlformats.org/drawingml/2006/main">
              <a:ext uri="{FF2B5EF4-FFF2-40B4-BE49-F238E27FC236}">
                <a16:creationId xmlns:a16="http://schemas.microsoft.com/office/drawing/2014/main" id="{611D6D08-6171-4549-A05A-7B95F672A3F2}"/>
              </a:ext>
            </a:extLst>
          </p:cNvPr>
          <p:cNvSpPr>
            <a:spLocks xmlns:a="http://schemas.openxmlformats.org/drawingml/2006/main" noGrp="1"/>
          </p:cNvSpPr>
          <p:nvPr/>
        </p:nvSpPr>
        <p:spPr>
          <a:xfrm xmlns:a="http://schemas.openxmlformats.org/drawingml/2006/main">
            <a:off x="809625" y="5724525"/>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800" b="0">
                <a:solidFill>
                  <a:srgbClr val="627084"/>
                </a:solidFill>
                <a:latin typeface="Arial"/>
                <a:ea typeface="Arial"/>
                <a:cs typeface="Arial"/>
              </a:defRPr>
            </a:defPPr>
            <a:lvl1pPr algn="l">
              <a:defRPr sz="1800" b="0">
                <a:solidFill>
                  <a:srgbClr val="627084"/>
                </a:solidFill>
                <a:latin typeface="Arial"/>
                <a:ea typeface="Arial"/>
                <a:cs typeface="Arial"/>
              </a:defRPr>
            </a:lvl1pPr>
            <a:lvl2pPr algn="l">
              <a:defRPr sz="1800" b="0">
                <a:solidFill>
                  <a:srgbClr val="627084"/>
                </a:solidFill>
                <a:latin typeface="Arial"/>
                <a:ea typeface="Arial"/>
                <a:cs typeface="Arial"/>
              </a:defRPr>
            </a:lvl2pPr>
            <a:lvl3pPr algn="l">
              <a:defRPr sz="1800" b="0">
                <a:solidFill>
                  <a:srgbClr val="627084"/>
                </a:solidFill>
                <a:latin typeface="Arial"/>
                <a:ea typeface="Arial"/>
                <a:cs typeface="Arial"/>
              </a:defRPr>
            </a:lvl3pPr>
            <a:lvl4pPr algn="l">
              <a:defRPr sz="1800" b="0">
                <a:solidFill>
                  <a:srgbClr val="627084"/>
                </a:solidFill>
                <a:latin typeface="Arial"/>
                <a:ea typeface="Arial"/>
                <a:cs typeface="Arial"/>
              </a:defRPr>
            </a:lvl4pPr>
            <a:lvl5pPr algn="l">
              <a:defRPr sz="1800" b="0">
                <a:solidFill>
                  <a:srgbClr val="627084"/>
                </a:solidFill>
                <a:latin typeface="Arial"/>
                <a:ea typeface="Arial"/>
                <a:cs typeface="Arial"/>
              </a:defRPr>
            </a:lvl5pPr>
            <a:lvl6pPr algn="l">
              <a:defRPr sz="1800" b="0">
                <a:solidFill>
                  <a:srgbClr val="627084"/>
                </a:solidFill>
                <a:latin typeface="Arial"/>
                <a:ea typeface="Arial"/>
                <a:cs typeface="Arial"/>
              </a:defRPr>
            </a:lvl6pPr>
            <a:lvl7pPr algn="l">
              <a:defRPr sz="1800" b="0">
                <a:solidFill>
                  <a:srgbClr val="627084"/>
                </a:solidFill>
                <a:latin typeface="Arial"/>
                <a:ea typeface="Arial"/>
                <a:cs typeface="Arial"/>
              </a:defRPr>
            </a:lvl7pPr>
            <a:lvl8pPr algn="l">
              <a:defRPr sz="1800" b="0">
                <a:solidFill>
                  <a:srgbClr val="627084"/>
                </a:solidFill>
                <a:latin typeface="Arial"/>
                <a:ea typeface="Arial"/>
                <a:cs typeface="Arial"/>
              </a:defRPr>
            </a:lvl8pPr>
            <a:lvl9pPr algn="l">
              <a:defRPr sz="1800" b="0">
                <a:solidFill>
                  <a:srgbClr val="627084"/>
                </a:solidFill>
                <a:latin typeface="Arial"/>
                <a:ea typeface="Arial"/>
                <a:cs typeface="Arial"/>
              </a:defRPr>
            </a:lvl9pPr>
          </a:lstStyle>
          <a:p xmlns:a="http://schemas.openxmlformats.org/drawingml/2006/main">
            <a:pPr algn="l">
              <a:defRPr sz="1800" b="0">
                <a:solidFill>
                  <a:srgbClr val="627084"/>
                </a:solidFill>
                <a:latin typeface="Arial"/>
                <a:ea typeface="Arial"/>
                <a:cs typeface="Arial"/>
              </a:defRPr>
            </a:pPr>
            <a:r>
              <a:rPr sz="1800" b="0">
                <a:solidFill>
                  <a:srgbClr val="627084"/>
                </a:solidFill>
                <a:latin typeface="Arial"/>
                <a:ea typeface="Arial"/>
                <a:cs typeface="Arial"/>
              </a:rPr>
              <a:t>Node.js 20+ for local commands · No app dependency installation needed</a:t>
            </a:r>
          </a:p>
        </p:txBody>
      </p:sp>
    </p:spTree>
    <p:extLst>
      <p:ext uri="{BB962C8B-B14F-4D97-AF65-F5344CB8AC3E}">
        <p14:creationId xmlns:p14="http://schemas.microsoft.com/office/powerpoint/2010/main" val="89319302"/>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d3-142">
            <a:extLst xmlns:a="http://schemas.openxmlformats.org/drawingml/2006/main">
              <a:ext uri="{FF2B5EF4-FFF2-40B4-BE49-F238E27FC236}">
                <a16:creationId xmlns:a16="http://schemas.microsoft.com/office/drawing/2014/main" id="{ACA0CDE7-9E09-45D0-A0C8-A23646F2C899}"/>
              </a:ext>
            </a:extLst>
          </p:cNvPr>
          <p:cNvSpPr>
            <a:spLocks xmlns:a="http://schemas.openxmlformats.org/drawingml/2006/main" noGrp="1"/>
          </p:cNvSpPr>
          <p:nvPr/>
        </p:nvSpPr>
        <p:spPr>
          <a:xfrm xmlns:a="http://schemas.openxmlformats.org/drawingml/2006/main">
            <a:off x="523875" y="295275"/>
            <a:ext cx="11144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225" b="1">
                <a:solidFill>
                  <a:srgbClr val="213044"/>
                </a:solidFill>
                <a:latin typeface="Arial"/>
                <a:ea typeface="Arial"/>
                <a:cs typeface="Arial"/>
              </a:defRPr>
            </a:defPPr>
            <a:lvl1pPr algn="ctr">
              <a:defRPr sz="3225" b="1">
                <a:solidFill>
                  <a:srgbClr val="213044"/>
                </a:solidFill>
                <a:latin typeface="Arial"/>
                <a:ea typeface="Arial"/>
                <a:cs typeface="Arial"/>
              </a:defRPr>
            </a:lvl1pPr>
            <a:lvl2pPr algn="ctr">
              <a:defRPr sz="3225" b="1">
                <a:solidFill>
                  <a:srgbClr val="213044"/>
                </a:solidFill>
                <a:latin typeface="Arial"/>
                <a:ea typeface="Arial"/>
                <a:cs typeface="Arial"/>
              </a:defRPr>
            </a:lvl2pPr>
            <a:lvl3pPr algn="ctr">
              <a:defRPr sz="3225" b="1">
                <a:solidFill>
                  <a:srgbClr val="213044"/>
                </a:solidFill>
                <a:latin typeface="Arial"/>
                <a:ea typeface="Arial"/>
                <a:cs typeface="Arial"/>
              </a:defRPr>
            </a:lvl3pPr>
            <a:lvl4pPr algn="ctr">
              <a:defRPr sz="3225" b="1">
                <a:solidFill>
                  <a:srgbClr val="213044"/>
                </a:solidFill>
                <a:latin typeface="Arial"/>
                <a:ea typeface="Arial"/>
                <a:cs typeface="Arial"/>
              </a:defRPr>
            </a:lvl4pPr>
            <a:lvl5pPr algn="ctr">
              <a:defRPr sz="3225" b="1">
                <a:solidFill>
                  <a:srgbClr val="213044"/>
                </a:solidFill>
                <a:latin typeface="Arial"/>
                <a:ea typeface="Arial"/>
                <a:cs typeface="Arial"/>
              </a:defRPr>
            </a:lvl5pPr>
            <a:lvl6pPr algn="ctr">
              <a:defRPr sz="3225" b="1">
                <a:solidFill>
                  <a:srgbClr val="213044"/>
                </a:solidFill>
                <a:latin typeface="Arial"/>
                <a:ea typeface="Arial"/>
                <a:cs typeface="Arial"/>
              </a:defRPr>
            </a:lvl6pPr>
            <a:lvl7pPr algn="ctr">
              <a:defRPr sz="3225" b="1">
                <a:solidFill>
                  <a:srgbClr val="213044"/>
                </a:solidFill>
                <a:latin typeface="Arial"/>
                <a:ea typeface="Arial"/>
                <a:cs typeface="Arial"/>
              </a:defRPr>
            </a:lvl7pPr>
            <a:lvl8pPr algn="ctr">
              <a:defRPr sz="3225" b="1">
                <a:solidFill>
                  <a:srgbClr val="213044"/>
                </a:solidFill>
                <a:latin typeface="Arial"/>
                <a:ea typeface="Arial"/>
                <a:cs typeface="Arial"/>
              </a:defRPr>
            </a:lvl8pPr>
            <a:lvl9pPr algn="ctr">
              <a:defRPr sz="3225" b="1">
                <a:solidFill>
                  <a:srgbClr val="213044"/>
                </a:solidFill>
                <a:latin typeface="Arial"/>
                <a:ea typeface="Arial"/>
                <a:cs typeface="Arial"/>
              </a:defRPr>
            </a:lvl9pPr>
          </a:lstStyle>
          <a:p xmlns:a="http://schemas.openxmlformats.org/drawingml/2006/main">
            <a:pPr algn="ctr">
              <a:defRPr sz="3225" b="1">
                <a:solidFill>
                  <a:srgbClr val="213044"/>
                </a:solidFill>
                <a:latin typeface="Arial"/>
                <a:ea typeface="Arial"/>
                <a:cs typeface="Arial"/>
              </a:defRPr>
            </a:pPr>
            <a:r>
              <a:rPr sz="3225" b="1">
                <a:solidFill>
                  <a:srgbClr val="213044"/>
                </a:solidFill>
                <a:latin typeface="Arial"/>
                <a:ea typeface="Arial"/>
                <a:cs typeface="Arial"/>
              </a:rPr>
              <a:t>Questions about your own application</a:t>
            </a:r>
          </a:p>
        </p:txBody>
      </p:sp>
      <p:sp>
        <p:nvSpPr>
          <p:cNvPr id="2" name="d3-143">
            <a:extLst xmlns:a="http://schemas.openxmlformats.org/drawingml/2006/main">
              <a:ext uri="{FF2B5EF4-FFF2-40B4-BE49-F238E27FC236}">
                <a16:creationId xmlns:a16="http://schemas.microsoft.com/office/drawing/2014/main" id="{F2E5A646-F80D-4EFC-980B-BAB8BC62753A}"/>
              </a:ext>
            </a:extLst>
          </p:cNvPr>
          <p:cNvSpPr>
            <a:spLocks xmlns:a="http://schemas.openxmlformats.org/drawingml/2006/main" noGrp="1"/>
          </p:cNvSpPr>
          <p:nvPr/>
        </p:nvSpPr>
        <p:spPr>
          <a:xfrm xmlns:a="http://schemas.openxmlformats.org/drawingml/2006/main">
            <a:off x="523875" y="65341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050" b="0">
                <a:solidFill>
                  <a:srgbClr val="627084"/>
                </a:solidFill>
                <a:latin typeface="Arial"/>
                <a:ea typeface="Arial"/>
                <a:cs typeface="Arial"/>
              </a:defRPr>
            </a:defPPr>
            <a:lvl1pPr algn="l">
              <a:defRPr sz="1050" b="0">
                <a:solidFill>
                  <a:srgbClr val="627084"/>
                </a:solidFill>
                <a:latin typeface="Arial"/>
                <a:ea typeface="Arial"/>
                <a:cs typeface="Arial"/>
              </a:defRPr>
            </a:lvl1pPr>
            <a:lvl2pPr algn="l">
              <a:defRPr sz="1050" b="0">
                <a:solidFill>
                  <a:srgbClr val="627084"/>
                </a:solidFill>
                <a:latin typeface="Arial"/>
                <a:ea typeface="Arial"/>
                <a:cs typeface="Arial"/>
              </a:defRPr>
            </a:lvl2pPr>
            <a:lvl3pPr algn="l">
              <a:defRPr sz="1050" b="0">
                <a:solidFill>
                  <a:srgbClr val="627084"/>
                </a:solidFill>
                <a:latin typeface="Arial"/>
                <a:ea typeface="Arial"/>
                <a:cs typeface="Arial"/>
              </a:defRPr>
            </a:lvl3pPr>
            <a:lvl4pPr algn="l">
              <a:defRPr sz="1050" b="0">
                <a:solidFill>
                  <a:srgbClr val="627084"/>
                </a:solidFill>
                <a:latin typeface="Arial"/>
                <a:ea typeface="Arial"/>
                <a:cs typeface="Arial"/>
              </a:defRPr>
            </a:lvl4pPr>
            <a:lvl5pPr algn="l">
              <a:defRPr sz="1050" b="0">
                <a:solidFill>
                  <a:srgbClr val="627084"/>
                </a:solidFill>
                <a:latin typeface="Arial"/>
                <a:ea typeface="Arial"/>
                <a:cs typeface="Arial"/>
              </a:defRPr>
            </a:lvl5pPr>
            <a:lvl6pPr algn="l">
              <a:defRPr sz="1050" b="0">
                <a:solidFill>
                  <a:srgbClr val="627084"/>
                </a:solidFill>
                <a:latin typeface="Arial"/>
                <a:ea typeface="Arial"/>
                <a:cs typeface="Arial"/>
              </a:defRPr>
            </a:lvl6pPr>
            <a:lvl7pPr algn="l">
              <a:defRPr sz="1050" b="0">
                <a:solidFill>
                  <a:srgbClr val="627084"/>
                </a:solidFill>
                <a:latin typeface="Arial"/>
                <a:ea typeface="Arial"/>
                <a:cs typeface="Arial"/>
              </a:defRPr>
            </a:lvl7pPr>
            <a:lvl8pPr algn="l">
              <a:defRPr sz="1050" b="0">
                <a:solidFill>
                  <a:srgbClr val="627084"/>
                </a:solidFill>
                <a:latin typeface="Arial"/>
                <a:ea typeface="Arial"/>
                <a:cs typeface="Arial"/>
              </a:defRPr>
            </a:lvl8pPr>
            <a:lvl9pPr algn="l">
              <a:defRPr sz="1050" b="0">
                <a:solidFill>
                  <a:srgbClr val="627084"/>
                </a:solidFill>
                <a:latin typeface="Arial"/>
                <a:ea typeface="Arial"/>
                <a:cs typeface="Arial"/>
              </a:defRPr>
            </a:lvl9pPr>
          </a:lstStyle>
          <a:p xmlns:a="http://schemas.openxmlformats.org/drawingml/2006/main">
            <a:pPr algn="l">
              <a:defRPr sz="1050" b="0">
                <a:solidFill>
                  <a:srgbClr val="627084"/>
                </a:solidFill>
                <a:latin typeface="Arial"/>
                <a:ea typeface="Arial"/>
                <a:cs typeface="Arial"/>
              </a:defRPr>
            </a:pPr>
            <a:r>
              <a:rPr sz="1050" b="0">
                <a:solidFill>
                  <a:srgbClr val="627084"/>
                </a:solidFill>
                <a:latin typeface="Arial"/>
                <a:ea typeface="Arial"/>
                <a:cs typeface="Arial"/>
              </a:rPr>
              <a:t>CODEX &amp; COFFEE</a:t>
            </a:r>
          </a:p>
        </p:txBody>
      </p:sp>
      <p:sp>
        <p:nvSpPr>
          <p:cNvPr id="3" name="d3-144">
            <a:extLst xmlns:a="http://schemas.openxmlformats.org/drawingml/2006/main">
              <a:ext uri="{FF2B5EF4-FFF2-40B4-BE49-F238E27FC236}">
                <a16:creationId xmlns:a16="http://schemas.microsoft.com/office/drawing/2014/main" id="{90CAF8D2-3148-47CE-9914-A4AD68FCE035}"/>
              </a:ext>
            </a:extLst>
          </p:cNvPr>
          <p:cNvSpPr>
            <a:spLocks xmlns:a="http://schemas.openxmlformats.org/drawingml/2006/main" noGrp="1"/>
          </p:cNvSpPr>
          <p:nvPr/>
        </p:nvSpPr>
        <p:spPr>
          <a:xfrm xmlns:a="http://schemas.openxmlformats.org/drawingml/2006/main">
            <a:off x="10001250" y="6534150"/>
            <a:ext cx="1666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050" b="0">
                <a:solidFill>
                  <a:srgbClr val="627084"/>
                </a:solidFill>
                <a:latin typeface="Arial"/>
                <a:ea typeface="Arial"/>
                <a:cs typeface="Arial"/>
              </a:defRPr>
            </a:defPPr>
            <a:lvl1pPr algn="r">
              <a:defRPr sz="1050" b="0">
                <a:solidFill>
                  <a:srgbClr val="627084"/>
                </a:solidFill>
                <a:latin typeface="Arial"/>
                <a:ea typeface="Arial"/>
                <a:cs typeface="Arial"/>
              </a:defRPr>
            </a:lvl1pPr>
            <a:lvl2pPr algn="r">
              <a:defRPr sz="1050" b="0">
                <a:solidFill>
                  <a:srgbClr val="627084"/>
                </a:solidFill>
                <a:latin typeface="Arial"/>
                <a:ea typeface="Arial"/>
                <a:cs typeface="Arial"/>
              </a:defRPr>
            </a:lvl2pPr>
            <a:lvl3pPr algn="r">
              <a:defRPr sz="1050" b="0">
                <a:solidFill>
                  <a:srgbClr val="627084"/>
                </a:solidFill>
                <a:latin typeface="Arial"/>
                <a:ea typeface="Arial"/>
                <a:cs typeface="Arial"/>
              </a:defRPr>
            </a:lvl3pPr>
            <a:lvl4pPr algn="r">
              <a:defRPr sz="1050" b="0">
                <a:solidFill>
                  <a:srgbClr val="627084"/>
                </a:solidFill>
                <a:latin typeface="Arial"/>
                <a:ea typeface="Arial"/>
                <a:cs typeface="Arial"/>
              </a:defRPr>
            </a:lvl4pPr>
            <a:lvl5pPr algn="r">
              <a:defRPr sz="1050" b="0">
                <a:solidFill>
                  <a:srgbClr val="627084"/>
                </a:solidFill>
                <a:latin typeface="Arial"/>
                <a:ea typeface="Arial"/>
                <a:cs typeface="Arial"/>
              </a:defRPr>
            </a:lvl5pPr>
            <a:lvl6pPr algn="r">
              <a:defRPr sz="1050" b="0">
                <a:solidFill>
                  <a:srgbClr val="627084"/>
                </a:solidFill>
                <a:latin typeface="Arial"/>
                <a:ea typeface="Arial"/>
                <a:cs typeface="Arial"/>
              </a:defRPr>
            </a:lvl6pPr>
            <a:lvl7pPr algn="r">
              <a:defRPr sz="1050" b="0">
                <a:solidFill>
                  <a:srgbClr val="627084"/>
                </a:solidFill>
                <a:latin typeface="Arial"/>
                <a:ea typeface="Arial"/>
                <a:cs typeface="Arial"/>
              </a:defRPr>
            </a:lvl7pPr>
            <a:lvl8pPr algn="r">
              <a:defRPr sz="1050" b="0">
                <a:solidFill>
                  <a:srgbClr val="627084"/>
                </a:solidFill>
                <a:latin typeface="Arial"/>
                <a:ea typeface="Arial"/>
                <a:cs typeface="Arial"/>
              </a:defRPr>
            </a:lvl8pPr>
            <a:lvl9pPr algn="r">
              <a:defRPr sz="1050" b="0">
                <a:solidFill>
                  <a:srgbClr val="627084"/>
                </a:solidFill>
                <a:latin typeface="Arial"/>
                <a:ea typeface="Arial"/>
                <a:cs typeface="Arial"/>
              </a:defRPr>
            </a:lvl9pPr>
          </a:lstStyle>
          <a:p xmlns:a="http://schemas.openxmlformats.org/drawingml/2006/main">
            <a:pPr algn="r">
              <a:defRPr sz="1050" b="0">
                <a:solidFill>
                  <a:srgbClr val="627084"/>
                </a:solidFill>
                <a:latin typeface="Arial"/>
                <a:ea typeface="Arial"/>
                <a:cs typeface="Arial"/>
              </a:defRPr>
            </a:pPr>
            <a:r>
              <a:rPr sz="1050" b="0">
                <a:solidFill>
                  <a:srgbClr val="627084"/>
                </a:solidFill>
                <a:latin typeface="Arial"/>
                <a:ea typeface="Arial"/>
                <a:cs typeface="Arial"/>
              </a:rPr>
              <a:t>DAY 3  ·  17</a:t>
            </a:r>
          </a:p>
        </p:txBody>
      </p:sp>
      <p:sp>
        <p:nvSpPr>
          <p:cNvPr id="4" name="d3-145">
            <a:extLst xmlns:a="http://schemas.openxmlformats.org/drawingml/2006/main">
              <a:ext uri="{FF2B5EF4-FFF2-40B4-BE49-F238E27FC236}">
                <a16:creationId xmlns:a16="http://schemas.microsoft.com/office/drawing/2014/main" id="{9246AF01-AA6A-4856-9128-32BBBF4968C9}"/>
              </a:ext>
            </a:extLst>
          </p:cNvPr>
          <p:cNvSpPr>
            <a:spLocks xmlns:a="http://schemas.openxmlformats.org/drawingml/2006/main" noGrp="1"/>
          </p:cNvSpPr>
          <p:nvPr/>
        </p:nvSpPr>
        <p:spPr>
          <a:xfrm xmlns:a="http://schemas.openxmlformats.org/drawingml/2006/main">
            <a:off x="952500" y="1733550"/>
            <a:ext cx="102870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3225" b="1">
                <a:solidFill>
                  <a:srgbClr val="203B69"/>
                </a:solidFill>
                <a:latin typeface="Arial"/>
                <a:ea typeface="Arial"/>
                <a:cs typeface="Arial"/>
              </a:defRPr>
            </a:defPPr>
            <a:lvl1pPr algn="l">
              <a:defRPr sz="3225" b="1">
                <a:solidFill>
                  <a:srgbClr val="203B69"/>
                </a:solidFill>
                <a:latin typeface="Arial"/>
                <a:ea typeface="Arial"/>
                <a:cs typeface="Arial"/>
              </a:defRPr>
            </a:lvl1pPr>
            <a:lvl2pPr algn="l">
              <a:defRPr sz="3225" b="1">
                <a:solidFill>
                  <a:srgbClr val="203B69"/>
                </a:solidFill>
                <a:latin typeface="Arial"/>
                <a:ea typeface="Arial"/>
                <a:cs typeface="Arial"/>
              </a:defRPr>
            </a:lvl2pPr>
            <a:lvl3pPr algn="l">
              <a:defRPr sz="3225" b="1">
                <a:solidFill>
                  <a:srgbClr val="203B69"/>
                </a:solidFill>
                <a:latin typeface="Arial"/>
                <a:ea typeface="Arial"/>
                <a:cs typeface="Arial"/>
              </a:defRPr>
            </a:lvl3pPr>
            <a:lvl4pPr algn="l">
              <a:defRPr sz="3225" b="1">
                <a:solidFill>
                  <a:srgbClr val="203B69"/>
                </a:solidFill>
                <a:latin typeface="Arial"/>
                <a:ea typeface="Arial"/>
                <a:cs typeface="Arial"/>
              </a:defRPr>
            </a:lvl4pPr>
            <a:lvl5pPr algn="l">
              <a:defRPr sz="3225" b="1">
                <a:solidFill>
                  <a:srgbClr val="203B69"/>
                </a:solidFill>
                <a:latin typeface="Arial"/>
                <a:ea typeface="Arial"/>
                <a:cs typeface="Arial"/>
              </a:defRPr>
            </a:lvl5pPr>
            <a:lvl6pPr algn="l">
              <a:defRPr sz="3225" b="1">
                <a:solidFill>
                  <a:srgbClr val="203B69"/>
                </a:solidFill>
                <a:latin typeface="Arial"/>
                <a:ea typeface="Arial"/>
                <a:cs typeface="Arial"/>
              </a:defRPr>
            </a:lvl6pPr>
            <a:lvl7pPr algn="l">
              <a:defRPr sz="3225" b="1">
                <a:solidFill>
                  <a:srgbClr val="203B69"/>
                </a:solidFill>
                <a:latin typeface="Arial"/>
                <a:ea typeface="Arial"/>
                <a:cs typeface="Arial"/>
              </a:defRPr>
            </a:lvl7pPr>
            <a:lvl8pPr algn="l">
              <a:defRPr sz="3225" b="1">
                <a:solidFill>
                  <a:srgbClr val="203B69"/>
                </a:solidFill>
                <a:latin typeface="Arial"/>
                <a:ea typeface="Arial"/>
                <a:cs typeface="Arial"/>
              </a:defRPr>
            </a:lvl8pPr>
            <a:lvl9pPr algn="l">
              <a:defRPr sz="3225" b="1">
                <a:solidFill>
                  <a:srgbClr val="203B69"/>
                </a:solidFill>
                <a:latin typeface="Arial"/>
                <a:ea typeface="Arial"/>
                <a:cs typeface="Arial"/>
              </a:defRPr>
            </a:lvl9pPr>
          </a:lstStyle>
          <a:p xmlns:a="http://schemas.openxmlformats.org/drawingml/2006/main">
            <a:pPr algn="l">
              <a:defRPr sz="3225" b="1">
                <a:solidFill>
                  <a:srgbClr val="203B69"/>
                </a:solidFill>
                <a:latin typeface="Arial"/>
                <a:ea typeface="Arial"/>
                <a:cs typeface="Arial"/>
              </a:defRPr>
            </a:pPr>
            <a:r>
              <a:rPr sz="3225" b="1">
                <a:solidFill>
                  <a:srgbClr val="203B69"/>
                </a:solidFill>
                <a:latin typeface="Arial"/>
                <a:ea typeface="Arial"/>
                <a:cs typeface="Arial"/>
              </a:rPr>
              <a:t>What would you preserve first?</a:t>
            </a:r>
          </a:p>
        </p:txBody>
      </p:sp>
      <p:sp>
        <p:nvSpPr>
          <p:cNvPr id="5" name="d3-146">
            <a:extLst xmlns:a="http://schemas.openxmlformats.org/drawingml/2006/main">
              <a:ext uri="{FF2B5EF4-FFF2-40B4-BE49-F238E27FC236}">
                <a16:creationId xmlns:a16="http://schemas.microsoft.com/office/drawing/2014/main" id="{81BCA007-1FD2-4752-93D8-D0C49C252803}"/>
              </a:ext>
            </a:extLst>
          </p:cNvPr>
          <p:cNvSpPr>
            <a:spLocks xmlns:a="http://schemas.openxmlformats.org/drawingml/2006/main" noGrp="1"/>
          </p:cNvSpPr>
          <p:nvPr/>
        </p:nvSpPr>
        <p:spPr>
          <a:xfrm xmlns:a="http://schemas.openxmlformats.org/drawingml/2006/main">
            <a:off x="1000125" y="3048000"/>
            <a:ext cx="10287000" cy="2124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475" b="0">
                <a:solidFill>
                  <a:srgbClr val="213044"/>
                </a:solidFill>
                <a:latin typeface="Arial"/>
                <a:ea typeface="Arial"/>
                <a:cs typeface="Arial"/>
              </a:defRPr>
            </a:defPPr>
            <a:lvl1pPr algn="l">
              <a:defRPr sz="2475" b="0">
                <a:solidFill>
                  <a:srgbClr val="213044"/>
                </a:solidFill>
                <a:latin typeface="Arial"/>
                <a:ea typeface="Arial"/>
                <a:cs typeface="Arial"/>
              </a:defRPr>
            </a:lvl1pPr>
            <a:lvl2pPr algn="l">
              <a:defRPr sz="2475" b="0">
                <a:solidFill>
                  <a:srgbClr val="213044"/>
                </a:solidFill>
                <a:latin typeface="Arial"/>
                <a:ea typeface="Arial"/>
                <a:cs typeface="Arial"/>
              </a:defRPr>
            </a:lvl2pPr>
            <a:lvl3pPr algn="l">
              <a:defRPr sz="2475" b="0">
                <a:solidFill>
                  <a:srgbClr val="213044"/>
                </a:solidFill>
                <a:latin typeface="Arial"/>
                <a:ea typeface="Arial"/>
                <a:cs typeface="Arial"/>
              </a:defRPr>
            </a:lvl3pPr>
            <a:lvl4pPr algn="l">
              <a:defRPr sz="2475" b="0">
                <a:solidFill>
                  <a:srgbClr val="213044"/>
                </a:solidFill>
                <a:latin typeface="Arial"/>
                <a:ea typeface="Arial"/>
                <a:cs typeface="Arial"/>
              </a:defRPr>
            </a:lvl4pPr>
            <a:lvl5pPr algn="l">
              <a:defRPr sz="2475" b="0">
                <a:solidFill>
                  <a:srgbClr val="213044"/>
                </a:solidFill>
                <a:latin typeface="Arial"/>
                <a:ea typeface="Arial"/>
                <a:cs typeface="Arial"/>
              </a:defRPr>
            </a:lvl5pPr>
            <a:lvl6pPr algn="l">
              <a:defRPr sz="2475" b="0">
                <a:solidFill>
                  <a:srgbClr val="213044"/>
                </a:solidFill>
                <a:latin typeface="Arial"/>
                <a:ea typeface="Arial"/>
                <a:cs typeface="Arial"/>
              </a:defRPr>
            </a:lvl6pPr>
            <a:lvl7pPr algn="l">
              <a:defRPr sz="2475" b="0">
                <a:solidFill>
                  <a:srgbClr val="213044"/>
                </a:solidFill>
                <a:latin typeface="Arial"/>
                <a:ea typeface="Arial"/>
                <a:cs typeface="Arial"/>
              </a:defRPr>
            </a:lvl7pPr>
            <a:lvl8pPr algn="l">
              <a:defRPr sz="2475" b="0">
                <a:solidFill>
                  <a:srgbClr val="213044"/>
                </a:solidFill>
                <a:latin typeface="Arial"/>
                <a:ea typeface="Arial"/>
                <a:cs typeface="Arial"/>
              </a:defRPr>
            </a:lvl8pPr>
            <a:lvl9pPr algn="l">
              <a:defRPr sz="2475" b="0">
                <a:solidFill>
                  <a:srgbClr val="213044"/>
                </a:solidFill>
                <a:latin typeface="Arial"/>
                <a:ea typeface="Arial"/>
                <a:cs typeface="Arial"/>
              </a:defRPr>
            </a:lvl9pPr>
          </a:lstStyle>
          <a:p xmlns:a="http://schemas.openxmlformats.org/drawingml/2006/main">
            <a:pPr algn="l">
              <a:defRPr sz="2475" b="0">
                <a:solidFill>
                  <a:srgbClr val="213044"/>
                </a:solidFill>
                <a:latin typeface="Arial"/>
                <a:ea typeface="Arial"/>
                <a:cs typeface="Arial"/>
              </a:defRPr>
            </a:pPr>
            <a:r>
              <a:rPr sz="2475" b="0">
                <a:solidFill>
                  <a:srgbClr val="213044"/>
                </a:solidFill>
                <a:latin typeface="Arial"/>
                <a:ea typeface="Arial"/>
                <a:cs typeface="Arial"/>
              </a:rPr>
              <a:t>- Which user-visible result must stay the same?</a:t>
            </a:r>
          </a:p>
          <a:p xmlns:a="http://schemas.openxmlformats.org/drawingml/2006/main">
            <a:pPr algn="l">
              <a:defRPr sz="2475" b="0">
                <a:solidFill>
                  <a:srgbClr val="213044"/>
                </a:solidFill>
                <a:latin typeface="Arial"/>
                <a:ea typeface="Arial"/>
                <a:cs typeface="Arial"/>
              </a:defRPr>
            </a:pPr>
            <a:r>
              <a:rPr sz="2475" b="0">
                <a:solidFill>
                  <a:srgbClr val="213044"/>
                </a:solidFill>
                <a:latin typeface="Arial"/>
                <a:ea typeface="Arial"/>
                <a:cs typeface="Arial"/>
              </a:rPr>
              <a:t>- What is the smallest useful boundary?</a:t>
            </a:r>
          </a:p>
          <a:p xmlns:a="http://schemas.openxmlformats.org/drawingml/2006/main">
            <a:pPr algn="l">
              <a:defRPr sz="2475" b="0">
                <a:solidFill>
                  <a:srgbClr val="213044"/>
                </a:solidFill>
                <a:latin typeface="Arial"/>
                <a:ea typeface="Arial"/>
                <a:cs typeface="Arial"/>
              </a:defRPr>
            </a:pPr>
            <a:r>
              <a:rPr sz="2475" b="0">
                <a:solidFill>
                  <a:srgbClr val="213044"/>
                </a:solidFill>
                <a:latin typeface="Arial"/>
                <a:ea typeface="Arial"/>
                <a:cs typeface="Arial"/>
              </a:rPr>
              <a:t>- What evidence would let you accept the change?</a:t>
            </a:r>
          </a:p>
        </p:txBody>
      </p:sp>
      <p:sp>
        <p:nvSpPr>
          <p:cNvPr id="6" name="d3-147">
            <a:extLst xmlns:a="http://schemas.openxmlformats.org/drawingml/2006/main">
              <a:ext uri="{FF2B5EF4-FFF2-40B4-BE49-F238E27FC236}">
                <a16:creationId xmlns:a16="http://schemas.microsoft.com/office/drawing/2014/main" id="{250BD00C-680E-4667-A119-B9BAB0F585A4}"/>
              </a:ext>
            </a:extLst>
          </p:cNvPr>
          <p:cNvSpPr>
            <a:spLocks xmlns:a="http://schemas.openxmlformats.org/drawingml/2006/main" noGrp="1"/>
          </p:cNvSpPr>
          <p:nvPr/>
        </p:nvSpPr>
        <p:spPr>
          <a:xfrm xmlns:a="http://schemas.openxmlformats.org/drawingml/2006/main">
            <a:off x="1000125" y="5724525"/>
            <a:ext cx="10287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75" b="0">
                <a:solidFill>
                  <a:srgbClr val="AC6154"/>
                </a:solidFill>
                <a:latin typeface="Arial"/>
                <a:ea typeface="Arial"/>
                <a:cs typeface="Arial"/>
              </a:defRPr>
            </a:defPPr>
            <a:lvl1pPr algn="l">
              <a:defRPr sz="2175" b="0">
                <a:solidFill>
                  <a:srgbClr val="AC6154"/>
                </a:solidFill>
                <a:latin typeface="Arial"/>
                <a:ea typeface="Arial"/>
                <a:cs typeface="Arial"/>
              </a:defRPr>
            </a:lvl1pPr>
            <a:lvl2pPr algn="l">
              <a:defRPr sz="2175" b="0">
                <a:solidFill>
                  <a:srgbClr val="AC6154"/>
                </a:solidFill>
                <a:latin typeface="Arial"/>
                <a:ea typeface="Arial"/>
                <a:cs typeface="Arial"/>
              </a:defRPr>
            </a:lvl2pPr>
            <a:lvl3pPr algn="l">
              <a:defRPr sz="2175" b="0">
                <a:solidFill>
                  <a:srgbClr val="AC6154"/>
                </a:solidFill>
                <a:latin typeface="Arial"/>
                <a:ea typeface="Arial"/>
                <a:cs typeface="Arial"/>
              </a:defRPr>
            </a:lvl3pPr>
            <a:lvl4pPr algn="l">
              <a:defRPr sz="2175" b="0">
                <a:solidFill>
                  <a:srgbClr val="AC6154"/>
                </a:solidFill>
                <a:latin typeface="Arial"/>
                <a:ea typeface="Arial"/>
                <a:cs typeface="Arial"/>
              </a:defRPr>
            </a:lvl4pPr>
            <a:lvl5pPr algn="l">
              <a:defRPr sz="2175" b="0">
                <a:solidFill>
                  <a:srgbClr val="AC6154"/>
                </a:solidFill>
                <a:latin typeface="Arial"/>
                <a:ea typeface="Arial"/>
                <a:cs typeface="Arial"/>
              </a:defRPr>
            </a:lvl5pPr>
            <a:lvl6pPr algn="l">
              <a:defRPr sz="2175" b="0">
                <a:solidFill>
                  <a:srgbClr val="AC6154"/>
                </a:solidFill>
                <a:latin typeface="Arial"/>
                <a:ea typeface="Arial"/>
                <a:cs typeface="Arial"/>
              </a:defRPr>
            </a:lvl6pPr>
            <a:lvl7pPr algn="l">
              <a:defRPr sz="2175" b="0">
                <a:solidFill>
                  <a:srgbClr val="AC6154"/>
                </a:solidFill>
                <a:latin typeface="Arial"/>
                <a:ea typeface="Arial"/>
                <a:cs typeface="Arial"/>
              </a:defRPr>
            </a:lvl7pPr>
            <a:lvl8pPr algn="l">
              <a:defRPr sz="2175" b="0">
                <a:solidFill>
                  <a:srgbClr val="AC6154"/>
                </a:solidFill>
                <a:latin typeface="Arial"/>
                <a:ea typeface="Arial"/>
                <a:cs typeface="Arial"/>
              </a:defRPr>
            </a:lvl8pPr>
            <a:lvl9pPr algn="l">
              <a:defRPr sz="2175" b="0">
                <a:solidFill>
                  <a:srgbClr val="AC6154"/>
                </a:solidFill>
                <a:latin typeface="Arial"/>
                <a:ea typeface="Arial"/>
                <a:cs typeface="Arial"/>
              </a:defRPr>
            </a:lvl9pPr>
          </a:lstStyle>
          <a:p xmlns:a="http://schemas.openxmlformats.org/drawingml/2006/main">
            <a:pPr algn="l">
              <a:defRPr sz="2175" b="0">
                <a:solidFill>
                  <a:srgbClr val="AC6154"/>
                </a:solidFill>
                <a:latin typeface="Arial"/>
                <a:ea typeface="Arial"/>
                <a:cs typeface="Arial"/>
              </a:defRPr>
            </a:pPr>
            <a:r>
              <a:rPr sz="2175" b="0">
                <a:solidFill>
                  <a:srgbClr val="AC6154"/>
                </a:solidFill>
                <a:latin typeface="Arial"/>
                <a:ea typeface="Arial"/>
                <a:cs typeface="Arial"/>
              </a:rPr>
              <a:t>Bring one behavior, not a request to rewrite everything</a:t>
            </a:r>
          </a:p>
        </p:txBody>
      </p:sp>
    </p:spTree>
    <p:extLst>
      <p:ext uri="{BB962C8B-B14F-4D97-AF65-F5344CB8AC3E}">
        <p14:creationId xmlns:p14="http://schemas.microsoft.com/office/powerpoint/2010/main" val="1936268510"/>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d3-148">
            <a:extLst xmlns:a="http://schemas.openxmlformats.org/drawingml/2006/main">
              <a:ext uri="{FF2B5EF4-FFF2-40B4-BE49-F238E27FC236}">
                <a16:creationId xmlns:a16="http://schemas.microsoft.com/office/drawing/2014/main" id="{D6CC48F4-0207-4DED-8CE7-112996BB8071}"/>
              </a:ext>
            </a:extLst>
          </p:cNvPr>
          <p:cNvSpPr>
            <a:spLocks xmlns:a="http://schemas.openxmlformats.org/drawingml/2006/main" noGrp="1"/>
          </p:cNvSpPr>
          <p:nvPr/>
        </p:nvSpPr>
        <p:spPr>
          <a:xfrm xmlns:a="http://schemas.openxmlformats.org/drawingml/2006/main">
            <a:off x="523875" y="295275"/>
            <a:ext cx="11144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225" b="1">
                <a:solidFill>
                  <a:srgbClr val="213044"/>
                </a:solidFill>
                <a:latin typeface="Arial"/>
                <a:ea typeface="Arial"/>
                <a:cs typeface="Arial"/>
              </a:defRPr>
            </a:defPPr>
            <a:lvl1pPr algn="ctr">
              <a:defRPr sz="3225" b="1">
                <a:solidFill>
                  <a:srgbClr val="213044"/>
                </a:solidFill>
                <a:latin typeface="Arial"/>
                <a:ea typeface="Arial"/>
                <a:cs typeface="Arial"/>
              </a:defRPr>
            </a:lvl1pPr>
            <a:lvl2pPr algn="ctr">
              <a:defRPr sz="3225" b="1">
                <a:solidFill>
                  <a:srgbClr val="213044"/>
                </a:solidFill>
                <a:latin typeface="Arial"/>
                <a:ea typeface="Arial"/>
                <a:cs typeface="Arial"/>
              </a:defRPr>
            </a:lvl2pPr>
            <a:lvl3pPr algn="ctr">
              <a:defRPr sz="3225" b="1">
                <a:solidFill>
                  <a:srgbClr val="213044"/>
                </a:solidFill>
                <a:latin typeface="Arial"/>
                <a:ea typeface="Arial"/>
                <a:cs typeface="Arial"/>
              </a:defRPr>
            </a:lvl3pPr>
            <a:lvl4pPr algn="ctr">
              <a:defRPr sz="3225" b="1">
                <a:solidFill>
                  <a:srgbClr val="213044"/>
                </a:solidFill>
                <a:latin typeface="Arial"/>
                <a:ea typeface="Arial"/>
                <a:cs typeface="Arial"/>
              </a:defRPr>
            </a:lvl4pPr>
            <a:lvl5pPr algn="ctr">
              <a:defRPr sz="3225" b="1">
                <a:solidFill>
                  <a:srgbClr val="213044"/>
                </a:solidFill>
                <a:latin typeface="Arial"/>
                <a:ea typeface="Arial"/>
                <a:cs typeface="Arial"/>
              </a:defRPr>
            </a:lvl5pPr>
            <a:lvl6pPr algn="ctr">
              <a:defRPr sz="3225" b="1">
                <a:solidFill>
                  <a:srgbClr val="213044"/>
                </a:solidFill>
                <a:latin typeface="Arial"/>
                <a:ea typeface="Arial"/>
                <a:cs typeface="Arial"/>
              </a:defRPr>
            </a:lvl6pPr>
            <a:lvl7pPr algn="ctr">
              <a:defRPr sz="3225" b="1">
                <a:solidFill>
                  <a:srgbClr val="213044"/>
                </a:solidFill>
                <a:latin typeface="Arial"/>
                <a:ea typeface="Arial"/>
                <a:cs typeface="Arial"/>
              </a:defRPr>
            </a:lvl7pPr>
            <a:lvl8pPr algn="ctr">
              <a:defRPr sz="3225" b="1">
                <a:solidFill>
                  <a:srgbClr val="213044"/>
                </a:solidFill>
                <a:latin typeface="Arial"/>
                <a:ea typeface="Arial"/>
                <a:cs typeface="Arial"/>
              </a:defRPr>
            </a:lvl8pPr>
            <a:lvl9pPr algn="ctr">
              <a:defRPr sz="3225" b="1">
                <a:solidFill>
                  <a:srgbClr val="213044"/>
                </a:solidFill>
                <a:latin typeface="Arial"/>
                <a:ea typeface="Arial"/>
                <a:cs typeface="Arial"/>
              </a:defRPr>
            </a:lvl9pPr>
          </a:lstStyle>
          <a:p xmlns:a="http://schemas.openxmlformats.org/drawingml/2006/main">
            <a:pPr algn="ctr">
              <a:defRPr sz="3225" b="1">
                <a:solidFill>
                  <a:srgbClr val="213044"/>
                </a:solidFill>
                <a:latin typeface="Arial"/>
                <a:ea typeface="Arial"/>
                <a:cs typeface="Arial"/>
              </a:defRPr>
            </a:pPr>
            <a:r>
              <a:rPr sz="3225" b="1">
                <a:solidFill>
                  <a:srgbClr val="213044"/>
                </a:solidFill>
                <a:latin typeface="Arial"/>
                <a:ea typeface="Arial"/>
                <a:cs typeface="Arial"/>
              </a:rPr>
              <a:t>When the math looks wrong</a:t>
            </a:r>
          </a:p>
        </p:txBody>
      </p:sp>
      <p:sp>
        <p:nvSpPr>
          <p:cNvPr id="2" name="d3-149">
            <a:extLst xmlns:a="http://schemas.openxmlformats.org/drawingml/2006/main">
              <a:ext uri="{FF2B5EF4-FFF2-40B4-BE49-F238E27FC236}">
                <a16:creationId xmlns:a16="http://schemas.microsoft.com/office/drawing/2014/main" id="{AC57B674-3F4B-459C-9D99-A834491D0C6E}"/>
              </a:ext>
            </a:extLst>
          </p:cNvPr>
          <p:cNvSpPr>
            <a:spLocks xmlns:a="http://schemas.openxmlformats.org/drawingml/2006/main" noGrp="1"/>
          </p:cNvSpPr>
          <p:nvPr/>
        </p:nvSpPr>
        <p:spPr>
          <a:xfrm xmlns:a="http://schemas.openxmlformats.org/drawingml/2006/main">
            <a:off x="523875" y="65341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050" b="0">
                <a:solidFill>
                  <a:srgbClr val="627084"/>
                </a:solidFill>
                <a:latin typeface="Arial"/>
                <a:ea typeface="Arial"/>
                <a:cs typeface="Arial"/>
              </a:defRPr>
            </a:defPPr>
            <a:lvl1pPr algn="l">
              <a:defRPr sz="1050" b="0">
                <a:solidFill>
                  <a:srgbClr val="627084"/>
                </a:solidFill>
                <a:latin typeface="Arial"/>
                <a:ea typeface="Arial"/>
                <a:cs typeface="Arial"/>
              </a:defRPr>
            </a:lvl1pPr>
            <a:lvl2pPr algn="l">
              <a:defRPr sz="1050" b="0">
                <a:solidFill>
                  <a:srgbClr val="627084"/>
                </a:solidFill>
                <a:latin typeface="Arial"/>
                <a:ea typeface="Arial"/>
                <a:cs typeface="Arial"/>
              </a:defRPr>
            </a:lvl2pPr>
            <a:lvl3pPr algn="l">
              <a:defRPr sz="1050" b="0">
                <a:solidFill>
                  <a:srgbClr val="627084"/>
                </a:solidFill>
                <a:latin typeface="Arial"/>
                <a:ea typeface="Arial"/>
                <a:cs typeface="Arial"/>
              </a:defRPr>
            </a:lvl3pPr>
            <a:lvl4pPr algn="l">
              <a:defRPr sz="1050" b="0">
                <a:solidFill>
                  <a:srgbClr val="627084"/>
                </a:solidFill>
                <a:latin typeface="Arial"/>
                <a:ea typeface="Arial"/>
                <a:cs typeface="Arial"/>
              </a:defRPr>
            </a:lvl4pPr>
            <a:lvl5pPr algn="l">
              <a:defRPr sz="1050" b="0">
                <a:solidFill>
                  <a:srgbClr val="627084"/>
                </a:solidFill>
                <a:latin typeface="Arial"/>
                <a:ea typeface="Arial"/>
                <a:cs typeface="Arial"/>
              </a:defRPr>
            </a:lvl5pPr>
            <a:lvl6pPr algn="l">
              <a:defRPr sz="1050" b="0">
                <a:solidFill>
                  <a:srgbClr val="627084"/>
                </a:solidFill>
                <a:latin typeface="Arial"/>
                <a:ea typeface="Arial"/>
                <a:cs typeface="Arial"/>
              </a:defRPr>
            </a:lvl6pPr>
            <a:lvl7pPr algn="l">
              <a:defRPr sz="1050" b="0">
                <a:solidFill>
                  <a:srgbClr val="627084"/>
                </a:solidFill>
                <a:latin typeface="Arial"/>
                <a:ea typeface="Arial"/>
                <a:cs typeface="Arial"/>
              </a:defRPr>
            </a:lvl7pPr>
            <a:lvl8pPr algn="l">
              <a:defRPr sz="1050" b="0">
                <a:solidFill>
                  <a:srgbClr val="627084"/>
                </a:solidFill>
                <a:latin typeface="Arial"/>
                <a:ea typeface="Arial"/>
                <a:cs typeface="Arial"/>
              </a:defRPr>
            </a:lvl8pPr>
            <a:lvl9pPr algn="l">
              <a:defRPr sz="1050" b="0">
                <a:solidFill>
                  <a:srgbClr val="627084"/>
                </a:solidFill>
                <a:latin typeface="Arial"/>
                <a:ea typeface="Arial"/>
                <a:cs typeface="Arial"/>
              </a:defRPr>
            </a:lvl9pPr>
          </a:lstStyle>
          <a:p xmlns:a="http://schemas.openxmlformats.org/drawingml/2006/main">
            <a:pPr algn="l">
              <a:defRPr sz="1050" b="0">
                <a:solidFill>
                  <a:srgbClr val="627084"/>
                </a:solidFill>
                <a:latin typeface="Arial"/>
                <a:ea typeface="Arial"/>
                <a:cs typeface="Arial"/>
              </a:defRPr>
            </a:pPr>
            <a:r>
              <a:rPr sz="1050" b="0">
                <a:solidFill>
                  <a:srgbClr val="627084"/>
                </a:solidFill>
                <a:latin typeface="Arial"/>
                <a:ea typeface="Arial"/>
                <a:cs typeface="Arial"/>
              </a:rPr>
              <a:t>CODEX &amp; COFFEE</a:t>
            </a:r>
          </a:p>
        </p:txBody>
      </p:sp>
      <p:sp>
        <p:nvSpPr>
          <p:cNvPr id="3" name="d3-150">
            <a:extLst xmlns:a="http://schemas.openxmlformats.org/drawingml/2006/main">
              <a:ext uri="{FF2B5EF4-FFF2-40B4-BE49-F238E27FC236}">
                <a16:creationId xmlns:a16="http://schemas.microsoft.com/office/drawing/2014/main" id="{21111375-FA82-4568-84C4-8B614C39D029}"/>
              </a:ext>
            </a:extLst>
          </p:cNvPr>
          <p:cNvSpPr>
            <a:spLocks xmlns:a="http://schemas.openxmlformats.org/drawingml/2006/main" noGrp="1"/>
          </p:cNvSpPr>
          <p:nvPr/>
        </p:nvSpPr>
        <p:spPr>
          <a:xfrm xmlns:a="http://schemas.openxmlformats.org/drawingml/2006/main">
            <a:off x="10001250" y="6534150"/>
            <a:ext cx="1666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050" b="0">
                <a:solidFill>
                  <a:srgbClr val="627084"/>
                </a:solidFill>
                <a:latin typeface="Arial"/>
                <a:ea typeface="Arial"/>
                <a:cs typeface="Arial"/>
              </a:defRPr>
            </a:defPPr>
            <a:lvl1pPr algn="r">
              <a:defRPr sz="1050" b="0">
                <a:solidFill>
                  <a:srgbClr val="627084"/>
                </a:solidFill>
                <a:latin typeface="Arial"/>
                <a:ea typeface="Arial"/>
                <a:cs typeface="Arial"/>
              </a:defRPr>
            </a:lvl1pPr>
            <a:lvl2pPr algn="r">
              <a:defRPr sz="1050" b="0">
                <a:solidFill>
                  <a:srgbClr val="627084"/>
                </a:solidFill>
                <a:latin typeface="Arial"/>
                <a:ea typeface="Arial"/>
                <a:cs typeface="Arial"/>
              </a:defRPr>
            </a:lvl2pPr>
            <a:lvl3pPr algn="r">
              <a:defRPr sz="1050" b="0">
                <a:solidFill>
                  <a:srgbClr val="627084"/>
                </a:solidFill>
                <a:latin typeface="Arial"/>
                <a:ea typeface="Arial"/>
                <a:cs typeface="Arial"/>
              </a:defRPr>
            </a:lvl3pPr>
            <a:lvl4pPr algn="r">
              <a:defRPr sz="1050" b="0">
                <a:solidFill>
                  <a:srgbClr val="627084"/>
                </a:solidFill>
                <a:latin typeface="Arial"/>
                <a:ea typeface="Arial"/>
                <a:cs typeface="Arial"/>
              </a:defRPr>
            </a:lvl4pPr>
            <a:lvl5pPr algn="r">
              <a:defRPr sz="1050" b="0">
                <a:solidFill>
                  <a:srgbClr val="627084"/>
                </a:solidFill>
                <a:latin typeface="Arial"/>
                <a:ea typeface="Arial"/>
                <a:cs typeface="Arial"/>
              </a:defRPr>
            </a:lvl5pPr>
            <a:lvl6pPr algn="r">
              <a:defRPr sz="1050" b="0">
                <a:solidFill>
                  <a:srgbClr val="627084"/>
                </a:solidFill>
                <a:latin typeface="Arial"/>
                <a:ea typeface="Arial"/>
                <a:cs typeface="Arial"/>
              </a:defRPr>
            </a:lvl6pPr>
            <a:lvl7pPr algn="r">
              <a:defRPr sz="1050" b="0">
                <a:solidFill>
                  <a:srgbClr val="627084"/>
                </a:solidFill>
                <a:latin typeface="Arial"/>
                <a:ea typeface="Arial"/>
                <a:cs typeface="Arial"/>
              </a:defRPr>
            </a:lvl7pPr>
            <a:lvl8pPr algn="r">
              <a:defRPr sz="1050" b="0">
                <a:solidFill>
                  <a:srgbClr val="627084"/>
                </a:solidFill>
                <a:latin typeface="Arial"/>
                <a:ea typeface="Arial"/>
                <a:cs typeface="Arial"/>
              </a:defRPr>
            </a:lvl8pPr>
            <a:lvl9pPr algn="r">
              <a:defRPr sz="1050" b="0">
                <a:solidFill>
                  <a:srgbClr val="627084"/>
                </a:solidFill>
                <a:latin typeface="Arial"/>
                <a:ea typeface="Arial"/>
                <a:cs typeface="Arial"/>
              </a:defRPr>
            </a:lvl9pPr>
          </a:lstStyle>
          <a:p xmlns:a="http://schemas.openxmlformats.org/drawingml/2006/main">
            <a:pPr algn="r">
              <a:defRPr sz="1050" b="0">
                <a:solidFill>
                  <a:srgbClr val="627084"/>
                </a:solidFill>
                <a:latin typeface="Arial"/>
                <a:ea typeface="Arial"/>
                <a:cs typeface="Arial"/>
              </a:defRPr>
            </a:pPr>
            <a:r>
              <a:rPr sz="1050" b="0">
                <a:solidFill>
                  <a:srgbClr val="627084"/>
                </a:solidFill>
                <a:latin typeface="Arial"/>
                <a:ea typeface="Arial"/>
                <a:cs typeface="Arial"/>
              </a:rPr>
              <a:t>DAY 3  ·  18</a:t>
            </a:r>
          </a:p>
        </p:txBody>
      </p:sp>
      <p:sp>
        <p:nvSpPr>
          <p:cNvPr id="4" name="d3-151">
            <a:extLst xmlns:a="http://schemas.openxmlformats.org/drawingml/2006/main">
              <a:ext uri="{FF2B5EF4-FFF2-40B4-BE49-F238E27FC236}">
                <a16:creationId xmlns:a16="http://schemas.microsoft.com/office/drawing/2014/main" id="{E1C4DC8A-E0FB-4420-9AD5-BE5178CD5ADA}"/>
              </a:ext>
            </a:extLst>
          </p:cNvPr>
          <p:cNvSpPr>
            <a:spLocks xmlns:a="http://schemas.openxmlformats.org/drawingml/2006/main" noGrp="1"/>
          </p:cNvSpPr>
          <p:nvPr/>
        </p:nvSpPr>
        <p:spPr>
          <a:xfrm xmlns:a="http://schemas.openxmlformats.org/drawingml/2006/main">
            <a:off x="952500" y="1762125"/>
            <a:ext cx="102870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925" b="0">
                <a:solidFill>
                  <a:srgbClr val="213044"/>
                </a:solidFill>
                <a:latin typeface="Arial"/>
                <a:ea typeface="Arial"/>
                <a:cs typeface="Arial"/>
              </a:defRPr>
            </a:defPPr>
            <a:lvl1pPr algn="l">
              <a:defRPr sz="2925" b="0">
                <a:solidFill>
                  <a:srgbClr val="213044"/>
                </a:solidFill>
                <a:latin typeface="Arial"/>
                <a:ea typeface="Arial"/>
                <a:cs typeface="Arial"/>
              </a:defRPr>
            </a:lvl1pPr>
            <a:lvl2pPr algn="l">
              <a:defRPr sz="2925" b="0">
                <a:solidFill>
                  <a:srgbClr val="213044"/>
                </a:solidFill>
                <a:latin typeface="Arial"/>
                <a:ea typeface="Arial"/>
                <a:cs typeface="Arial"/>
              </a:defRPr>
            </a:lvl2pPr>
            <a:lvl3pPr algn="l">
              <a:defRPr sz="2925" b="0">
                <a:solidFill>
                  <a:srgbClr val="213044"/>
                </a:solidFill>
                <a:latin typeface="Arial"/>
                <a:ea typeface="Arial"/>
                <a:cs typeface="Arial"/>
              </a:defRPr>
            </a:lvl3pPr>
            <a:lvl4pPr algn="l">
              <a:defRPr sz="2925" b="0">
                <a:solidFill>
                  <a:srgbClr val="213044"/>
                </a:solidFill>
                <a:latin typeface="Arial"/>
                <a:ea typeface="Arial"/>
                <a:cs typeface="Arial"/>
              </a:defRPr>
            </a:lvl4pPr>
            <a:lvl5pPr algn="l">
              <a:defRPr sz="2925" b="0">
                <a:solidFill>
                  <a:srgbClr val="213044"/>
                </a:solidFill>
                <a:latin typeface="Arial"/>
                <a:ea typeface="Arial"/>
                <a:cs typeface="Arial"/>
              </a:defRPr>
            </a:lvl5pPr>
            <a:lvl6pPr algn="l">
              <a:defRPr sz="2925" b="0">
                <a:solidFill>
                  <a:srgbClr val="213044"/>
                </a:solidFill>
                <a:latin typeface="Arial"/>
                <a:ea typeface="Arial"/>
                <a:cs typeface="Arial"/>
              </a:defRPr>
            </a:lvl6pPr>
            <a:lvl7pPr algn="l">
              <a:defRPr sz="2925" b="0">
                <a:solidFill>
                  <a:srgbClr val="213044"/>
                </a:solidFill>
                <a:latin typeface="Arial"/>
                <a:ea typeface="Arial"/>
                <a:cs typeface="Arial"/>
              </a:defRPr>
            </a:lvl7pPr>
            <a:lvl8pPr algn="l">
              <a:defRPr sz="2925" b="0">
                <a:solidFill>
                  <a:srgbClr val="213044"/>
                </a:solidFill>
                <a:latin typeface="Arial"/>
                <a:ea typeface="Arial"/>
                <a:cs typeface="Arial"/>
              </a:defRPr>
            </a:lvl8pPr>
            <a:lvl9pPr algn="l">
              <a:defRPr sz="2925" b="0">
                <a:solidFill>
                  <a:srgbClr val="213044"/>
                </a:solidFill>
                <a:latin typeface="Arial"/>
                <a:ea typeface="Arial"/>
                <a:cs typeface="Arial"/>
              </a:defRPr>
            </a:lvl9pPr>
          </a:lstStyle>
          <a:p xmlns:a="http://schemas.openxmlformats.org/drawingml/2006/main">
            <a:pPr algn="l">
              <a:defRPr sz="2925" b="0">
                <a:solidFill>
                  <a:srgbClr val="213044"/>
                </a:solidFill>
                <a:latin typeface="Arial"/>
                <a:ea typeface="Arial"/>
                <a:cs typeface="Arial"/>
              </a:defRPr>
            </a:pPr>
            <a:r>
              <a:rPr sz="2925" b="0">
                <a:solidFill>
                  <a:srgbClr val="213044"/>
                </a:solidFill>
                <a:latin typeface="Arial"/>
                <a:ea typeface="Arial"/>
                <a:cs typeface="Arial"/>
              </a:rPr>
              <a:t>Rate: 0.014</a:t>
            </a:r>
          </a:p>
          <a:p xmlns:a="http://schemas.openxmlformats.org/drawingml/2006/main">
            <a:pPr algn="l">
              <a:defRPr sz="2925" b="0">
                <a:solidFill>
                  <a:srgbClr val="213044"/>
                </a:solidFill>
                <a:latin typeface="Arial"/>
                <a:ea typeface="Arial"/>
                <a:cs typeface="Arial"/>
              </a:defRPr>
            </a:pPr>
            <a:r>
              <a:rPr sz="2925" b="0">
                <a:solidFill>
                  <a:srgbClr val="213044"/>
                </a:solidFill>
                <a:latin typeface="Arial"/>
                <a:ea typeface="Arial"/>
                <a:cs typeface="Arial"/>
              </a:rPr>
              <a:t>Quantity: 3</a:t>
            </a:r>
          </a:p>
          <a:p xmlns:a="http://schemas.openxmlformats.org/drawingml/2006/main">
            <a:pPr algn="l">
              <a:defRPr sz="2925" b="0">
                <a:solidFill>
                  <a:srgbClr val="213044"/>
                </a:solidFill>
                <a:latin typeface="Arial"/>
                <a:ea typeface="Arial"/>
                <a:cs typeface="Arial"/>
              </a:defRPr>
            </a:pPr>
            <a:r>
              <a:rPr sz="2925" b="0">
                <a:solidFill>
                  <a:srgbClr val="213044"/>
                </a:solidFill>
                <a:latin typeface="Arial"/>
                <a:ea typeface="Arial"/>
                <a:cs typeface="Arial"/>
              </a:rPr>
              <a:t>Existing result: 3 cents</a:t>
            </a:r>
          </a:p>
        </p:txBody>
      </p:sp>
      <p:sp>
        <p:nvSpPr>
          <p:cNvPr id="5" name="d3-152">
            <a:extLst xmlns:a="http://schemas.openxmlformats.org/drawingml/2006/main">
              <a:ext uri="{FF2B5EF4-FFF2-40B4-BE49-F238E27FC236}">
                <a16:creationId xmlns:a16="http://schemas.microsoft.com/office/drawing/2014/main" id="{9F45EEE5-85F2-4317-B74C-91A9293CCACB}"/>
              </a:ext>
            </a:extLst>
          </p:cNvPr>
          <p:cNvSpPr>
            <a:spLocks xmlns:a="http://schemas.openxmlformats.org/drawingml/2006/main" noGrp="1"/>
          </p:cNvSpPr>
          <p:nvPr/>
        </p:nvSpPr>
        <p:spPr>
          <a:xfrm xmlns:a="http://schemas.openxmlformats.org/drawingml/2006/main">
            <a:off x="952500" y="5095875"/>
            <a:ext cx="102870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550" b="1">
                <a:solidFill>
                  <a:srgbClr val="AC6154"/>
                </a:solidFill>
                <a:latin typeface="Arial"/>
                <a:ea typeface="Arial"/>
                <a:cs typeface="Arial"/>
              </a:defRPr>
            </a:defPPr>
            <a:lvl1pPr algn="l">
              <a:defRPr sz="2550" b="1">
                <a:solidFill>
                  <a:srgbClr val="AC6154"/>
                </a:solidFill>
                <a:latin typeface="Arial"/>
                <a:ea typeface="Arial"/>
                <a:cs typeface="Arial"/>
              </a:defRPr>
            </a:lvl1pPr>
            <a:lvl2pPr algn="l">
              <a:defRPr sz="2550" b="1">
                <a:solidFill>
                  <a:srgbClr val="AC6154"/>
                </a:solidFill>
                <a:latin typeface="Arial"/>
                <a:ea typeface="Arial"/>
                <a:cs typeface="Arial"/>
              </a:defRPr>
            </a:lvl2pPr>
            <a:lvl3pPr algn="l">
              <a:defRPr sz="2550" b="1">
                <a:solidFill>
                  <a:srgbClr val="AC6154"/>
                </a:solidFill>
                <a:latin typeface="Arial"/>
                <a:ea typeface="Arial"/>
                <a:cs typeface="Arial"/>
              </a:defRPr>
            </a:lvl3pPr>
            <a:lvl4pPr algn="l">
              <a:defRPr sz="2550" b="1">
                <a:solidFill>
                  <a:srgbClr val="AC6154"/>
                </a:solidFill>
                <a:latin typeface="Arial"/>
                <a:ea typeface="Arial"/>
                <a:cs typeface="Arial"/>
              </a:defRPr>
            </a:lvl4pPr>
            <a:lvl5pPr algn="l">
              <a:defRPr sz="2550" b="1">
                <a:solidFill>
                  <a:srgbClr val="AC6154"/>
                </a:solidFill>
                <a:latin typeface="Arial"/>
                <a:ea typeface="Arial"/>
                <a:cs typeface="Arial"/>
              </a:defRPr>
            </a:lvl5pPr>
            <a:lvl6pPr algn="l">
              <a:defRPr sz="2550" b="1">
                <a:solidFill>
                  <a:srgbClr val="AC6154"/>
                </a:solidFill>
                <a:latin typeface="Arial"/>
                <a:ea typeface="Arial"/>
                <a:cs typeface="Arial"/>
              </a:defRPr>
            </a:lvl6pPr>
            <a:lvl7pPr algn="l">
              <a:defRPr sz="2550" b="1">
                <a:solidFill>
                  <a:srgbClr val="AC6154"/>
                </a:solidFill>
                <a:latin typeface="Arial"/>
                <a:ea typeface="Arial"/>
                <a:cs typeface="Arial"/>
              </a:defRPr>
            </a:lvl7pPr>
            <a:lvl8pPr algn="l">
              <a:defRPr sz="2550" b="1">
                <a:solidFill>
                  <a:srgbClr val="AC6154"/>
                </a:solidFill>
                <a:latin typeface="Arial"/>
                <a:ea typeface="Arial"/>
                <a:cs typeface="Arial"/>
              </a:defRPr>
            </a:lvl8pPr>
            <a:lvl9pPr algn="l">
              <a:defRPr sz="2550" b="1">
                <a:solidFill>
                  <a:srgbClr val="AC6154"/>
                </a:solidFill>
                <a:latin typeface="Arial"/>
                <a:ea typeface="Arial"/>
                <a:cs typeface="Arial"/>
              </a:defRPr>
            </a:lvl9pPr>
          </a:lstStyle>
          <a:p xmlns:a="http://schemas.openxmlformats.org/drawingml/2006/main">
            <a:pPr algn="l">
              <a:defRPr sz="2550" b="1">
                <a:solidFill>
                  <a:srgbClr val="AC6154"/>
                </a:solidFill>
                <a:latin typeface="Arial"/>
                <a:ea typeface="Arial"/>
                <a:cs typeface="Arial"/>
              </a:defRPr>
            </a:pPr>
            <a:r>
              <a:rPr sz="2550" b="1">
                <a:solidFill>
                  <a:srgbClr val="AC6154"/>
                </a:solidFill>
                <a:latin typeface="Arial"/>
                <a:ea typeface="Arial"/>
                <a:cs typeface="Arial"/>
              </a:rPr>
              <a:t>Do we fix the rounding inside this refactor?</a:t>
            </a:r>
          </a:p>
        </p:txBody>
      </p:sp>
    </p:spTree>
    <p:extLst>
      <p:ext uri="{BB962C8B-B14F-4D97-AF65-F5344CB8AC3E}">
        <p14:creationId xmlns:p14="http://schemas.microsoft.com/office/powerpoint/2010/main" val="716420024"/>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d3-153">
            <a:extLst xmlns:a="http://schemas.openxmlformats.org/drawingml/2006/main">
              <a:ext uri="{FF2B5EF4-FFF2-40B4-BE49-F238E27FC236}">
                <a16:creationId xmlns:a16="http://schemas.microsoft.com/office/drawing/2014/main" id="{CEDACF88-9EEC-4C69-B2E8-0D2B07A5562E}"/>
              </a:ext>
            </a:extLst>
          </p:cNvPr>
          <p:cNvSpPr>
            <a:spLocks xmlns:a="http://schemas.openxmlformats.org/drawingml/2006/main" noGrp="1"/>
          </p:cNvSpPr>
          <p:nvPr/>
        </p:nvSpPr>
        <p:spPr>
          <a:xfrm xmlns:a="http://schemas.openxmlformats.org/drawingml/2006/main">
            <a:off x="523875" y="295275"/>
            <a:ext cx="11144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225" b="1">
                <a:solidFill>
                  <a:srgbClr val="213044"/>
                </a:solidFill>
                <a:latin typeface="Arial"/>
                <a:ea typeface="Arial"/>
                <a:cs typeface="Arial"/>
              </a:defRPr>
            </a:defPPr>
            <a:lvl1pPr algn="ctr">
              <a:defRPr sz="3225" b="1">
                <a:solidFill>
                  <a:srgbClr val="213044"/>
                </a:solidFill>
                <a:latin typeface="Arial"/>
                <a:ea typeface="Arial"/>
                <a:cs typeface="Arial"/>
              </a:defRPr>
            </a:lvl1pPr>
            <a:lvl2pPr algn="ctr">
              <a:defRPr sz="3225" b="1">
                <a:solidFill>
                  <a:srgbClr val="213044"/>
                </a:solidFill>
                <a:latin typeface="Arial"/>
                <a:ea typeface="Arial"/>
                <a:cs typeface="Arial"/>
              </a:defRPr>
            </a:lvl2pPr>
            <a:lvl3pPr algn="ctr">
              <a:defRPr sz="3225" b="1">
                <a:solidFill>
                  <a:srgbClr val="213044"/>
                </a:solidFill>
                <a:latin typeface="Arial"/>
                <a:ea typeface="Arial"/>
                <a:cs typeface="Arial"/>
              </a:defRPr>
            </a:lvl3pPr>
            <a:lvl4pPr algn="ctr">
              <a:defRPr sz="3225" b="1">
                <a:solidFill>
                  <a:srgbClr val="213044"/>
                </a:solidFill>
                <a:latin typeface="Arial"/>
                <a:ea typeface="Arial"/>
                <a:cs typeface="Arial"/>
              </a:defRPr>
            </a:lvl4pPr>
            <a:lvl5pPr algn="ctr">
              <a:defRPr sz="3225" b="1">
                <a:solidFill>
                  <a:srgbClr val="213044"/>
                </a:solidFill>
                <a:latin typeface="Arial"/>
                <a:ea typeface="Arial"/>
                <a:cs typeface="Arial"/>
              </a:defRPr>
            </a:lvl5pPr>
            <a:lvl6pPr algn="ctr">
              <a:defRPr sz="3225" b="1">
                <a:solidFill>
                  <a:srgbClr val="213044"/>
                </a:solidFill>
                <a:latin typeface="Arial"/>
                <a:ea typeface="Arial"/>
                <a:cs typeface="Arial"/>
              </a:defRPr>
            </a:lvl6pPr>
            <a:lvl7pPr algn="ctr">
              <a:defRPr sz="3225" b="1">
                <a:solidFill>
                  <a:srgbClr val="213044"/>
                </a:solidFill>
                <a:latin typeface="Arial"/>
                <a:ea typeface="Arial"/>
                <a:cs typeface="Arial"/>
              </a:defRPr>
            </a:lvl7pPr>
            <a:lvl8pPr algn="ctr">
              <a:defRPr sz="3225" b="1">
                <a:solidFill>
                  <a:srgbClr val="213044"/>
                </a:solidFill>
                <a:latin typeface="Arial"/>
                <a:ea typeface="Arial"/>
                <a:cs typeface="Arial"/>
              </a:defRPr>
            </a:lvl8pPr>
            <a:lvl9pPr algn="ctr">
              <a:defRPr sz="3225" b="1">
                <a:solidFill>
                  <a:srgbClr val="213044"/>
                </a:solidFill>
                <a:latin typeface="Arial"/>
                <a:ea typeface="Arial"/>
                <a:cs typeface="Arial"/>
              </a:defRPr>
            </a:lvl9pPr>
          </a:lstStyle>
          <a:p xmlns:a="http://schemas.openxmlformats.org/drawingml/2006/main">
            <a:pPr algn="ctr">
              <a:defRPr sz="3225" b="1">
                <a:solidFill>
                  <a:srgbClr val="213044"/>
                </a:solidFill>
                <a:latin typeface="Arial"/>
                <a:ea typeface="Arial"/>
                <a:cs typeface="Arial"/>
              </a:defRPr>
            </a:pPr>
            <a:r>
              <a:rPr sz="3225" b="1">
                <a:solidFill>
                  <a:srgbClr val="213044"/>
                </a:solidFill>
                <a:latin typeface="Arial"/>
                <a:ea typeface="Arial"/>
                <a:cs typeface="Arial"/>
              </a:rPr>
              <a:t>When “while you’re there” appears</a:t>
            </a:r>
          </a:p>
        </p:txBody>
      </p:sp>
      <p:sp>
        <p:nvSpPr>
          <p:cNvPr id="2" name="d3-154">
            <a:extLst xmlns:a="http://schemas.openxmlformats.org/drawingml/2006/main">
              <a:ext uri="{FF2B5EF4-FFF2-40B4-BE49-F238E27FC236}">
                <a16:creationId xmlns:a16="http://schemas.microsoft.com/office/drawing/2014/main" id="{FEABE6D8-9FB4-4E4B-8500-8CD28FDB93C5}"/>
              </a:ext>
            </a:extLst>
          </p:cNvPr>
          <p:cNvSpPr>
            <a:spLocks xmlns:a="http://schemas.openxmlformats.org/drawingml/2006/main" noGrp="1"/>
          </p:cNvSpPr>
          <p:nvPr/>
        </p:nvSpPr>
        <p:spPr>
          <a:xfrm xmlns:a="http://schemas.openxmlformats.org/drawingml/2006/main">
            <a:off x="523875" y="65341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050" b="0">
                <a:solidFill>
                  <a:srgbClr val="627084"/>
                </a:solidFill>
                <a:latin typeface="Arial"/>
                <a:ea typeface="Arial"/>
                <a:cs typeface="Arial"/>
              </a:defRPr>
            </a:defPPr>
            <a:lvl1pPr algn="l">
              <a:defRPr sz="1050" b="0">
                <a:solidFill>
                  <a:srgbClr val="627084"/>
                </a:solidFill>
                <a:latin typeface="Arial"/>
                <a:ea typeface="Arial"/>
                <a:cs typeface="Arial"/>
              </a:defRPr>
            </a:lvl1pPr>
            <a:lvl2pPr algn="l">
              <a:defRPr sz="1050" b="0">
                <a:solidFill>
                  <a:srgbClr val="627084"/>
                </a:solidFill>
                <a:latin typeface="Arial"/>
                <a:ea typeface="Arial"/>
                <a:cs typeface="Arial"/>
              </a:defRPr>
            </a:lvl2pPr>
            <a:lvl3pPr algn="l">
              <a:defRPr sz="1050" b="0">
                <a:solidFill>
                  <a:srgbClr val="627084"/>
                </a:solidFill>
                <a:latin typeface="Arial"/>
                <a:ea typeface="Arial"/>
                <a:cs typeface="Arial"/>
              </a:defRPr>
            </a:lvl3pPr>
            <a:lvl4pPr algn="l">
              <a:defRPr sz="1050" b="0">
                <a:solidFill>
                  <a:srgbClr val="627084"/>
                </a:solidFill>
                <a:latin typeface="Arial"/>
                <a:ea typeface="Arial"/>
                <a:cs typeface="Arial"/>
              </a:defRPr>
            </a:lvl4pPr>
            <a:lvl5pPr algn="l">
              <a:defRPr sz="1050" b="0">
                <a:solidFill>
                  <a:srgbClr val="627084"/>
                </a:solidFill>
                <a:latin typeface="Arial"/>
                <a:ea typeface="Arial"/>
                <a:cs typeface="Arial"/>
              </a:defRPr>
            </a:lvl5pPr>
            <a:lvl6pPr algn="l">
              <a:defRPr sz="1050" b="0">
                <a:solidFill>
                  <a:srgbClr val="627084"/>
                </a:solidFill>
                <a:latin typeface="Arial"/>
                <a:ea typeface="Arial"/>
                <a:cs typeface="Arial"/>
              </a:defRPr>
            </a:lvl6pPr>
            <a:lvl7pPr algn="l">
              <a:defRPr sz="1050" b="0">
                <a:solidFill>
                  <a:srgbClr val="627084"/>
                </a:solidFill>
                <a:latin typeface="Arial"/>
                <a:ea typeface="Arial"/>
                <a:cs typeface="Arial"/>
              </a:defRPr>
            </a:lvl7pPr>
            <a:lvl8pPr algn="l">
              <a:defRPr sz="1050" b="0">
                <a:solidFill>
                  <a:srgbClr val="627084"/>
                </a:solidFill>
                <a:latin typeface="Arial"/>
                <a:ea typeface="Arial"/>
                <a:cs typeface="Arial"/>
              </a:defRPr>
            </a:lvl8pPr>
            <a:lvl9pPr algn="l">
              <a:defRPr sz="1050" b="0">
                <a:solidFill>
                  <a:srgbClr val="627084"/>
                </a:solidFill>
                <a:latin typeface="Arial"/>
                <a:ea typeface="Arial"/>
                <a:cs typeface="Arial"/>
              </a:defRPr>
            </a:lvl9pPr>
          </a:lstStyle>
          <a:p xmlns:a="http://schemas.openxmlformats.org/drawingml/2006/main">
            <a:pPr algn="l">
              <a:defRPr sz="1050" b="0">
                <a:solidFill>
                  <a:srgbClr val="627084"/>
                </a:solidFill>
                <a:latin typeface="Arial"/>
                <a:ea typeface="Arial"/>
                <a:cs typeface="Arial"/>
              </a:defRPr>
            </a:pPr>
            <a:r>
              <a:rPr sz="1050" b="0">
                <a:solidFill>
                  <a:srgbClr val="627084"/>
                </a:solidFill>
                <a:latin typeface="Arial"/>
                <a:ea typeface="Arial"/>
                <a:cs typeface="Arial"/>
              </a:rPr>
              <a:t>CODEX &amp; COFFEE</a:t>
            </a:r>
          </a:p>
        </p:txBody>
      </p:sp>
      <p:sp>
        <p:nvSpPr>
          <p:cNvPr id="3" name="d3-155">
            <a:extLst xmlns:a="http://schemas.openxmlformats.org/drawingml/2006/main">
              <a:ext uri="{FF2B5EF4-FFF2-40B4-BE49-F238E27FC236}">
                <a16:creationId xmlns:a16="http://schemas.microsoft.com/office/drawing/2014/main" id="{2E770D7D-9313-4A73-A4E4-077C3DD6CBAE}"/>
              </a:ext>
            </a:extLst>
          </p:cNvPr>
          <p:cNvSpPr>
            <a:spLocks xmlns:a="http://schemas.openxmlformats.org/drawingml/2006/main" noGrp="1"/>
          </p:cNvSpPr>
          <p:nvPr/>
        </p:nvSpPr>
        <p:spPr>
          <a:xfrm xmlns:a="http://schemas.openxmlformats.org/drawingml/2006/main">
            <a:off x="10001250" y="6534150"/>
            <a:ext cx="1666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050" b="0">
                <a:solidFill>
                  <a:srgbClr val="627084"/>
                </a:solidFill>
                <a:latin typeface="Arial"/>
                <a:ea typeface="Arial"/>
                <a:cs typeface="Arial"/>
              </a:defRPr>
            </a:defPPr>
            <a:lvl1pPr algn="r">
              <a:defRPr sz="1050" b="0">
                <a:solidFill>
                  <a:srgbClr val="627084"/>
                </a:solidFill>
                <a:latin typeface="Arial"/>
                <a:ea typeface="Arial"/>
                <a:cs typeface="Arial"/>
              </a:defRPr>
            </a:lvl1pPr>
            <a:lvl2pPr algn="r">
              <a:defRPr sz="1050" b="0">
                <a:solidFill>
                  <a:srgbClr val="627084"/>
                </a:solidFill>
                <a:latin typeface="Arial"/>
                <a:ea typeface="Arial"/>
                <a:cs typeface="Arial"/>
              </a:defRPr>
            </a:lvl2pPr>
            <a:lvl3pPr algn="r">
              <a:defRPr sz="1050" b="0">
                <a:solidFill>
                  <a:srgbClr val="627084"/>
                </a:solidFill>
                <a:latin typeface="Arial"/>
                <a:ea typeface="Arial"/>
                <a:cs typeface="Arial"/>
              </a:defRPr>
            </a:lvl3pPr>
            <a:lvl4pPr algn="r">
              <a:defRPr sz="1050" b="0">
                <a:solidFill>
                  <a:srgbClr val="627084"/>
                </a:solidFill>
                <a:latin typeface="Arial"/>
                <a:ea typeface="Arial"/>
                <a:cs typeface="Arial"/>
              </a:defRPr>
            </a:lvl4pPr>
            <a:lvl5pPr algn="r">
              <a:defRPr sz="1050" b="0">
                <a:solidFill>
                  <a:srgbClr val="627084"/>
                </a:solidFill>
                <a:latin typeface="Arial"/>
                <a:ea typeface="Arial"/>
                <a:cs typeface="Arial"/>
              </a:defRPr>
            </a:lvl5pPr>
            <a:lvl6pPr algn="r">
              <a:defRPr sz="1050" b="0">
                <a:solidFill>
                  <a:srgbClr val="627084"/>
                </a:solidFill>
                <a:latin typeface="Arial"/>
                <a:ea typeface="Arial"/>
                <a:cs typeface="Arial"/>
              </a:defRPr>
            </a:lvl6pPr>
            <a:lvl7pPr algn="r">
              <a:defRPr sz="1050" b="0">
                <a:solidFill>
                  <a:srgbClr val="627084"/>
                </a:solidFill>
                <a:latin typeface="Arial"/>
                <a:ea typeface="Arial"/>
                <a:cs typeface="Arial"/>
              </a:defRPr>
            </a:lvl7pPr>
            <a:lvl8pPr algn="r">
              <a:defRPr sz="1050" b="0">
                <a:solidFill>
                  <a:srgbClr val="627084"/>
                </a:solidFill>
                <a:latin typeface="Arial"/>
                <a:ea typeface="Arial"/>
                <a:cs typeface="Arial"/>
              </a:defRPr>
            </a:lvl8pPr>
            <a:lvl9pPr algn="r">
              <a:defRPr sz="1050" b="0">
                <a:solidFill>
                  <a:srgbClr val="627084"/>
                </a:solidFill>
                <a:latin typeface="Arial"/>
                <a:ea typeface="Arial"/>
                <a:cs typeface="Arial"/>
              </a:defRPr>
            </a:lvl9pPr>
          </a:lstStyle>
          <a:p xmlns:a="http://schemas.openxmlformats.org/drawingml/2006/main">
            <a:pPr algn="r">
              <a:defRPr sz="1050" b="0">
                <a:solidFill>
                  <a:srgbClr val="627084"/>
                </a:solidFill>
                <a:latin typeface="Arial"/>
                <a:ea typeface="Arial"/>
                <a:cs typeface="Arial"/>
              </a:defRPr>
            </a:pPr>
            <a:r>
              <a:rPr sz="1050" b="0">
                <a:solidFill>
                  <a:srgbClr val="627084"/>
                </a:solidFill>
                <a:latin typeface="Arial"/>
                <a:ea typeface="Arial"/>
                <a:cs typeface="Arial"/>
              </a:rPr>
              <a:t>DAY 3  ·  19</a:t>
            </a:r>
          </a:p>
        </p:txBody>
      </p:sp>
      <p:sp>
        <p:nvSpPr>
          <p:cNvPr id="4" name="d3-156">
            <a:extLst xmlns:a="http://schemas.openxmlformats.org/drawingml/2006/main">
              <a:ext uri="{FF2B5EF4-FFF2-40B4-BE49-F238E27FC236}">
                <a16:creationId xmlns:a16="http://schemas.microsoft.com/office/drawing/2014/main" id="{3D9B1524-6FCB-4915-9701-563D38EBE4C3}"/>
              </a:ext>
            </a:extLst>
          </p:cNvPr>
          <p:cNvSpPr>
            <a:spLocks xmlns:a="http://schemas.openxmlformats.org/drawingml/2006/main" noGrp="1"/>
          </p:cNvSpPr>
          <p:nvPr/>
        </p:nvSpPr>
        <p:spPr>
          <a:xfrm xmlns:a="http://schemas.openxmlformats.org/drawingml/2006/main">
            <a:off x="952500" y="1762125"/>
            <a:ext cx="102870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925" b="0">
                <a:solidFill>
                  <a:srgbClr val="213044"/>
                </a:solidFill>
                <a:latin typeface="Arial"/>
                <a:ea typeface="Arial"/>
                <a:cs typeface="Arial"/>
              </a:defRPr>
            </a:defPPr>
            <a:lvl1pPr algn="l">
              <a:defRPr sz="2925" b="0">
                <a:solidFill>
                  <a:srgbClr val="213044"/>
                </a:solidFill>
                <a:latin typeface="Arial"/>
                <a:ea typeface="Arial"/>
                <a:cs typeface="Arial"/>
              </a:defRPr>
            </a:lvl1pPr>
            <a:lvl2pPr algn="l">
              <a:defRPr sz="2925" b="0">
                <a:solidFill>
                  <a:srgbClr val="213044"/>
                </a:solidFill>
                <a:latin typeface="Arial"/>
                <a:ea typeface="Arial"/>
                <a:cs typeface="Arial"/>
              </a:defRPr>
            </a:lvl2pPr>
            <a:lvl3pPr algn="l">
              <a:defRPr sz="2925" b="0">
                <a:solidFill>
                  <a:srgbClr val="213044"/>
                </a:solidFill>
                <a:latin typeface="Arial"/>
                <a:ea typeface="Arial"/>
                <a:cs typeface="Arial"/>
              </a:defRPr>
            </a:lvl3pPr>
            <a:lvl4pPr algn="l">
              <a:defRPr sz="2925" b="0">
                <a:solidFill>
                  <a:srgbClr val="213044"/>
                </a:solidFill>
                <a:latin typeface="Arial"/>
                <a:ea typeface="Arial"/>
                <a:cs typeface="Arial"/>
              </a:defRPr>
            </a:lvl4pPr>
            <a:lvl5pPr algn="l">
              <a:defRPr sz="2925" b="0">
                <a:solidFill>
                  <a:srgbClr val="213044"/>
                </a:solidFill>
                <a:latin typeface="Arial"/>
                <a:ea typeface="Arial"/>
                <a:cs typeface="Arial"/>
              </a:defRPr>
            </a:lvl5pPr>
            <a:lvl6pPr algn="l">
              <a:defRPr sz="2925" b="0">
                <a:solidFill>
                  <a:srgbClr val="213044"/>
                </a:solidFill>
                <a:latin typeface="Arial"/>
                <a:ea typeface="Arial"/>
                <a:cs typeface="Arial"/>
              </a:defRPr>
            </a:lvl6pPr>
            <a:lvl7pPr algn="l">
              <a:defRPr sz="2925" b="0">
                <a:solidFill>
                  <a:srgbClr val="213044"/>
                </a:solidFill>
                <a:latin typeface="Arial"/>
                <a:ea typeface="Arial"/>
                <a:cs typeface="Arial"/>
              </a:defRPr>
            </a:lvl7pPr>
            <a:lvl8pPr algn="l">
              <a:defRPr sz="2925" b="0">
                <a:solidFill>
                  <a:srgbClr val="213044"/>
                </a:solidFill>
                <a:latin typeface="Arial"/>
                <a:ea typeface="Arial"/>
                <a:cs typeface="Arial"/>
              </a:defRPr>
            </a:lvl8pPr>
            <a:lvl9pPr algn="l">
              <a:defRPr sz="2925" b="0">
                <a:solidFill>
                  <a:srgbClr val="213044"/>
                </a:solidFill>
                <a:latin typeface="Arial"/>
                <a:ea typeface="Arial"/>
                <a:cs typeface="Arial"/>
              </a:defRPr>
            </a:lvl9pPr>
          </a:lstStyle>
          <a:p xmlns:a="http://schemas.openxmlformats.org/drawingml/2006/main">
            <a:pPr algn="l">
              <a:defRPr sz="2925" b="0">
                <a:solidFill>
                  <a:srgbClr val="213044"/>
                </a:solidFill>
                <a:latin typeface="Arial"/>
                <a:ea typeface="Arial"/>
                <a:cs typeface="Arial"/>
              </a:defRPr>
            </a:pPr>
            <a:r>
              <a:rPr sz="2925" b="0">
                <a:solidFill>
                  <a:srgbClr val="213044"/>
                </a:solidFill>
                <a:latin typeface="Arial"/>
                <a:ea typeface="Arial"/>
                <a:cs typeface="Arial"/>
              </a:rPr>
              <a:t>The task: extract pricing</a:t>
            </a:r>
          </a:p>
          <a:p xmlns:a="http://schemas.openxmlformats.org/drawingml/2006/main">
            <a:pPr algn="l">
              <a:defRPr sz="2925" b="0">
                <a:solidFill>
                  <a:srgbClr val="213044"/>
                </a:solidFill>
                <a:latin typeface="Arial"/>
                <a:ea typeface="Arial"/>
                <a:cs typeface="Arial"/>
              </a:defRPr>
            </a:pPr>
            <a:r>
              <a:rPr sz="2925" b="0">
                <a:solidFill>
                  <a:srgbClr val="213044"/>
                </a:solidFill>
                <a:latin typeface="Arial"/>
                <a:ea typeface="Arial"/>
                <a:cs typeface="Arial"/>
              </a:rPr>
              <a:t>The suggestion: replace localStorage with a database</a:t>
            </a:r>
          </a:p>
        </p:txBody>
      </p:sp>
      <p:sp>
        <p:nvSpPr>
          <p:cNvPr id="5" name="d3-157">
            <a:extLst xmlns:a="http://schemas.openxmlformats.org/drawingml/2006/main">
              <a:ext uri="{FF2B5EF4-FFF2-40B4-BE49-F238E27FC236}">
                <a16:creationId xmlns:a16="http://schemas.microsoft.com/office/drawing/2014/main" id="{9DBD71CC-1F8E-40B8-86DD-697A77BC5656}"/>
              </a:ext>
            </a:extLst>
          </p:cNvPr>
          <p:cNvSpPr>
            <a:spLocks xmlns:a="http://schemas.openxmlformats.org/drawingml/2006/main" noGrp="1"/>
          </p:cNvSpPr>
          <p:nvPr/>
        </p:nvSpPr>
        <p:spPr>
          <a:xfrm xmlns:a="http://schemas.openxmlformats.org/drawingml/2006/main">
            <a:off x="952500" y="5095875"/>
            <a:ext cx="102870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550" b="1">
                <a:solidFill>
                  <a:srgbClr val="AC6154"/>
                </a:solidFill>
                <a:latin typeface="Arial"/>
                <a:ea typeface="Arial"/>
                <a:cs typeface="Arial"/>
              </a:defRPr>
            </a:defPPr>
            <a:lvl1pPr algn="l">
              <a:defRPr sz="2550" b="1">
                <a:solidFill>
                  <a:srgbClr val="AC6154"/>
                </a:solidFill>
                <a:latin typeface="Arial"/>
                <a:ea typeface="Arial"/>
                <a:cs typeface="Arial"/>
              </a:defRPr>
            </a:lvl1pPr>
            <a:lvl2pPr algn="l">
              <a:defRPr sz="2550" b="1">
                <a:solidFill>
                  <a:srgbClr val="AC6154"/>
                </a:solidFill>
                <a:latin typeface="Arial"/>
                <a:ea typeface="Arial"/>
                <a:cs typeface="Arial"/>
              </a:defRPr>
            </a:lvl2pPr>
            <a:lvl3pPr algn="l">
              <a:defRPr sz="2550" b="1">
                <a:solidFill>
                  <a:srgbClr val="AC6154"/>
                </a:solidFill>
                <a:latin typeface="Arial"/>
                <a:ea typeface="Arial"/>
                <a:cs typeface="Arial"/>
              </a:defRPr>
            </a:lvl3pPr>
            <a:lvl4pPr algn="l">
              <a:defRPr sz="2550" b="1">
                <a:solidFill>
                  <a:srgbClr val="AC6154"/>
                </a:solidFill>
                <a:latin typeface="Arial"/>
                <a:ea typeface="Arial"/>
                <a:cs typeface="Arial"/>
              </a:defRPr>
            </a:lvl4pPr>
            <a:lvl5pPr algn="l">
              <a:defRPr sz="2550" b="1">
                <a:solidFill>
                  <a:srgbClr val="AC6154"/>
                </a:solidFill>
                <a:latin typeface="Arial"/>
                <a:ea typeface="Arial"/>
                <a:cs typeface="Arial"/>
              </a:defRPr>
            </a:lvl5pPr>
            <a:lvl6pPr algn="l">
              <a:defRPr sz="2550" b="1">
                <a:solidFill>
                  <a:srgbClr val="AC6154"/>
                </a:solidFill>
                <a:latin typeface="Arial"/>
                <a:ea typeface="Arial"/>
                <a:cs typeface="Arial"/>
              </a:defRPr>
            </a:lvl6pPr>
            <a:lvl7pPr algn="l">
              <a:defRPr sz="2550" b="1">
                <a:solidFill>
                  <a:srgbClr val="AC6154"/>
                </a:solidFill>
                <a:latin typeface="Arial"/>
                <a:ea typeface="Arial"/>
                <a:cs typeface="Arial"/>
              </a:defRPr>
            </a:lvl7pPr>
            <a:lvl8pPr algn="l">
              <a:defRPr sz="2550" b="1">
                <a:solidFill>
                  <a:srgbClr val="AC6154"/>
                </a:solidFill>
                <a:latin typeface="Arial"/>
                <a:ea typeface="Arial"/>
                <a:cs typeface="Arial"/>
              </a:defRPr>
            </a:lvl8pPr>
            <a:lvl9pPr algn="l">
              <a:defRPr sz="2550" b="1">
                <a:solidFill>
                  <a:srgbClr val="AC6154"/>
                </a:solidFill>
                <a:latin typeface="Arial"/>
                <a:ea typeface="Arial"/>
                <a:cs typeface="Arial"/>
              </a:defRPr>
            </a:lvl9pPr>
          </a:lstStyle>
          <a:p xmlns:a="http://schemas.openxmlformats.org/drawingml/2006/main">
            <a:pPr algn="l">
              <a:defRPr sz="2550" b="1">
                <a:solidFill>
                  <a:srgbClr val="AC6154"/>
                </a:solidFill>
                <a:latin typeface="Arial"/>
                <a:ea typeface="Arial"/>
                <a:cs typeface="Arial"/>
              </a:defRPr>
            </a:pPr>
            <a:r>
              <a:rPr sz="2550" b="1">
                <a:solidFill>
                  <a:srgbClr val="AC6154"/>
                </a:solidFill>
                <a:latin typeface="Arial"/>
                <a:ea typeface="Arial"/>
                <a:cs typeface="Arial"/>
              </a:rPr>
              <a:t>What evidence and scope would that second change need?</a:t>
            </a:r>
          </a:p>
        </p:txBody>
      </p:sp>
    </p:spTree>
    <p:extLst>
      <p:ext uri="{BB962C8B-B14F-4D97-AF65-F5344CB8AC3E}">
        <p14:creationId xmlns:p14="http://schemas.microsoft.com/office/powerpoint/2010/main" val="613681914"/>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d3-158">
            <a:extLst xmlns:a="http://schemas.openxmlformats.org/drawingml/2006/main">
              <a:ext uri="{FF2B5EF4-FFF2-40B4-BE49-F238E27FC236}">
                <a16:creationId xmlns:a16="http://schemas.microsoft.com/office/drawing/2014/main" id="{35B1FE9D-D59F-46FB-A3CB-2A70C68A1738}"/>
              </a:ext>
            </a:extLst>
          </p:cNvPr>
          <p:cNvSpPr>
            <a:spLocks xmlns:a="http://schemas.openxmlformats.org/drawingml/2006/main" noGrp="1"/>
          </p:cNvSpPr>
          <p:nvPr/>
        </p:nvSpPr>
        <p:spPr>
          <a:xfrm xmlns:a="http://schemas.openxmlformats.org/drawingml/2006/main">
            <a:off x="523875" y="295275"/>
            <a:ext cx="11144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225" b="1">
                <a:solidFill>
                  <a:srgbClr val="213044"/>
                </a:solidFill>
                <a:latin typeface="Arial"/>
                <a:ea typeface="Arial"/>
                <a:cs typeface="Arial"/>
              </a:defRPr>
            </a:defPPr>
            <a:lvl1pPr algn="ctr">
              <a:defRPr sz="3225" b="1">
                <a:solidFill>
                  <a:srgbClr val="213044"/>
                </a:solidFill>
                <a:latin typeface="Arial"/>
                <a:ea typeface="Arial"/>
                <a:cs typeface="Arial"/>
              </a:defRPr>
            </a:lvl1pPr>
            <a:lvl2pPr algn="ctr">
              <a:defRPr sz="3225" b="1">
                <a:solidFill>
                  <a:srgbClr val="213044"/>
                </a:solidFill>
                <a:latin typeface="Arial"/>
                <a:ea typeface="Arial"/>
                <a:cs typeface="Arial"/>
              </a:defRPr>
            </a:lvl2pPr>
            <a:lvl3pPr algn="ctr">
              <a:defRPr sz="3225" b="1">
                <a:solidFill>
                  <a:srgbClr val="213044"/>
                </a:solidFill>
                <a:latin typeface="Arial"/>
                <a:ea typeface="Arial"/>
                <a:cs typeface="Arial"/>
              </a:defRPr>
            </a:lvl3pPr>
            <a:lvl4pPr algn="ctr">
              <a:defRPr sz="3225" b="1">
                <a:solidFill>
                  <a:srgbClr val="213044"/>
                </a:solidFill>
                <a:latin typeface="Arial"/>
                <a:ea typeface="Arial"/>
                <a:cs typeface="Arial"/>
              </a:defRPr>
            </a:lvl4pPr>
            <a:lvl5pPr algn="ctr">
              <a:defRPr sz="3225" b="1">
                <a:solidFill>
                  <a:srgbClr val="213044"/>
                </a:solidFill>
                <a:latin typeface="Arial"/>
                <a:ea typeface="Arial"/>
                <a:cs typeface="Arial"/>
              </a:defRPr>
            </a:lvl5pPr>
            <a:lvl6pPr algn="ctr">
              <a:defRPr sz="3225" b="1">
                <a:solidFill>
                  <a:srgbClr val="213044"/>
                </a:solidFill>
                <a:latin typeface="Arial"/>
                <a:ea typeface="Arial"/>
                <a:cs typeface="Arial"/>
              </a:defRPr>
            </a:lvl6pPr>
            <a:lvl7pPr algn="ctr">
              <a:defRPr sz="3225" b="1">
                <a:solidFill>
                  <a:srgbClr val="213044"/>
                </a:solidFill>
                <a:latin typeface="Arial"/>
                <a:ea typeface="Arial"/>
                <a:cs typeface="Arial"/>
              </a:defRPr>
            </a:lvl7pPr>
            <a:lvl8pPr algn="ctr">
              <a:defRPr sz="3225" b="1">
                <a:solidFill>
                  <a:srgbClr val="213044"/>
                </a:solidFill>
                <a:latin typeface="Arial"/>
                <a:ea typeface="Arial"/>
                <a:cs typeface="Arial"/>
              </a:defRPr>
            </a:lvl8pPr>
            <a:lvl9pPr algn="ctr">
              <a:defRPr sz="3225" b="1">
                <a:solidFill>
                  <a:srgbClr val="213044"/>
                </a:solidFill>
                <a:latin typeface="Arial"/>
                <a:ea typeface="Arial"/>
                <a:cs typeface="Arial"/>
              </a:defRPr>
            </a:lvl9pPr>
          </a:lstStyle>
          <a:p xmlns:a="http://schemas.openxmlformats.org/drawingml/2006/main">
            <a:pPr algn="ctr">
              <a:defRPr sz="3225" b="1">
                <a:solidFill>
                  <a:srgbClr val="213044"/>
                </a:solidFill>
                <a:latin typeface="Arial"/>
                <a:ea typeface="Arial"/>
                <a:cs typeface="Arial"/>
              </a:defRPr>
            </a:pPr>
            <a:r>
              <a:rPr sz="3225" b="1">
                <a:solidFill>
                  <a:srgbClr val="213044"/>
                </a:solidFill>
                <a:latin typeface="Arial"/>
                <a:ea typeface="Arial"/>
                <a:cs typeface="Arial"/>
              </a:rPr>
              <a:t>When every test is green</a:t>
            </a:r>
          </a:p>
        </p:txBody>
      </p:sp>
      <p:sp>
        <p:nvSpPr>
          <p:cNvPr id="2" name="d3-159">
            <a:extLst xmlns:a="http://schemas.openxmlformats.org/drawingml/2006/main">
              <a:ext uri="{FF2B5EF4-FFF2-40B4-BE49-F238E27FC236}">
                <a16:creationId xmlns:a16="http://schemas.microsoft.com/office/drawing/2014/main" id="{A1E8E4D5-B571-46DA-947E-C17A0E31F018}"/>
              </a:ext>
            </a:extLst>
          </p:cNvPr>
          <p:cNvSpPr>
            <a:spLocks xmlns:a="http://schemas.openxmlformats.org/drawingml/2006/main" noGrp="1"/>
          </p:cNvSpPr>
          <p:nvPr/>
        </p:nvSpPr>
        <p:spPr>
          <a:xfrm xmlns:a="http://schemas.openxmlformats.org/drawingml/2006/main">
            <a:off x="523875" y="65341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050" b="0">
                <a:solidFill>
                  <a:srgbClr val="627084"/>
                </a:solidFill>
                <a:latin typeface="Arial"/>
                <a:ea typeface="Arial"/>
                <a:cs typeface="Arial"/>
              </a:defRPr>
            </a:defPPr>
            <a:lvl1pPr algn="l">
              <a:defRPr sz="1050" b="0">
                <a:solidFill>
                  <a:srgbClr val="627084"/>
                </a:solidFill>
                <a:latin typeface="Arial"/>
                <a:ea typeface="Arial"/>
                <a:cs typeface="Arial"/>
              </a:defRPr>
            </a:lvl1pPr>
            <a:lvl2pPr algn="l">
              <a:defRPr sz="1050" b="0">
                <a:solidFill>
                  <a:srgbClr val="627084"/>
                </a:solidFill>
                <a:latin typeface="Arial"/>
                <a:ea typeface="Arial"/>
                <a:cs typeface="Arial"/>
              </a:defRPr>
            </a:lvl2pPr>
            <a:lvl3pPr algn="l">
              <a:defRPr sz="1050" b="0">
                <a:solidFill>
                  <a:srgbClr val="627084"/>
                </a:solidFill>
                <a:latin typeface="Arial"/>
                <a:ea typeface="Arial"/>
                <a:cs typeface="Arial"/>
              </a:defRPr>
            </a:lvl3pPr>
            <a:lvl4pPr algn="l">
              <a:defRPr sz="1050" b="0">
                <a:solidFill>
                  <a:srgbClr val="627084"/>
                </a:solidFill>
                <a:latin typeface="Arial"/>
                <a:ea typeface="Arial"/>
                <a:cs typeface="Arial"/>
              </a:defRPr>
            </a:lvl4pPr>
            <a:lvl5pPr algn="l">
              <a:defRPr sz="1050" b="0">
                <a:solidFill>
                  <a:srgbClr val="627084"/>
                </a:solidFill>
                <a:latin typeface="Arial"/>
                <a:ea typeface="Arial"/>
                <a:cs typeface="Arial"/>
              </a:defRPr>
            </a:lvl5pPr>
            <a:lvl6pPr algn="l">
              <a:defRPr sz="1050" b="0">
                <a:solidFill>
                  <a:srgbClr val="627084"/>
                </a:solidFill>
                <a:latin typeface="Arial"/>
                <a:ea typeface="Arial"/>
                <a:cs typeface="Arial"/>
              </a:defRPr>
            </a:lvl6pPr>
            <a:lvl7pPr algn="l">
              <a:defRPr sz="1050" b="0">
                <a:solidFill>
                  <a:srgbClr val="627084"/>
                </a:solidFill>
                <a:latin typeface="Arial"/>
                <a:ea typeface="Arial"/>
                <a:cs typeface="Arial"/>
              </a:defRPr>
            </a:lvl7pPr>
            <a:lvl8pPr algn="l">
              <a:defRPr sz="1050" b="0">
                <a:solidFill>
                  <a:srgbClr val="627084"/>
                </a:solidFill>
                <a:latin typeface="Arial"/>
                <a:ea typeface="Arial"/>
                <a:cs typeface="Arial"/>
              </a:defRPr>
            </a:lvl8pPr>
            <a:lvl9pPr algn="l">
              <a:defRPr sz="1050" b="0">
                <a:solidFill>
                  <a:srgbClr val="627084"/>
                </a:solidFill>
                <a:latin typeface="Arial"/>
                <a:ea typeface="Arial"/>
                <a:cs typeface="Arial"/>
              </a:defRPr>
            </a:lvl9pPr>
          </a:lstStyle>
          <a:p xmlns:a="http://schemas.openxmlformats.org/drawingml/2006/main">
            <a:pPr algn="l">
              <a:defRPr sz="1050" b="0">
                <a:solidFill>
                  <a:srgbClr val="627084"/>
                </a:solidFill>
                <a:latin typeface="Arial"/>
                <a:ea typeface="Arial"/>
                <a:cs typeface="Arial"/>
              </a:defRPr>
            </a:pPr>
            <a:r>
              <a:rPr sz="1050" b="0">
                <a:solidFill>
                  <a:srgbClr val="627084"/>
                </a:solidFill>
                <a:latin typeface="Arial"/>
                <a:ea typeface="Arial"/>
                <a:cs typeface="Arial"/>
              </a:rPr>
              <a:t>CODEX &amp; COFFEE</a:t>
            </a:r>
          </a:p>
        </p:txBody>
      </p:sp>
      <p:sp>
        <p:nvSpPr>
          <p:cNvPr id="3" name="d3-160">
            <a:extLst xmlns:a="http://schemas.openxmlformats.org/drawingml/2006/main">
              <a:ext uri="{FF2B5EF4-FFF2-40B4-BE49-F238E27FC236}">
                <a16:creationId xmlns:a16="http://schemas.microsoft.com/office/drawing/2014/main" id="{FEF513D5-5971-43EE-9224-A45CA8716E04}"/>
              </a:ext>
            </a:extLst>
          </p:cNvPr>
          <p:cNvSpPr>
            <a:spLocks xmlns:a="http://schemas.openxmlformats.org/drawingml/2006/main" noGrp="1"/>
          </p:cNvSpPr>
          <p:nvPr/>
        </p:nvSpPr>
        <p:spPr>
          <a:xfrm xmlns:a="http://schemas.openxmlformats.org/drawingml/2006/main">
            <a:off x="10001250" y="6534150"/>
            <a:ext cx="1666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050" b="0">
                <a:solidFill>
                  <a:srgbClr val="627084"/>
                </a:solidFill>
                <a:latin typeface="Arial"/>
                <a:ea typeface="Arial"/>
                <a:cs typeface="Arial"/>
              </a:defRPr>
            </a:defPPr>
            <a:lvl1pPr algn="r">
              <a:defRPr sz="1050" b="0">
                <a:solidFill>
                  <a:srgbClr val="627084"/>
                </a:solidFill>
                <a:latin typeface="Arial"/>
                <a:ea typeface="Arial"/>
                <a:cs typeface="Arial"/>
              </a:defRPr>
            </a:lvl1pPr>
            <a:lvl2pPr algn="r">
              <a:defRPr sz="1050" b="0">
                <a:solidFill>
                  <a:srgbClr val="627084"/>
                </a:solidFill>
                <a:latin typeface="Arial"/>
                <a:ea typeface="Arial"/>
                <a:cs typeface="Arial"/>
              </a:defRPr>
            </a:lvl2pPr>
            <a:lvl3pPr algn="r">
              <a:defRPr sz="1050" b="0">
                <a:solidFill>
                  <a:srgbClr val="627084"/>
                </a:solidFill>
                <a:latin typeface="Arial"/>
                <a:ea typeface="Arial"/>
                <a:cs typeface="Arial"/>
              </a:defRPr>
            </a:lvl3pPr>
            <a:lvl4pPr algn="r">
              <a:defRPr sz="1050" b="0">
                <a:solidFill>
                  <a:srgbClr val="627084"/>
                </a:solidFill>
                <a:latin typeface="Arial"/>
                <a:ea typeface="Arial"/>
                <a:cs typeface="Arial"/>
              </a:defRPr>
            </a:lvl4pPr>
            <a:lvl5pPr algn="r">
              <a:defRPr sz="1050" b="0">
                <a:solidFill>
                  <a:srgbClr val="627084"/>
                </a:solidFill>
                <a:latin typeface="Arial"/>
                <a:ea typeface="Arial"/>
                <a:cs typeface="Arial"/>
              </a:defRPr>
            </a:lvl5pPr>
            <a:lvl6pPr algn="r">
              <a:defRPr sz="1050" b="0">
                <a:solidFill>
                  <a:srgbClr val="627084"/>
                </a:solidFill>
                <a:latin typeface="Arial"/>
                <a:ea typeface="Arial"/>
                <a:cs typeface="Arial"/>
              </a:defRPr>
            </a:lvl6pPr>
            <a:lvl7pPr algn="r">
              <a:defRPr sz="1050" b="0">
                <a:solidFill>
                  <a:srgbClr val="627084"/>
                </a:solidFill>
                <a:latin typeface="Arial"/>
                <a:ea typeface="Arial"/>
                <a:cs typeface="Arial"/>
              </a:defRPr>
            </a:lvl7pPr>
            <a:lvl8pPr algn="r">
              <a:defRPr sz="1050" b="0">
                <a:solidFill>
                  <a:srgbClr val="627084"/>
                </a:solidFill>
                <a:latin typeface="Arial"/>
                <a:ea typeface="Arial"/>
                <a:cs typeface="Arial"/>
              </a:defRPr>
            </a:lvl8pPr>
            <a:lvl9pPr algn="r">
              <a:defRPr sz="1050" b="0">
                <a:solidFill>
                  <a:srgbClr val="627084"/>
                </a:solidFill>
                <a:latin typeface="Arial"/>
                <a:ea typeface="Arial"/>
                <a:cs typeface="Arial"/>
              </a:defRPr>
            </a:lvl9pPr>
          </a:lstStyle>
          <a:p xmlns:a="http://schemas.openxmlformats.org/drawingml/2006/main">
            <a:pPr algn="r">
              <a:defRPr sz="1050" b="0">
                <a:solidFill>
                  <a:srgbClr val="627084"/>
                </a:solidFill>
                <a:latin typeface="Arial"/>
                <a:ea typeface="Arial"/>
                <a:cs typeface="Arial"/>
              </a:defRPr>
            </a:pPr>
            <a:r>
              <a:rPr sz="1050" b="0">
                <a:solidFill>
                  <a:srgbClr val="627084"/>
                </a:solidFill>
                <a:latin typeface="Arial"/>
                <a:ea typeface="Arial"/>
                <a:cs typeface="Arial"/>
              </a:rPr>
              <a:t>DAY 3  ·  20</a:t>
            </a:r>
          </a:p>
        </p:txBody>
      </p:sp>
      <p:sp>
        <p:nvSpPr>
          <p:cNvPr id="4" name="d3-161">
            <a:extLst xmlns:a="http://schemas.openxmlformats.org/drawingml/2006/main">
              <a:ext uri="{FF2B5EF4-FFF2-40B4-BE49-F238E27FC236}">
                <a16:creationId xmlns:a16="http://schemas.microsoft.com/office/drawing/2014/main" id="{4DCECB02-E85C-4EF5-97AF-2F7CFE615A2D}"/>
              </a:ext>
            </a:extLst>
          </p:cNvPr>
          <p:cNvSpPr>
            <a:spLocks xmlns:a="http://schemas.openxmlformats.org/drawingml/2006/main" noGrp="1"/>
          </p:cNvSpPr>
          <p:nvPr/>
        </p:nvSpPr>
        <p:spPr>
          <a:xfrm xmlns:a="http://schemas.openxmlformats.org/drawingml/2006/main">
            <a:off x="952500" y="1762125"/>
            <a:ext cx="102870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925" b="0">
                <a:solidFill>
                  <a:srgbClr val="213044"/>
                </a:solidFill>
                <a:latin typeface="Arial"/>
                <a:ea typeface="Arial"/>
                <a:cs typeface="Arial"/>
              </a:defRPr>
            </a:defPPr>
            <a:lvl1pPr algn="l">
              <a:defRPr sz="2925" b="0">
                <a:solidFill>
                  <a:srgbClr val="213044"/>
                </a:solidFill>
                <a:latin typeface="Arial"/>
                <a:ea typeface="Arial"/>
                <a:cs typeface="Arial"/>
              </a:defRPr>
            </a:lvl1pPr>
            <a:lvl2pPr algn="l">
              <a:defRPr sz="2925" b="0">
                <a:solidFill>
                  <a:srgbClr val="213044"/>
                </a:solidFill>
                <a:latin typeface="Arial"/>
                <a:ea typeface="Arial"/>
                <a:cs typeface="Arial"/>
              </a:defRPr>
            </a:lvl2pPr>
            <a:lvl3pPr algn="l">
              <a:defRPr sz="2925" b="0">
                <a:solidFill>
                  <a:srgbClr val="213044"/>
                </a:solidFill>
                <a:latin typeface="Arial"/>
                <a:ea typeface="Arial"/>
                <a:cs typeface="Arial"/>
              </a:defRPr>
            </a:lvl3pPr>
            <a:lvl4pPr algn="l">
              <a:defRPr sz="2925" b="0">
                <a:solidFill>
                  <a:srgbClr val="213044"/>
                </a:solidFill>
                <a:latin typeface="Arial"/>
                <a:ea typeface="Arial"/>
                <a:cs typeface="Arial"/>
              </a:defRPr>
            </a:lvl4pPr>
            <a:lvl5pPr algn="l">
              <a:defRPr sz="2925" b="0">
                <a:solidFill>
                  <a:srgbClr val="213044"/>
                </a:solidFill>
                <a:latin typeface="Arial"/>
                <a:ea typeface="Arial"/>
                <a:cs typeface="Arial"/>
              </a:defRPr>
            </a:lvl5pPr>
            <a:lvl6pPr algn="l">
              <a:defRPr sz="2925" b="0">
                <a:solidFill>
                  <a:srgbClr val="213044"/>
                </a:solidFill>
                <a:latin typeface="Arial"/>
                <a:ea typeface="Arial"/>
                <a:cs typeface="Arial"/>
              </a:defRPr>
            </a:lvl6pPr>
            <a:lvl7pPr algn="l">
              <a:defRPr sz="2925" b="0">
                <a:solidFill>
                  <a:srgbClr val="213044"/>
                </a:solidFill>
                <a:latin typeface="Arial"/>
                <a:ea typeface="Arial"/>
                <a:cs typeface="Arial"/>
              </a:defRPr>
            </a:lvl7pPr>
            <a:lvl8pPr algn="l">
              <a:defRPr sz="2925" b="0">
                <a:solidFill>
                  <a:srgbClr val="213044"/>
                </a:solidFill>
                <a:latin typeface="Arial"/>
                <a:ea typeface="Arial"/>
                <a:cs typeface="Arial"/>
              </a:defRPr>
            </a:lvl8pPr>
            <a:lvl9pPr algn="l">
              <a:defRPr sz="2925" b="0">
                <a:solidFill>
                  <a:srgbClr val="213044"/>
                </a:solidFill>
                <a:latin typeface="Arial"/>
                <a:ea typeface="Arial"/>
                <a:cs typeface="Arial"/>
              </a:defRPr>
            </a:lvl9pPr>
          </a:lstStyle>
          <a:p xmlns:a="http://schemas.openxmlformats.org/drawingml/2006/main">
            <a:pPr algn="l">
              <a:defRPr sz="2925" b="0">
                <a:solidFill>
                  <a:srgbClr val="213044"/>
                </a:solidFill>
                <a:latin typeface="Arial"/>
                <a:ea typeface="Arial"/>
                <a:cs typeface="Arial"/>
              </a:defRPr>
            </a:pPr>
            <a:r>
              <a:rPr sz="2925" b="0">
                <a:solidFill>
                  <a:srgbClr val="213044"/>
                </a:solidFill>
                <a:latin typeface="Arial"/>
                <a:ea typeface="Arial"/>
                <a:cs typeface="Arial"/>
              </a:rPr>
              <a:t>27 pricing tests pass</a:t>
            </a:r>
          </a:p>
          <a:p xmlns:a="http://schemas.openxmlformats.org/drawingml/2006/main">
            <a:pPr algn="l">
              <a:defRPr sz="2925" b="0">
                <a:solidFill>
                  <a:srgbClr val="213044"/>
                </a:solidFill>
                <a:latin typeface="Arial"/>
                <a:ea typeface="Arial"/>
                <a:cs typeface="Arial"/>
              </a:defRPr>
            </a:pPr>
            <a:r>
              <a:rPr sz="2925" b="0">
                <a:solidFill>
                  <a:srgbClr val="213044"/>
                </a:solidFill>
                <a:latin typeface="Arial"/>
                <a:ea typeface="Arial"/>
                <a:cs typeface="Arial"/>
              </a:rPr>
              <a:t>The browser still fails to reopen a saved quote</a:t>
            </a:r>
          </a:p>
        </p:txBody>
      </p:sp>
      <p:sp>
        <p:nvSpPr>
          <p:cNvPr id="5" name="d3-162">
            <a:extLst xmlns:a="http://schemas.openxmlformats.org/drawingml/2006/main">
              <a:ext uri="{FF2B5EF4-FFF2-40B4-BE49-F238E27FC236}">
                <a16:creationId xmlns:a16="http://schemas.microsoft.com/office/drawing/2014/main" id="{3EAE1B2A-8B3D-459D-9FFE-A5DFA04778F4}"/>
              </a:ext>
            </a:extLst>
          </p:cNvPr>
          <p:cNvSpPr>
            <a:spLocks xmlns:a="http://schemas.openxmlformats.org/drawingml/2006/main" noGrp="1"/>
          </p:cNvSpPr>
          <p:nvPr/>
        </p:nvSpPr>
        <p:spPr>
          <a:xfrm xmlns:a="http://schemas.openxmlformats.org/drawingml/2006/main">
            <a:off x="952500" y="5095875"/>
            <a:ext cx="102870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550" b="1">
                <a:solidFill>
                  <a:srgbClr val="AC6154"/>
                </a:solidFill>
                <a:latin typeface="Arial"/>
                <a:ea typeface="Arial"/>
                <a:cs typeface="Arial"/>
              </a:defRPr>
            </a:defPPr>
            <a:lvl1pPr algn="l">
              <a:defRPr sz="2550" b="1">
                <a:solidFill>
                  <a:srgbClr val="AC6154"/>
                </a:solidFill>
                <a:latin typeface="Arial"/>
                <a:ea typeface="Arial"/>
                <a:cs typeface="Arial"/>
              </a:defRPr>
            </a:lvl1pPr>
            <a:lvl2pPr algn="l">
              <a:defRPr sz="2550" b="1">
                <a:solidFill>
                  <a:srgbClr val="AC6154"/>
                </a:solidFill>
                <a:latin typeface="Arial"/>
                <a:ea typeface="Arial"/>
                <a:cs typeface="Arial"/>
              </a:defRPr>
            </a:lvl2pPr>
            <a:lvl3pPr algn="l">
              <a:defRPr sz="2550" b="1">
                <a:solidFill>
                  <a:srgbClr val="AC6154"/>
                </a:solidFill>
                <a:latin typeface="Arial"/>
                <a:ea typeface="Arial"/>
                <a:cs typeface="Arial"/>
              </a:defRPr>
            </a:lvl3pPr>
            <a:lvl4pPr algn="l">
              <a:defRPr sz="2550" b="1">
                <a:solidFill>
                  <a:srgbClr val="AC6154"/>
                </a:solidFill>
                <a:latin typeface="Arial"/>
                <a:ea typeface="Arial"/>
                <a:cs typeface="Arial"/>
              </a:defRPr>
            </a:lvl4pPr>
            <a:lvl5pPr algn="l">
              <a:defRPr sz="2550" b="1">
                <a:solidFill>
                  <a:srgbClr val="AC6154"/>
                </a:solidFill>
                <a:latin typeface="Arial"/>
                <a:ea typeface="Arial"/>
                <a:cs typeface="Arial"/>
              </a:defRPr>
            </a:lvl5pPr>
            <a:lvl6pPr algn="l">
              <a:defRPr sz="2550" b="1">
                <a:solidFill>
                  <a:srgbClr val="AC6154"/>
                </a:solidFill>
                <a:latin typeface="Arial"/>
                <a:ea typeface="Arial"/>
                <a:cs typeface="Arial"/>
              </a:defRPr>
            </a:lvl6pPr>
            <a:lvl7pPr algn="l">
              <a:defRPr sz="2550" b="1">
                <a:solidFill>
                  <a:srgbClr val="AC6154"/>
                </a:solidFill>
                <a:latin typeface="Arial"/>
                <a:ea typeface="Arial"/>
                <a:cs typeface="Arial"/>
              </a:defRPr>
            </a:lvl7pPr>
            <a:lvl8pPr algn="l">
              <a:defRPr sz="2550" b="1">
                <a:solidFill>
                  <a:srgbClr val="AC6154"/>
                </a:solidFill>
                <a:latin typeface="Arial"/>
                <a:ea typeface="Arial"/>
                <a:cs typeface="Arial"/>
              </a:defRPr>
            </a:lvl8pPr>
            <a:lvl9pPr algn="l">
              <a:defRPr sz="2550" b="1">
                <a:solidFill>
                  <a:srgbClr val="AC6154"/>
                </a:solidFill>
                <a:latin typeface="Arial"/>
                <a:ea typeface="Arial"/>
                <a:cs typeface="Arial"/>
              </a:defRPr>
            </a:lvl9pPr>
          </a:lstStyle>
          <a:p xmlns:a="http://schemas.openxmlformats.org/drawingml/2006/main">
            <a:pPr algn="l">
              <a:defRPr sz="2550" b="1">
                <a:solidFill>
                  <a:srgbClr val="AC6154"/>
                </a:solidFill>
                <a:latin typeface="Arial"/>
                <a:ea typeface="Arial"/>
                <a:cs typeface="Arial"/>
              </a:defRPr>
            </a:pPr>
            <a:r>
              <a:rPr sz="2550" b="1">
                <a:solidFill>
                  <a:srgbClr val="AC6154"/>
                </a:solidFill>
                <a:latin typeface="Arial"/>
                <a:ea typeface="Arial"/>
                <a:cs typeface="Arial"/>
              </a:rPr>
              <a:t>Can we call the application verified?</a:t>
            </a:r>
          </a:p>
        </p:txBody>
      </p:sp>
    </p:spTree>
    <p:extLst>
      <p:ext uri="{BB962C8B-B14F-4D97-AF65-F5344CB8AC3E}">
        <p14:creationId xmlns:p14="http://schemas.microsoft.com/office/powerpoint/2010/main" val="186028537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2026-10-28T13:23:33.7930000Z</dcterms:created>
  <dcterms:modified xsi:type="dcterms:W3CDTF">2026-10-28T13:23:33.7930000Z</dcterms:modified>
</coreProperties>
</file>
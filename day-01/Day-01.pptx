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2b978b5a8640c3" /><Relationship Type="http://schemas.openxmlformats.org/officeDocument/2006/relationships/extended-properties" Target="/docProps/app.xml" Id="R15a7aaec2d3947c0" /><Relationship Type="http://schemas.openxmlformats.org/officeDocument/2006/relationships/officeDocument" Target="/ppt/presentation.xml" Id="Rb2e5738fd13c4c3a" /></Relationships>
</file>

<file path=ppt/presentation.xml><?xml version="1.0" encoding="utf-8"?>
<p:presentation xmlns:p="http://schemas.openxmlformats.org/presentationml/2006/main" xmlns:r="http://schemas.openxmlformats.org/officeDocument/2006/relationships">
  <p:sldMasterIdLst>
    <p:sldMasterId id="2147483648" r:id="Rd60edb112fed4cee"/>
  </p:sldMasterIdLst>
  <p:notesMasterIdLst>
    <p:notesMasterId r:id="Rb49e3f601f00434b"/>
  </p:notesMasterIdLst>
  <p:sldIdLst>
    <p:sldId id="256" r:id="R8b1b88bf82c244c7"/>
    <p:sldId id="269" r:id="rId1001"/>
    <p:sldId id="257" r:id="R018b103683a244bc"/>
    <p:sldId id="258" r:id="R3caeb441c20c40c8"/>
    <p:sldId id="259" r:id="R1dd6c8e258174660"/>
    <p:sldId id="260" r:id="R05f74bc53607497c"/>
    <p:sldId id="261" r:id="Rcf08a59f161d4f70"/>
    <p:sldId id="262" r:id="R1a16f4d6c34440a3"/>
    <p:sldId id="263" r:id="R686ab102bf6f4b42"/>
    <p:sldId id="264" r:id="Rb21b1c658113448d"/>
    <p:sldId id="265" r:id="R99f6b090a11b497b"/>
    <p:sldId id="266" r:id="Rbd92e1618f6d4d8a"/>
    <p:sldId id="267" r:id="R548334f2ac5e4380"/>
    <p:sldId id="268" r:id="R26208d8b3f604b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ns0:Relationships xmlns:ns0="http://schemas.openxmlformats.org/package/2006/relationships"><ns0:Relationship Type="http://schemas.openxmlformats.org/officeDocument/2006/relationships/theme" Target="/ppt/theme/theme1.xml" Id="R6f655b8ae92f403b" /><ns0:Relationship Type="http://schemas.openxmlformats.org/officeDocument/2006/relationships/slideMaster" Target="/ppt/slideMasters/slideMaster1.xml" Id="Rd60edb112fed4cee" /><ns0:Relationship Type="http://schemas.openxmlformats.org/officeDocument/2006/relationships/notesMaster" Target="/ppt/notesMasters/notesMaster1.xml" Id="Rb49e3f601f00434b" /><ns0:Relationship Type="http://schemas.openxmlformats.org/officeDocument/2006/relationships/presProps" Target="/ppt/presProps.xml" Id="R3d540bb9eb614a3c" /><ns0:Relationship Type="http://schemas.openxmlformats.org/officeDocument/2006/relationships/tableStyles" Target="/ppt/tableStyles.xml" Id="Rb7d96d59541f46a1" /><ns0:Relationship Type="http://schemas.openxmlformats.org/officeDocument/2006/relationships/slide" Target="/ppt/slides/slide1.xml" Id="R8b1b88bf82c244c7" /><ns0:Relationship Type="http://schemas.openxmlformats.org/officeDocument/2006/relationships/slide" Target="/ppt/slides/slide2.xml" Id="R018b103683a244bc" /><ns0:Relationship Type="http://schemas.openxmlformats.org/officeDocument/2006/relationships/slide" Target="/ppt/slides/slide3.xml" Id="R3caeb441c20c40c8" /><ns0:Relationship Type="http://schemas.openxmlformats.org/officeDocument/2006/relationships/slide" Target="/ppt/slides/slide4.xml" Id="R1dd6c8e258174660" /><ns0:Relationship Type="http://schemas.openxmlformats.org/officeDocument/2006/relationships/slide" Target="/ppt/slides/slide5.xml" Id="R05f74bc53607497c" /><ns0:Relationship Type="http://schemas.openxmlformats.org/officeDocument/2006/relationships/slide" Target="/ppt/slides/slide6.xml" Id="Rcf08a59f161d4f70" /><ns0:Relationship Type="http://schemas.openxmlformats.org/officeDocument/2006/relationships/slide" Target="/ppt/slides/slide7.xml" Id="R1a16f4d6c34440a3" /><ns0:Relationship Type="http://schemas.openxmlformats.org/officeDocument/2006/relationships/slide" Target="/ppt/slides/slide8.xml" Id="R686ab102bf6f4b42" /><ns0:Relationship Type="http://schemas.openxmlformats.org/officeDocument/2006/relationships/slide" Target="/ppt/slides/slide9.xml" Id="Rb21b1c658113448d" /><ns0:Relationship Type="http://schemas.openxmlformats.org/officeDocument/2006/relationships/slide" Target="/ppt/slides/slide10.xml" Id="R99f6b090a11b497b" /><ns0:Relationship Type="http://schemas.openxmlformats.org/officeDocument/2006/relationships/slide" Target="/ppt/slides/slide11.xml" Id="Rbd92e1618f6d4d8a" /><ns0:Relationship Type="http://schemas.openxmlformats.org/officeDocument/2006/relationships/slide" Target="/ppt/slides/slide12.xml" Id="R548334f2ac5e4380" /><ns0:Relationship Type="http://schemas.openxmlformats.org/officeDocument/2006/relationships/slide" Target="/ppt/slides/slide13.xml" Id="R26208d8b3f604b5a" /><ns0:Relationship Id="rId1001" Type="http://schemas.openxmlformats.org/officeDocument/2006/relationships/slide" Target="slides/slide14.xml"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d1380578cc4e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116631014b4dcf" /><Relationship Type="http://schemas.openxmlformats.org/officeDocument/2006/relationships/notesMaster" Target="/ppt/notesMasters/notesMaster1.xml" Id="Rea35969438574d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909ceb891240f2" /><Relationship Type="http://schemas.openxmlformats.org/officeDocument/2006/relationships/notesMaster" Target="/ppt/notesMasters/notesMaster1.xml" Id="Rb4fe5c1e46fe49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92f05549754343" /><Relationship Type="http://schemas.openxmlformats.org/officeDocument/2006/relationships/notesMaster" Target="/ppt/notesMasters/notesMaster1.xml" Id="Re0df0c0bec5841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999e5fb4df4509" /><Relationship Type="http://schemas.openxmlformats.org/officeDocument/2006/relationships/notesMaster" Target="/ppt/notesMasters/notesMaster1.xml" Id="Ree3c037f42c747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19ecc1b64440f6" /><Relationship Type="http://schemas.openxmlformats.org/officeDocument/2006/relationships/notesMaster" Target="/ppt/notesMasters/notesMaster1.xml" Id="R12ebd0f07d1c46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e82094dbfe4030" /><Relationship Type="http://schemas.openxmlformats.org/officeDocument/2006/relationships/notesMaster" Target="/ppt/notesMasters/notesMaster1.xml" Id="R0fa655b97beb4d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092c2e8c054080" /><Relationship Type="http://schemas.openxmlformats.org/officeDocument/2006/relationships/notesMaster" Target="/ppt/notesMasters/notesMaster1.xml" Id="Radb72964751448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1dc5d0db794260" /><Relationship Type="http://schemas.openxmlformats.org/officeDocument/2006/relationships/notesMaster" Target="/ppt/notesMasters/notesMaster1.xml" Id="Rc0e08bd3f0714b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91dc48e7334e89" /><Relationship Type="http://schemas.openxmlformats.org/officeDocument/2006/relationships/notesMaster" Target="/ppt/notesMasters/notesMaster1.xml" Id="R9deab186d76147c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6c670bc58a4872" /><Relationship Type="http://schemas.openxmlformats.org/officeDocument/2006/relationships/notesMaster" Target="/ppt/notesMasters/notesMaster1.xml" Id="R6ee9483aa6394b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3b52ad2ff44afc" /><Relationship Type="http://schemas.openxmlformats.org/officeDocument/2006/relationships/notesMaster" Target="/ppt/notesMasters/notesMaster1.xml" Id="R87aad40f939e41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d6a3a6bb1a4ac3" /><Relationship Type="http://schemas.openxmlformats.org/officeDocument/2006/relationships/notesMaster" Target="/ppt/notesMasters/notesMaster1.xml" Id="Rcf7f814c3aa84d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8718e5529d4060" /><Relationship Type="http://schemas.openxmlformats.org/officeDocument/2006/relationships/notesMaster" Target="/ppt/notesMasters/notesMaster1.xml" Id="R15df241896c341b0" /></Relationships>
</file>

<file path=ppt/notesSlides/_rels/notesSlide14.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4.xml" /></ns0:Relationships>
</file>

<file path=ppt/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DAY 1 · Codex &amp; Coffee</ns1:t>
            </ns1:r>
          </ns1:p>
          <ns1:p>
            <ns1:r>
              <ns1:t/>
            </ns1:r>
          </ns1:p>
          <ns1:p>
            <ns1:r>
              <ns1:t>TIME</ns1:t>
            </ns1:r>
          </ns1:p>
          <ns1:p>
            <ns1:r>
              <ns1:t>0–1 minutes</ns1:t>
            </ns1:r>
          </ns1:p>
          <ns1:p>
            <ns1:r>
              <ns1:t/>
            </ns1:r>
          </ns1:p>
          <ns1:p>
            <ns1:r>
              <ns1:t>SAY AND SHOW</ns1:t>
            </ns1:r>
          </ns1:p>
          <ns1:p>
            <ns1:r>
              <ns1:t>Welcome. Today is self-contained. You do not need an earlier session or an earlier project state. We will use one small example to learn auditing your starting point.</ns1:t>
            </ns1:r>
          </ns1:p>
          <ns1:p>
            <ns1:r>
              <ns1:t/>
            </ns1:r>
          </ns1:p>
          <ns1:p>
            <ns1:r>
              <ns1:t>START HERE</ns1:t>
            </ns1:r>
          </ns1:p>
          <ns1:p>
            <ns1:r>
              <ns1:t>Open Demos/Day-01-workshop-site as a separate project. Use a separate copy for your practice session. All required inputs are supplied; no earlier attendance is needed.</ns1:t>
            </ns1:r>
          </ns1:p>
          <ns1:p>
            <ns1:r>
              <ns1:t/>
            </ns1:r>
          </ns1:p>
          <ns1:p>
            <ns1:r>
              <ns1:t>CHECK</ns1:t>
            </ns1:r>
          </ns1:p>
          <ns1:p>
            <ns1:r>
              <ns1:t>No files changed during the audit</ns1:t>
            </ns1:r>
          </ns1:p>
          <ns1:p>
            <ns1:r>
              <ns1:t>Every finding has a path or is marked unknown</ns1:t>
            </ns1:r>
          </ns1:p>
          <ns1:p>
            <ns1:r>
              <ns1:t>The proposed task has a visible success check</ns1:t>
            </ns1:r>
          </ns1:p>
          <ns1:p>
            <ns1:r>
              <ns1:t/>
            </ns1:r>
          </ns1:p>
          <ns1:p>
            <ns1:r>
              <ns1:t>IF THE LIVE RUN STALLS</ns1:t>
            </ns1:r>
          </ns1:p>
          <ns1:p>
            <ns1:r>
              <ns1:t>Open the supplied source files and explain the check. Use an actual verified run receipt when available; do not present an expected result as a completed run.</ns1:t>
            </ns1:r>
          </ns1:p>
          <ns1:p>
            <ns1:r>
              <ns1:t/>
            </ns1:r>
          </ns1:p>
          <ns1:p>
            <ns1:r>
              <ns1:t>COVER ART</ns1:t>
            </ns1:r>
          </ns1:p>
          <ns1:p>
            <ns1:r>
              <ns1:t>Mark approved the soft 3D coffee mascot on October 25, 2026. Generated from the installed Codex icon reference. This is a stylized interpretation, not an official new brand asset.</ns1:t>
            </ns1:r>
          </ns1:p>
          <ns1:p>
            <ns1:r>
              <ns1:t/>
            </ns1:r>
          </ns1:p>
          <ns1:p>
            <ns1:r>
              <ns1:t>QUIET ROOM</ns1:t>
            </ns1:r>
          </ns1:p>
          <ns1:p>
            <ns1:r>
              <ns1:t>After one brief invitation, move to the worked example. The three final reserve slides substitute for the 15-minute AMA; stop at 45 minutes.</ns1:t>
            </ns1:r>
          </ns1:p>
          <ns1:p>
            <ns1:r>
              <ns1:t/>
            </ns1:r>
          </ns1:p>
          <ns1:p>
            <ns1:r>
              <ns1:t>SOURCES</ns1:t>
            </ns1:r>
          </ns1:p>
          <ns1:p>
            <ns1:r>
              <ns1:t>Approved weekly reminders and curriculum, adapted to standalone days per Mark’s October 25 instruction. Product guidance: https://learn.chatgpt.com/docs/customization/overview and https://developers.openai.com/codex/skills.</ns1:t>
            </ns1:r>
          </ns1:p>
          <ns1:p>
            <ns1:r>
              <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2.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DAY 1 · Auditing Your Starting Point</ns1:t>
            </ns1:r>
          </ns1:p>
          <ns1:p>
            <ns1:r>
              <ns1:t/>
            </ns1:r>
          </ns1:p>
          <ns1:p>
            <ns1:r>
              <ns1:t>TIME</ns1:t>
            </ns1:r>
          </ns1:p>
          <ns1:p>
            <ns1:r>
              <ns1:t>1–2 minutes</ns1:t>
            </ns1:r>
          </ns1:p>
          <ns1:p>
            <ns1:r>
              <ns1:t/>
            </ns1:r>
          </ns1:p>
          <ns1:p>
            <ns1:r>
              <ns1:t>SAY AND SHOW</ns1:t>
            </ns1:r>
          </ns1:p>
          <ns1:p>
            <ns1:r>
              <ns1:t>State the theme and tangible result: A project audit with evidence and a clear next step. Everyone begins with the same files supplied today. The broader topic sequence still moves from foundation to repeatable workflows to supervision, but today has its own start and finish.</ns1:t>
            </ns1:r>
          </ns1:p>
          <ns1:p>
            <ns1:r>
              <ns1:t/>
            </ns1:r>
          </ns1:p>
          <ns1:p>
            <ns1:r>
              <ns1:t>START HERE</ns1:t>
            </ns1:r>
          </ns1:p>
          <ns1:p>
            <ns1:r>
              <ns1:t>Open Demos/Day-01-workshop-site as a separate project. Use a separate copy for your practice session. All required inputs are supplied; no earlier attendance is needed.</ns1:t>
            </ns1:r>
          </ns1:p>
          <ns1:p>
            <ns1:r>
              <ns1:t/>
            </ns1:r>
          </ns1:p>
          <ns1:p>
            <ns1:r>
              <ns1:t>CHECK</ns1:t>
            </ns1:r>
          </ns1:p>
          <ns1:p>
            <ns1:r>
              <ns1:t>No files changed during the audit</ns1:t>
            </ns1:r>
          </ns1:p>
          <ns1:p>
            <ns1:r>
              <ns1:t>Every finding has a path or is marked unknown</ns1:t>
            </ns1:r>
          </ns1:p>
          <ns1:p>
            <ns1:r>
              <ns1:t>The proposed task has a visible success check</ns1:t>
            </ns1:r>
          </ns1:p>
          <ns1:p>
            <ns1:r>
              <ns1:t/>
            </ns1:r>
          </ns1:p>
          <ns1:p>
            <ns1:r>
              <ns1:t>IF THE LIVE RUN STALLS</ns1:t>
            </ns1:r>
          </ns1:p>
          <ns1:p>
            <ns1:r>
              <ns1:t>Open the supplied source files and explain the check. Use an actual verified run receipt when available; do not present an expected result as a completed run.</ns1:t>
            </ns1:r>
          </ns1:p>
          <ns1:p>
            <ns1:r>
              <ns1:t/>
            </ns1:r>
          </ns1:p>
          <ns1:p>
            <ns1:r>
              <ns1:t/>
            </ns1:r>
          </ns1:p>
          <ns1:p>
            <ns1:r>
              <ns1:t/>
            </ns1:r>
          </ns1:p>
          <ns1:p>
            <ns1:r>
              <ns1:t>QUIET ROOM</ns1:t>
            </ns1:r>
          </ns1:p>
          <ns1:p>
            <ns1:r>
              <ns1:t>After one brief invitation, move to the worked example. The three final reserve slides substitute for the 15-minute AMA; stop at 45 minutes.</ns1:t>
            </ns1:r>
          </ns1:p>
          <ns1:p>
            <ns1:r>
              <ns1:t/>
            </ns1:r>
          </ns1:p>
          <ns1:p>
            <ns1:r>
              <ns1:t>SOURCES</ns1:t>
            </ns1:r>
          </ns1:p>
          <ns1:p>
            <ns1:r>
              <ns1:t>Approved weekly reminders and curriculum, adapted to standalone days per Mark’s October 25 instruction. Product guidance: https://learn.chatgpt.com/docs/customization/overview and https://developers.openai.com/codex/skills.</ns1:t>
            </ns1:r>
          </ns1:p>
          <ns1:p>
            <ns1:r>
              <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DAY 1 · Today’s starting point</ns1:t>
            </ns1:r>
          </ns1:p>
          <ns1:p>
            <ns1:r>
              <ns1:t/>
            </ns1:r>
          </ns1:p>
          <ns1:p>
            <ns1:r>
              <ns1:t>TIME</ns1:t>
            </ns1:r>
          </ns1:p>
          <ns1:p>
            <ns1:r>
              <ns1:t>2–4 minutes</ns1:t>
            </ns1:r>
          </ns1:p>
          <ns1:p>
            <ns1:r>
              <ns1:t/>
            </ns1:r>
          </ns1:p>
          <ns1:p>
            <ns1:r>
              <ns1:t>SAY AND SHOW</ns1:t>
            </ns1:r>
          </ns1:p>
          <ns1:p>
            <ns1:r>
              <ns1:t>The website README says 20 seats. Its planning note still says 30. Start by inspecting; do not assume either is correct.</ns1:t>
            </ns1:r>
          </ns1:p>
          <ns1:p>
            <ns1:r>
              <ns1:t>Open the folder and introduce the input, intended result, and checks. Show these files: planning-notes.md, README.md, site.html. Do not refer to yesterday’s output, a continuing application, or work learners were expected to finish earlier.</ns1:t>
            </ns1:r>
          </ns1:p>
          <ns1:p>
            <ns1:r>
              <ns1:t/>
            </ns1:r>
          </ns1:p>
          <ns1:p>
            <ns1:r>
              <ns1:t>START HERE</ns1:t>
            </ns1:r>
          </ns1:p>
          <ns1:p>
            <ns1:r>
              <ns1:t>Open Demos/Day-01-workshop-site as a separate project. Use a separate copy for your practice session. All required inputs are supplied; no earlier attendance is needed.</ns1:t>
            </ns1:r>
          </ns1:p>
          <ns1:p>
            <ns1:r>
              <ns1:t/>
            </ns1:r>
          </ns1:p>
          <ns1:p>
            <ns1:r>
              <ns1:t>CHECK</ns1:t>
            </ns1:r>
          </ns1:p>
          <ns1:p>
            <ns1:r>
              <ns1:t>No files changed during the audit</ns1:t>
            </ns1:r>
          </ns1:p>
          <ns1:p>
            <ns1:r>
              <ns1:t>Every finding has a path or is marked unknown</ns1:t>
            </ns1:r>
          </ns1:p>
          <ns1:p>
            <ns1:r>
              <ns1:t>The proposed task has a visible success check</ns1:t>
            </ns1:r>
          </ns1:p>
          <ns1:p>
            <ns1:r>
              <ns1:t/>
            </ns1:r>
          </ns1:p>
          <ns1:p>
            <ns1:r>
              <ns1:t>IF THE LIVE RUN STALLS</ns1:t>
            </ns1:r>
          </ns1:p>
          <ns1:p>
            <ns1:r>
              <ns1:t>Open the supplied source files and explain the check. Use an actual verified run receipt when available; do not present an expected result as a completed run.</ns1:t>
            </ns1:r>
          </ns1:p>
          <ns1:p>
            <ns1:r>
              <ns1:t/>
            </ns1:r>
          </ns1:p>
          <ns1:p>
            <ns1:r>
              <ns1:t/>
            </ns1:r>
          </ns1:p>
          <ns1:p>
            <ns1:r>
              <ns1:t/>
            </ns1:r>
          </ns1:p>
          <ns1:p>
            <ns1:r>
              <ns1:t>QUIET ROOM</ns1:t>
            </ns1:r>
          </ns1:p>
          <ns1:p>
            <ns1:r>
              <ns1:t>After one brief invitation, move to the worked example. The three final reserve slides substitute for the 15-minute AMA; stop at 45 minutes.</ns1:t>
            </ns1:r>
          </ns1:p>
          <ns1:p>
            <ns1:r>
              <ns1:t/>
            </ns1:r>
          </ns1:p>
          <ns1:p>
            <ns1:r>
              <ns1:t>SOURCES</ns1:t>
            </ns1:r>
          </ns1:p>
          <ns1:p>
            <ns1:r>
              <ns1:t>Approved weekly reminders and curriculum, adapted to standalone days per Mark’s October 25 instruction. Product guidance: https://learn.chatgpt.com/docs/customization/overview and https://developers.openai.com/codex/skills.</ns1:t>
            </ns1:r>
          </ns1:p>
          <ns1:p>
            <ns1:r>
              <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4.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DAY 1 · Understand the system before adding to it</ns1:t>
            </ns1:r>
          </ns1:p>
          <ns1:p>
            <ns1:r>
              <ns1:t/>
            </ns1:r>
          </ns1:p>
          <ns1:p>
            <ns1:r>
              <ns1:t>TIME</ns1:t>
            </ns1:r>
          </ns1:p>
          <ns1:p>
            <ns1:r>
              <ns1:t>4–8 minutes</ns1:t>
            </ns1:r>
          </ns1:p>
          <ns1:p>
            <ns1:r>
              <ns1:t/>
            </ns1:r>
          </ns1:p>
          <ns1:p>
            <ns1:r>
              <ns1:t>SAY AND SHOW</ns1:t>
            </ns1:r>
          </ns1:p>
          <ns1:p>
            <ns1:r>
              <ns1:t>Explain this relationship using today’s example: Repository → Existing checks → Repeated friction → One useful task. Point to a real supplied file for each relevant item. Define any unfamiliar term before continuing.</ns1:t>
            </ns1:r>
          </ns1:p>
          <ns1:p>
            <ns1:r>
              <ns1:t/>
            </ns1:r>
          </ns1:p>
          <ns1:p>
            <ns1:r>
              <ns1:t>START HERE</ns1:t>
            </ns1:r>
          </ns1:p>
          <ns1:p>
            <ns1:r>
              <ns1:t>Open Demos/Day-01-workshop-site as a separate project. Use a separate copy for your practice session. All required inputs are supplied; no earlier attendance is needed.</ns1:t>
            </ns1:r>
          </ns1:p>
          <ns1:p>
            <ns1:r>
              <ns1:t/>
            </ns1:r>
          </ns1:p>
          <ns1:p>
            <ns1:r>
              <ns1:t>CHECK</ns1:t>
            </ns1:r>
          </ns1:p>
          <ns1:p>
            <ns1:r>
              <ns1:t>No files changed during the audit</ns1:t>
            </ns1:r>
          </ns1:p>
          <ns1:p>
            <ns1:r>
              <ns1:t>Every finding has a path or is marked unknown</ns1:t>
            </ns1:r>
          </ns1:p>
          <ns1:p>
            <ns1:r>
              <ns1:t>The proposed task has a visible success check</ns1:t>
            </ns1:r>
          </ns1:p>
          <ns1:p>
            <ns1:r>
              <ns1:t/>
            </ns1:r>
          </ns1:p>
          <ns1:p>
            <ns1:r>
              <ns1:t>IF THE LIVE RUN STALLS</ns1:t>
            </ns1:r>
          </ns1:p>
          <ns1:p>
            <ns1:r>
              <ns1:t>Open the supplied source files and explain the check. Use an actual verified run receipt when available; do not present an expected result as a completed run.</ns1:t>
            </ns1:r>
          </ns1:p>
          <ns1:p>
            <ns1:r>
              <ns1:t/>
            </ns1:r>
          </ns1:p>
          <ns1:p>
            <ns1:r>
              <ns1:t/>
            </ns1:r>
          </ns1:p>
          <ns1:p>
            <ns1:r>
              <ns1:t/>
            </ns1:r>
          </ns1:p>
          <ns1:p>
            <ns1:r>
              <ns1:t>QUIET ROOM</ns1:t>
            </ns1:r>
          </ns1:p>
          <ns1:p>
            <ns1:r>
              <ns1:t>After one brief invitation, move to the worked example. The three final reserve slides substitute for the 15-minute AMA; stop at 45 minutes.</ns1:t>
            </ns1:r>
          </ns1:p>
          <ns1:p>
            <ns1:r>
              <ns1:t/>
            </ns1:r>
          </ns1:p>
          <ns1:p>
            <ns1:r>
              <ns1:t>SOURCES</ns1:t>
            </ns1:r>
          </ns1:p>
          <ns1:p>
            <ns1:r>
              <ns1:t>Approved weekly reminders and curriculum, adapted to standalone days per Mark’s October 25 instruction. Product guidance: https://learn.chatgpt.com/docs/customization/overview and https://developers.openai.com/codex/skills.</ns1:t>
            </ns1:r>
          </ns1:p>
          <ns1:p>
            <ns1:r>
              <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5.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DAY 1 · Find the controls you need</ns1:t>
            </ns1:r>
          </ns1:p>
          <ns1:p>
            <ns1:r>
              <ns1:t/>
            </ns1:r>
          </ns1:p>
          <ns1:p>
            <ns1:r>
              <ns1:t>TIME</ns1:t>
            </ns1:r>
          </ns1:p>
          <ns1:p>
            <ns1:r>
              <ns1:t>8–10 minutes</ns1:t>
            </ns1:r>
          </ns1:p>
          <ns1:p>
            <ns1:r>
              <ns1:t/>
            </ns1:r>
          </ns1:p>
          <ns1:p>
            <ns1:r>
              <ns1:t>SAY AND SHOW</ns1:t>
            </ns1:r>
          </ns1:p>
          <ns1:p>
            <ns1:r>
              <ns1:t>Open workshop-site as the active project. Ask for the read-only audit. Open the cited files and compare the two claims. These are privacy-edited interface reference images retained from the previous Codex course. They are not a fresh capture or proof of this demo. Confirm the actual control and active project live. Do not teach the model label or Full access setting in the image as a recommendation.</ns1:t>
            </ns1:r>
          </ns1:p>
          <ns1:p>
            <ns1:r>
              <ns1:t/>
            </ns1:r>
          </ns1:p>
          <ns1:p>
            <ns1:r>
              <ns1:t>START HERE</ns1:t>
            </ns1:r>
          </ns1:p>
          <ns1:p>
            <ns1:r>
              <ns1:t>Open Demos/Day-01-workshop-site as a separate project. Use a separate copy for your practice session. All required inputs are supplied; no earlier attendance is needed.</ns1:t>
            </ns1:r>
          </ns1:p>
          <ns1:p>
            <ns1:r>
              <ns1:t/>
            </ns1:r>
          </ns1:p>
          <ns1:p>
            <ns1:r>
              <ns1:t>CHECK</ns1:t>
            </ns1:r>
          </ns1:p>
          <ns1:p>
            <ns1:r>
              <ns1:t>No files changed during the audit</ns1:t>
            </ns1:r>
          </ns1:p>
          <ns1:p>
            <ns1:r>
              <ns1:t>Every finding has a path or is marked unknown</ns1:t>
            </ns1:r>
          </ns1:p>
          <ns1:p>
            <ns1:r>
              <ns1:t>The proposed task has a visible success check</ns1:t>
            </ns1:r>
          </ns1:p>
          <ns1:p>
            <ns1:r>
              <ns1:t/>
            </ns1:r>
          </ns1:p>
          <ns1:p>
            <ns1:r>
              <ns1:t>IF THE LIVE RUN STALLS</ns1:t>
            </ns1:r>
          </ns1:p>
          <ns1:p>
            <ns1:r>
              <ns1:t>Open the supplied source files and explain the check. Use an actual verified run receipt when available; do not present an expected result as a completed run.</ns1:t>
            </ns1:r>
          </ns1:p>
          <ns1:p>
            <ns1:r>
              <ns1:t/>
            </ns1:r>
          </ns1:p>
          <ns1:p>
            <ns1:r>
              <ns1:t>IMAGE PROVENANCE</ns1:t>
            </ns1:r>
          </ns1:p>
          <ns1:p>
            <ns1:r>
              <ns1:t>app-main.png from the October 15 Codex course assets. Original user screenshot was privacy-edited; no completed task is claimed.</ns1:t>
            </ns1:r>
          </ns1:p>
          <ns1:p>
            <ns1:r>
              <ns1:t/>
            </ns1:r>
          </ns1:p>
          <ns1:p>
            <ns1:r>
              <ns1:t>QUIET ROOM</ns1:t>
            </ns1:r>
          </ns1:p>
          <ns1:p>
            <ns1:r>
              <ns1:t>After one brief invitation, move to the worked example. The three final reserve slides substitute for the 15-minute AMA; stop at 45 minutes.</ns1:t>
            </ns1:r>
          </ns1:p>
          <ns1:p>
            <ns1:r>
              <ns1:t/>
            </ns1:r>
          </ns1:p>
          <ns1:p>
            <ns1:r>
              <ns1:t>SOURCES</ns1:t>
            </ns1:r>
          </ns1:p>
          <ns1:p>
            <ns1:r>
              <ns1:t>Approved weekly reminders and curriculum, adapted to standalone days per Mark’s October 25 instruction. Product guidance: https://learn.chatgpt.com/docs/customization/overview and https://developers.openai.com/codex/skills.</ns1:t>
            </ns1:r>
          </ns1:p>
          <ns1:p>
            <ns1:r>
              <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DAY 1 · The request to give Codex</ns1:t>
            </ns1:r>
          </ns1:p>
          <ns1:p>
            <ns1:r>
              <ns1:t/>
            </ns1:r>
          </ns1:p>
          <ns1:p>
            <ns1:r>
              <ns1:t>TIME</ns1:t>
            </ns1:r>
          </ns1:p>
          <ns1:p>
            <ns1:r>
              <ns1:t>10–13 minutes</ns1:t>
            </ns1:r>
          </ns1:p>
          <ns1:p>
            <ns1:r>
              <ns1:t/>
            </ns1:r>
          </ns1:p>
          <ns1:p>
            <ns1:r>
              <ns1:t>SAY AND SHOW</ns1:t>
            </ns1:r>
          </ns1:p>
          <ns1:p>
            <ns1:r>
              <ns1:t>Read the boundary and the expected result. Paste the exact prompt below into the clean project, then switch to the app.</ns1:t>
            </ns1:r>
          </ns1:p>
          <ns1:p>
            <ns1:r>
              <ns1:t/>
            </ns1:r>
          </ns1:p>
          <ns1:p>
            <ns1:r>
              <ns1:t>EXACT PROMPT</ns1:t>
            </ns1:r>
          </ns1:p>
          <ns1:p>
            <ns1:r>
              <ns1:t>Inspect this workshop-site folder without changing files or installing anything. Map its files, guidance, and existing checks. Find contradictions and stale instructions, citing exact paths. Distinguish facts from assumptions. Recommend one small next task with a concrete success check. Do not delete or fix anything yet.</ns1:t>
            </ns1:r>
          </ns1:p>
          <ns1:p>
            <ns1:r>
              <ns1:t/>
            </ns1:r>
          </ns1:p>
          <ns1:p>
            <ns1:r>
              <ns1:t>START HERE</ns1:t>
            </ns1:r>
          </ns1:p>
          <ns1:p>
            <ns1:r>
              <ns1:t>Open Demos/Day-01-workshop-site as a separate project. Use a separate copy for your practice session. All required inputs are supplied; no earlier attendance is needed.</ns1:t>
            </ns1:r>
          </ns1:p>
          <ns1:p>
            <ns1:r>
              <ns1:t/>
            </ns1:r>
          </ns1:p>
          <ns1:p>
            <ns1:r>
              <ns1:t>CHECK</ns1:t>
            </ns1:r>
          </ns1:p>
          <ns1:p>
            <ns1:r>
              <ns1:t>No files changed during the audit</ns1:t>
            </ns1:r>
          </ns1:p>
          <ns1:p>
            <ns1:r>
              <ns1:t>Every finding has a path or is marked unknown</ns1:t>
            </ns1:r>
          </ns1:p>
          <ns1:p>
            <ns1:r>
              <ns1:t>The proposed task has a visible success check</ns1:t>
            </ns1:r>
          </ns1:p>
          <ns1:p>
            <ns1:r>
              <ns1:t/>
            </ns1:r>
          </ns1:p>
          <ns1:p>
            <ns1:r>
              <ns1:t>IF THE LIVE RUN STALLS</ns1:t>
            </ns1:r>
          </ns1:p>
          <ns1:p>
            <ns1:r>
              <ns1:t>Open the supplied source files and explain the check. Use an actual verified run receipt when available; do not present an expected result as a completed run.</ns1:t>
            </ns1:r>
          </ns1:p>
          <ns1:p>
            <ns1:r>
              <ns1:t/>
            </ns1:r>
          </ns1:p>
          <ns1:p>
            <ns1:r>
              <ns1:t/>
            </ns1:r>
          </ns1:p>
          <ns1:p>
            <ns1:r>
              <ns1:t/>
            </ns1:r>
          </ns1:p>
          <ns1:p>
            <ns1:r>
              <ns1:t>QUIET ROOM</ns1:t>
            </ns1:r>
          </ns1:p>
          <ns1:p>
            <ns1:r>
              <ns1:t>After one brief invitation, move to the worked example. The three final reserve slides substitute for the 15-minute AMA; stop at 45 minutes.</ns1:t>
            </ns1:r>
          </ns1:p>
          <ns1:p>
            <ns1:r>
              <ns1:t/>
            </ns1:r>
          </ns1:p>
          <ns1:p>
            <ns1:r>
              <ns1:t>SOURCES</ns1:t>
            </ns1:r>
          </ns1:p>
          <ns1:p>
            <ns1:r>
              <ns1:t>Approved weekly reminders and curriculum, adapted to standalone days per Mark’s October 25 instruction. Product guidance: https://learn.chatgpt.com/docs/customization/overview and https://developers.openai.com/codex/skills.</ns1:t>
            </ns1:r>
          </ns1:p>
          <ns1:p>
            <ns1:r>
              <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7.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DAY 1 · Follow the evidence</ns1:t>
            </ns1:r>
          </ns1:p>
          <ns1:p>
            <ns1:r>
              <ns1:t/>
            </ns1:r>
          </ns1:p>
          <ns1:p>
            <ns1:r>
              <ns1:t>TIME</ns1:t>
            </ns1:r>
          </ns1:p>
          <ns1:p>
            <ns1:r>
              <ns1:t>13–22 minutes</ns1:t>
            </ns1:r>
          </ns1:p>
          <ns1:p>
            <ns1:r>
              <ns1:t/>
            </ns1:r>
          </ns1:p>
          <ns1:p>
            <ns1:r>
              <ns1:t>SAY AND SHOW</ns1:t>
            </ns1:r>
          </ns1:p>
          <ns1:p>
            <ns1:r>
              <ns1:t>Stay in the app for the main demonstration: Open workshop-site as the active project. Ask for the read-only audit. Open the cited files and compare the two claims. Open the actual output or test result before describing it as successful. The slide lists inspection targets, not a completed run. Use the supplied files to explain the result if waiting exceeds the slot.</ns1:t>
            </ns1:r>
          </ns1:p>
          <ns1:p>
            <ns1:r>
              <ns1:t/>
            </ns1:r>
          </ns1:p>
          <ns1:p>
            <ns1:r>
              <ns1:t>START HERE</ns1:t>
            </ns1:r>
          </ns1:p>
          <ns1:p>
            <ns1:r>
              <ns1:t>Open Demos/Day-01-workshop-site as a separate project. Use a separate copy for your practice session. All required inputs are supplied; no earlier attendance is needed.</ns1:t>
            </ns1:r>
          </ns1:p>
          <ns1:p>
            <ns1:r>
              <ns1:t/>
            </ns1:r>
          </ns1:p>
          <ns1:p>
            <ns1:r>
              <ns1:t>CHECK</ns1:t>
            </ns1:r>
          </ns1:p>
          <ns1:p>
            <ns1:r>
              <ns1:t>No files changed during the audit</ns1:t>
            </ns1:r>
          </ns1:p>
          <ns1:p>
            <ns1:r>
              <ns1:t>Every finding has a path or is marked unknown</ns1:t>
            </ns1:r>
          </ns1:p>
          <ns1:p>
            <ns1:r>
              <ns1:t>The proposed task has a visible success check</ns1:t>
            </ns1:r>
          </ns1:p>
          <ns1:p>
            <ns1:r>
              <ns1:t/>
            </ns1:r>
          </ns1:p>
          <ns1:p>
            <ns1:r>
              <ns1:t>IF THE LIVE RUN STALLS</ns1:t>
            </ns1:r>
          </ns1:p>
          <ns1:p>
            <ns1:r>
              <ns1:t>Open the supplied source files and explain the check. Use an actual verified run receipt when available; do not present an expected result as a completed run.</ns1:t>
            </ns1:r>
          </ns1:p>
          <ns1:p>
            <ns1:r>
              <ns1:t/>
            </ns1:r>
          </ns1:p>
          <ns1:p>
            <ns1:r>
              <ns1:t/>
            </ns1:r>
          </ns1:p>
          <ns1:p>
            <ns1:r>
              <ns1:t/>
            </ns1:r>
          </ns1:p>
          <ns1:p>
            <ns1:r>
              <ns1:t>QUIET ROOM</ns1:t>
            </ns1:r>
          </ns1:p>
          <ns1:p>
            <ns1:r>
              <ns1:t>After one brief invitation, move to the worked example. The three final reserve slides substitute for the 15-minute AMA; stop at 45 minutes.</ns1:t>
            </ns1:r>
          </ns1:p>
          <ns1:p>
            <ns1:r>
              <ns1:t/>
            </ns1:r>
          </ns1:p>
          <ns1:p>
            <ns1:r>
              <ns1:t>SOURCES</ns1:t>
            </ns1:r>
          </ns1:p>
          <ns1:p>
            <ns1:r>
              <ns1:t>Approved weekly reminders and curriculum, adapted to standalone days per Mark’s October 25 instruction. Product guidance: https://learn.chatgpt.com/docs/customization/overview and https://developers.openai.com/codex/skills.</ns1:t>
            </ns1:r>
          </ns1:p>
          <ns1:p>
            <ns1:r>
              <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8.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DAY 1 · Check before moving on</ns1:t>
            </ns1:r>
          </ns1:p>
          <ns1:p>
            <ns1:r>
              <ns1:t/>
            </ns1:r>
          </ns1:p>
          <ns1:p>
            <ns1:r>
              <ns1:t>TIME</ns1:t>
            </ns1:r>
          </ns1:p>
          <ns1:p>
            <ns1:r>
              <ns1:t>22–25 minutes</ns1:t>
            </ns1:r>
          </ns1:p>
          <ns1:p>
            <ns1:r>
              <ns1:t/>
            </ns1:r>
          </ns1:p>
          <ns1:p>
            <ns1:r>
              <ns1:t>SAY AND SHOW</ns1:t>
            </ns1:r>
          </ns1:p>
          <ns1:p>
            <ns1:r>
              <ns1:t>Inspect each check against visible evidence. No files changed during the audit. Every finding has a path or is marked unknown. The proposed task has a visible success check. If the check fails, say exactly what remains wrong and show the smallest correction. A clean-looking answer alone is not enough.</ns1:t>
            </ns1:r>
          </ns1:p>
          <ns1:p>
            <ns1:r>
              <ns1:t/>
            </ns1:r>
          </ns1:p>
          <ns1:p>
            <ns1:r>
              <ns1:t>START HERE</ns1:t>
            </ns1:r>
          </ns1:p>
          <ns1:p>
            <ns1:r>
              <ns1:t>Open Demos/Day-01-workshop-site as a separate project. Use a separate copy for your practice session. All required inputs are supplied; no earlier attendance is needed.</ns1:t>
            </ns1:r>
          </ns1:p>
          <ns1:p>
            <ns1:r>
              <ns1:t/>
            </ns1:r>
          </ns1:p>
          <ns1:p>
            <ns1:r>
              <ns1:t>CHECK</ns1:t>
            </ns1:r>
          </ns1:p>
          <ns1:p>
            <ns1:r>
              <ns1:t>No files changed during the audit</ns1:t>
            </ns1:r>
          </ns1:p>
          <ns1:p>
            <ns1:r>
              <ns1:t>Every finding has a path or is marked unknown</ns1:t>
            </ns1:r>
          </ns1:p>
          <ns1:p>
            <ns1:r>
              <ns1:t>The proposed task has a visible success check</ns1:t>
            </ns1:r>
          </ns1:p>
          <ns1:p>
            <ns1:r>
              <ns1:t/>
            </ns1:r>
          </ns1:p>
          <ns1:p>
            <ns1:r>
              <ns1:t>IF THE LIVE RUN STALLS</ns1:t>
            </ns1:r>
          </ns1:p>
          <ns1:p>
            <ns1:r>
              <ns1:t>Open the supplied source files and explain the check. Use an actual verified run receipt when available; do not present an expected result as a completed run.</ns1:t>
            </ns1:r>
          </ns1:p>
          <ns1:p>
            <ns1:r>
              <ns1:t/>
            </ns1:r>
          </ns1:p>
          <ns1:p>
            <ns1:r>
              <ns1:t/>
            </ns1:r>
          </ns1:p>
          <ns1:p>
            <ns1:r>
              <ns1:t/>
            </ns1:r>
          </ns1:p>
          <ns1:p>
            <ns1:r>
              <ns1:t>QUIET ROOM</ns1:t>
            </ns1:r>
          </ns1:p>
          <ns1:p>
            <ns1:r>
              <ns1:t>After one brief invitation, move to the worked example. The three final reserve slides substitute for the 15-minute AMA; stop at 45 minutes.</ns1:t>
            </ns1:r>
          </ns1:p>
          <ns1:p>
            <ns1:r>
              <ns1:t/>
            </ns1:r>
          </ns1:p>
          <ns1:p>
            <ns1:r>
              <ns1:t>SOURCES</ns1:t>
            </ns1:r>
          </ns1:p>
          <ns1:p>
            <ns1:r>
              <ns1:t>Approved weekly reminders and curriculum, adapted to standalone days per Mark’s October 25 instruction. Product guidance: https://learn.chatgpt.com/docs/customization/overview and https://developers.openai.com/codex/skills.</ns1:t>
            </ns1:r>
          </ns1:p>
          <ns1:p>
            <ns1:r>
              <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9.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DAY 1 · Take the method to your own work</ns1:t>
            </ns1:r>
          </ns1:p>
          <ns1:p>
            <ns1:r>
              <ns1:t/>
            </ns1:r>
          </ns1:p>
          <ns1:p>
            <ns1:r>
              <ns1:t>TIME</ns1:t>
            </ns1:r>
          </ns1:p>
          <ns1:p>
            <ns1:r>
              <ns1:t>25–30 minutes</ns1:t>
            </ns1:r>
          </ns1:p>
          <ns1:p>
            <ns1:r>
              <ns1:t/>
            </ns1:r>
          </ns1:p>
          <ns1:p>
            <ns1:r>
              <ns1:t>SAY AND SHOW</ns1:t>
            </ns1:r>
          </ns1:p>
          <ns1:p>
            <ns1:r>
              <ns1:t>Apply the method to a different project, rather than requiring learners to continue this example. Choose one folder. Name its input, output, owner, and current check.. Model one answer yourself if the room is quiet. Mention the optional next topic only after closing the current result.</ns1:t>
            </ns1:r>
          </ns1:p>
          <ns1:p>
            <ns1:r>
              <ns1:t/>
            </ns1:r>
          </ns1:p>
          <ns1:p>
            <ns1:r>
              <ns1:t>START HERE</ns1:t>
            </ns1:r>
          </ns1:p>
          <ns1:p>
            <ns1:r>
              <ns1:t>Open Demos/Day-01-workshop-site as a separate project. Use a separate copy for your practice session. All required inputs are supplied; no earlier attendance is needed.</ns1:t>
            </ns1:r>
          </ns1:p>
          <ns1:p>
            <ns1:r>
              <ns1:t/>
            </ns1:r>
          </ns1:p>
          <ns1:p>
            <ns1:r>
              <ns1:t>CHECK</ns1:t>
            </ns1:r>
          </ns1:p>
          <ns1:p>
            <ns1:r>
              <ns1:t>No files changed during the audit</ns1:t>
            </ns1:r>
          </ns1:p>
          <ns1:p>
            <ns1:r>
              <ns1:t>Every finding has a path or is marked unknown</ns1:t>
            </ns1:r>
          </ns1:p>
          <ns1:p>
            <ns1:r>
              <ns1:t>The proposed task has a visible success check</ns1:t>
            </ns1:r>
          </ns1:p>
          <ns1:p>
            <ns1:r>
              <ns1:t/>
            </ns1:r>
          </ns1:p>
          <ns1:p>
            <ns1:r>
              <ns1:t>IF THE LIVE RUN STALLS</ns1:t>
            </ns1:r>
          </ns1:p>
          <ns1:p>
            <ns1:r>
              <ns1:t>Open the supplied source files and explain the check. Use an actual verified run receipt when available; do not present an expected result as a completed run.</ns1:t>
            </ns1:r>
          </ns1:p>
          <ns1:p>
            <ns1:r>
              <ns1:t/>
            </ns1:r>
          </ns1:p>
          <ns1:p>
            <ns1:r>
              <ns1:t/>
            </ns1:r>
          </ns1:p>
          <ns1:p>
            <ns1:r>
              <ns1:t/>
            </ns1:r>
          </ns1:p>
          <ns1:p>
            <ns1:r>
              <ns1:t>QUIET ROOM</ns1:t>
            </ns1:r>
          </ns1:p>
          <ns1:p>
            <ns1:r>
              <ns1:t>After one brief invitation, move to the worked example. The three final reserve slides substitute for the 15-minute AMA; stop at 45 minutes.</ns1:t>
            </ns1:r>
          </ns1:p>
          <ns1:p>
            <ns1:r>
              <ns1:t/>
            </ns1:r>
          </ns1:p>
          <ns1:p>
            <ns1:r>
              <ns1:t>SOURCES</ns1:t>
            </ns1:r>
          </ns1:p>
          <ns1:p>
            <ns1:r>
              <ns1:t>Approved weekly reminders and curriculum, adapted to standalone days per Mark’s October 25 instruction. Product guidance: https://learn.chatgpt.com/docs/customization/overview and https://developers.openai.com/codex/skills.</ns1:t>
            </ns1:r>
          </ns1:p>
          <ns1:p>
            <ns1:r>
              <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0.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DAY 1 · Bring a real example</ns1:t>
            </ns1:r>
          </ns1:p>
          <ns1:p>
            <ns1:r>
              <ns1:t/>
            </ns1:r>
          </ns1:p>
          <ns1:p>
            <ns1:r>
              <ns1:t>TIME</ns1:t>
            </ns1:r>
          </ns1:p>
          <ns1:p>
            <ns1:r>
              <ns1:t>30–45 minutes</ns1:t>
            </ns1:r>
          </ns1:p>
          <ns1:p>
            <ns1:r>
              <ns1:t/>
            </ns1:r>
          </ns1:p>
          <ns1:p>
            <ns1:r>
              <ns1:t>SAY AND SHOW</ns1:t>
            </ns1:r>
          </ns1:p>
          <ns1:p>
            <ns1:r>
              <ns1:t>The 15-minute AMA starts now. Invite one question. If there is no response after a short pause, say “Here is a mistake I would watch for” and move directly to slide 11. Do not let silence force repetition or an overrun.</ns1:t>
            </ns1:r>
          </ns1:p>
          <ns1:p>
            <ns1:r>
              <ns1:t/>
            </ns1:r>
          </ns1:p>
          <ns1:p>
            <ns1:r>
              <ns1:t>START HERE</ns1:t>
            </ns1:r>
          </ns1:p>
          <ns1:p>
            <ns1:r>
              <ns1:t>Open Demos/Day-01-workshop-site as a separate project. Use a separate copy for your practice session. All required inputs are supplied; no earlier attendance is needed.</ns1:t>
            </ns1:r>
          </ns1:p>
          <ns1:p>
            <ns1:r>
              <ns1:t/>
            </ns1:r>
          </ns1:p>
          <ns1:p>
            <ns1:r>
              <ns1:t>CHECK</ns1:t>
            </ns1:r>
          </ns1:p>
          <ns1:p>
            <ns1:r>
              <ns1:t>No files changed during the audit</ns1:t>
            </ns1:r>
          </ns1:p>
          <ns1:p>
            <ns1:r>
              <ns1:t>Every finding has a path or is marked unknown</ns1:t>
            </ns1:r>
          </ns1:p>
          <ns1:p>
            <ns1:r>
              <ns1:t>The proposed task has a visible success check</ns1:t>
            </ns1:r>
          </ns1:p>
          <ns1:p>
            <ns1:r>
              <ns1:t/>
            </ns1:r>
          </ns1:p>
          <ns1:p>
            <ns1:r>
              <ns1:t>IF THE LIVE RUN STALLS</ns1:t>
            </ns1:r>
          </ns1:p>
          <ns1:p>
            <ns1:r>
              <ns1:t>Open the supplied source files and explain the check. Use an actual verified run receipt when available; do not present an expected result as a completed run.</ns1:t>
            </ns1:r>
          </ns1:p>
          <ns1:p>
            <ns1:r>
              <ns1:t/>
            </ns1:r>
          </ns1:p>
          <ns1:p>
            <ns1:r>
              <ns1:t/>
            </ns1:r>
          </ns1:p>
          <ns1:p>
            <ns1:r>
              <ns1:t/>
            </ns1:r>
          </ns1:p>
          <ns1:p>
            <ns1:r>
              <ns1:t>QUIET ROOM</ns1:t>
            </ns1:r>
          </ns1:p>
          <ns1:p>
            <ns1:r>
              <ns1:t>After one brief invitation, move to the worked example. The three final reserve slides substitute for the 15-minute AMA; stop at 45 minutes.</ns1:t>
            </ns1:r>
          </ns1:p>
          <ns1:p>
            <ns1:r>
              <ns1:t/>
            </ns1:r>
          </ns1:p>
          <ns1:p>
            <ns1:r>
              <ns1:t>SOURCES</ns1:t>
            </ns1:r>
          </ns1:p>
          <ns1:p>
            <ns1:r>
              <ns1:t>Approved weekly reminders and curriculum, adapted to standalone days per Mark’s October 25 instruction. Product guidance: https://learn.chatgpt.com/docs/customization/overview and https://developers.openai.com/codex/skills.</ns1:t>
            </ns1:r>
          </ns1:p>
          <ns1:p>
            <ns1:r>
              <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DAY 1 · Work through a common mistake</ns1:t>
            </ns1:r>
          </ns1:p>
          <ns1:p>
            <ns1:r>
              <ns1:t/>
            </ns1:r>
          </ns1:p>
          <ns1:p>
            <ns1:r>
              <ns1:t>TIME</ns1:t>
            </ns1:r>
          </ns1:p>
          <ns1:p>
            <ns1:r>
              <ns1:t>Optional five-minute replacement within the AMA</ns1:t>
            </ns1:r>
          </ns1:p>
          <ns1:p>
            <ns1:r>
              <ns1:t/>
            </ns1:r>
          </ns1:p>
          <ns1:p>
            <ns1:r>
              <ns1:t>SAY AND SHOW</ns1:t>
            </ns1:r>
          </ns1:p>
          <ns1:p>
            <ns1:r>
              <ns1:t>Optional five-minute quiet-room segment. 0–1 min: read the tempting approach. 1–2 min: show the source detail it misses. 2–4 min: demonstrate the correction or rewrite. 4–5 min: ask for one concrete check, then supply your own if needed.</ns1:t>
            </ns1:r>
          </ns1:p>
          <ns1:p>
            <ns1:r>
              <ns1:t>Mistake: “Delete everything that looks old”. Repair: “List candidates, evidence, and a recovery path first”.</ns1:t>
            </ns1:r>
          </ns1:p>
          <ns1:p>
            <ns1:r>
              <ns1:t/>
            </ns1:r>
          </ns1:p>
          <ns1:p>
            <ns1:r>
              <ns1:t>START HERE</ns1:t>
            </ns1:r>
          </ns1:p>
          <ns1:p>
            <ns1:r>
              <ns1:t>Open Demos/Day-01-workshop-site as a separate project. Use a separate copy for your practice session. All required inputs are supplied; no earlier attendance is needed.</ns1:t>
            </ns1:r>
          </ns1:p>
          <ns1:p>
            <ns1:r>
              <ns1:t/>
            </ns1:r>
          </ns1:p>
          <ns1:p>
            <ns1:r>
              <ns1:t>CHECK</ns1:t>
            </ns1:r>
          </ns1:p>
          <ns1:p>
            <ns1:r>
              <ns1:t>No files changed during the audit</ns1:t>
            </ns1:r>
          </ns1:p>
          <ns1:p>
            <ns1:r>
              <ns1:t>Every finding has a path or is marked unknown</ns1:t>
            </ns1:r>
          </ns1:p>
          <ns1:p>
            <ns1:r>
              <ns1:t>The proposed task has a visible success check</ns1:t>
            </ns1:r>
          </ns1:p>
          <ns1:p>
            <ns1:r>
              <ns1:t/>
            </ns1:r>
          </ns1:p>
          <ns1:p>
            <ns1:r>
              <ns1:t>IF THE LIVE RUN STALLS</ns1:t>
            </ns1:r>
          </ns1:p>
          <ns1:p>
            <ns1:r>
              <ns1:t>Open the supplied source files and explain the check. Use an actual verified run receipt when available; do not present an expected result as a completed run.</ns1:t>
            </ns1:r>
          </ns1:p>
          <ns1:p>
            <ns1:r>
              <ns1:t/>
            </ns1:r>
          </ns1:p>
          <ns1:p>
            <ns1:r>
              <ns1:t/>
            </ns1:r>
          </ns1:p>
          <ns1:p>
            <ns1:r>
              <ns1:t/>
            </ns1:r>
          </ns1:p>
          <ns1:p>
            <ns1:r>
              <ns1:t>QUIET ROOM</ns1:t>
            </ns1:r>
          </ns1:p>
          <ns1:p>
            <ns1:r>
              <ns1:t>After one brief invitation, move to the worked example. The three final reserve slides substitute for the 15-minute AMA; stop at 45 minutes.</ns1:t>
            </ns1:r>
          </ns1:p>
          <ns1:p>
            <ns1:r>
              <ns1:t/>
            </ns1:r>
          </ns1:p>
          <ns1:p>
            <ns1:r>
              <ns1:t>SOURCES</ns1:t>
            </ns1:r>
          </ns1:p>
          <ns1:p>
            <ns1:r>
              <ns1:t>Approved weekly reminders and curriculum, adapted to standalone days per Mark’s October 25 instruction. Product guidance: https://learn.chatgpt.com/docs/customization/overview and https://developers.openai.com/codex/skills.</ns1:t>
            </ns1:r>
          </ns1:p>
          <ns1:p>
            <ns1:r>
              <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2.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DAY 1 · A question worth working through</ns1:t>
            </ns1:r>
          </ns1:p>
          <ns1:p>
            <ns1:r>
              <ns1:t/>
            </ns1:r>
          </ns1:p>
          <ns1:p>
            <ns1:r>
              <ns1:t>TIME</ns1:t>
            </ns1:r>
          </ns1:p>
          <ns1:p>
            <ns1:r>
              <ns1:t>Optional five-minute replacement within the AMA</ns1:t>
            </ns1:r>
          </ns1:p>
          <ns1:p>
            <ns1:r>
              <ns1:t/>
            </ns1:r>
          </ns1:p>
          <ns1:p>
            <ns1:r>
              <ns1:t>SAY AND SHOW</ns1:t>
            </ns1:r>
          </ns1:p>
          <ns1:p>
            <ns1:r>
              <ns1:t>Optional five-minute segment. Say “A question that often comes up is…” without pretending a learner asked it. How can I tell whether a file is actually unused?</ns1:t>
            </ns1:r>
          </ns1:p>
          <ns1:p>
            <ns1:r>
              <ns1:t>Answer: Look for references, recent use, generated-file rules, and ownership. Missing evidence is a reason to investigate, not proof that deletion is safe.</ns1:t>
            </ns1:r>
          </ns1:p>
          <ns1:p>
            <ns1:r>
              <ns1:t>Demonstrate it with the supplied example, then contrast with an alternative case. Invite a one-word response rather than an open-ended story.</ns1:t>
            </ns1:r>
          </ns1:p>
          <ns1:p>
            <ns1:r>
              <ns1:t/>
            </ns1:r>
          </ns1:p>
          <ns1:p>
            <ns1:r>
              <ns1:t>START HERE</ns1:t>
            </ns1:r>
          </ns1:p>
          <ns1:p>
            <ns1:r>
              <ns1:t>Open Demos/Day-01-workshop-site as a separate project. Use a separate copy for your practice session. All required inputs are supplied; no earlier attendance is needed.</ns1:t>
            </ns1:r>
          </ns1:p>
          <ns1:p>
            <ns1:r>
              <ns1:t/>
            </ns1:r>
          </ns1:p>
          <ns1:p>
            <ns1:r>
              <ns1:t>CHECK</ns1:t>
            </ns1:r>
          </ns1:p>
          <ns1:p>
            <ns1:r>
              <ns1:t>No files changed during the audit</ns1:t>
            </ns1:r>
          </ns1:p>
          <ns1:p>
            <ns1:r>
              <ns1:t>Every finding has a path or is marked unknown</ns1:t>
            </ns1:r>
          </ns1:p>
          <ns1:p>
            <ns1:r>
              <ns1:t>The proposed task has a visible success check</ns1:t>
            </ns1:r>
          </ns1:p>
          <ns1:p>
            <ns1:r>
              <ns1:t/>
            </ns1:r>
          </ns1:p>
          <ns1:p>
            <ns1:r>
              <ns1:t>IF THE LIVE RUN STALLS</ns1:t>
            </ns1:r>
          </ns1:p>
          <ns1:p>
            <ns1:r>
              <ns1:t>Open the supplied source files and explain the check. Use an actual verified run receipt when available; do not present an expected result as a completed run.</ns1:t>
            </ns1:r>
          </ns1:p>
          <ns1:p>
            <ns1:r>
              <ns1:t/>
            </ns1:r>
          </ns1:p>
          <ns1:p>
            <ns1:r>
              <ns1:t/>
            </ns1:r>
          </ns1:p>
          <ns1:p>
            <ns1:r>
              <ns1:t/>
            </ns1:r>
          </ns1:p>
          <ns1:p>
            <ns1:r>
              <ns1:t>QUIET ROOM</ns1:t>
            </ns1:r>
          </ns1:p>
          <ns1:p>
            <ns1:r>
              <ns1:t>After one brief invitation, move to the worked example. The three final reserve slides substitute for the 15-minute AMA; stop at 45 minutes.</ns1:t>
            </ns1:r>
          </ns1:p>
          <ns1:p>
            <ns1:r>
              <ns1:t/>
            </ns1:r>
          </ns1:p>
          <ns1:p>
            <ns1:r>
              <ns1:t>SOURCES</ns1:t>
            </ns1:r>
          </ns1:p>
          <ns1:p>
            <ns1:r>
              <ns1:t>Approved weekly reminders and curriculum, adapted to standalone days per Mark’s October 25 instruction. Product guidance: https://learn.chatgpt.com/docs/customization/overview and https://developers.openai.com/codex/skills.</ns1:t>
            </ns1:r>
          </ns1:p>
          <ns1:p>
            <ns1:r>
              <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DAY 1 · Try it on a different task</ns1:t>
            </ns1:r>
          </ns1:p>
          <ns1:p>
            <ns1:r>
              <ns1:t/>
            </ns1:r>
          </ns1:p>
          <ns1:p>
            <ns1:r>
              <ns1:t>TIME</ns1:t>
            </ns1:r>
          </ns1:p>
          <ns1:p>
            <ns1:r>
              <ns1:t>Optional five-minute replacement within the AMA</ns1:t>
            </ns1:r>
          </ns1:p>
          <ns1:p>
            <ns1:r>
              <ns1:t/>
            </ns1:r>
          </ns1:p>
          <ns1:p>
            <ns1:r>
              <ns1:t>SAY AND SHOW</ns1:t>
            </ns1:r>
          </ns1:p>
          <ns1:p>
            <ns1:r>
              <ns1:t>Optional five-minute segment. Give a brief reflection, then work through your own example aloud: Choose one folder. Name its input, output, owner, and current check.. End with the useful check. Finish at minute 45; do not require attendees to come back tomorrow for the answer.</ns1:t>
            </ns1:r>
          </ns1:p>
          <ns1:p>
            <ns1:r>
              <ns1:t/>
            </ns1:r>
          </ns1:p>
          <ns1:p>
            <ns1:r>
              <ns1:t>START HERE</ns1:t>
            </ns1:r>
          </ns1:p>
          <ns1:p>
            <ns1:r>
              <ns1:t>Open Demos/Day-01-workshop-site as a separate project. Use a separate copy for your practice session. All required inputs are supplied; no earlier attendance is needed.</ns1:t>
            </ns1:r>
          </ns1:p>
          <ns1:p>
            <ns1:r>
              <ns1:t/>
            </ns1:r>
          </ns1:p>
          <ns1:p>
            <ns1:r>
              <ns1:t>CHECK</ns1:t>
            </ns1:r>
          </ns1:p>
          <ns1:p>
            <ns1:r>
              <ns1:t>No files changed during the audit</ns1:t>
            </ns1:r>
          </ns1:p>
          <ns1:p>
            <ns1:r>
              <ns1:t>Every finding has a path or is marked unknown</ns1:t>
            </ns1:r>
          </ns1:p>
          <ns1:p>
            <ns1:r>
              <ns1:t>The proposed task has a visible success check</ns1:t>
            </ns1:r>
          </ns1:p>
          <ns1:p>
            <ns1:r>
              <ns1:t/>
            </ns1:r>
          </ns1:p>
          <ns1:p>
            <ns1:r>
              <ns1:t>IF THE LIVE RUN STALLS</ns1:t>
            </ns1:r>
          </ns1:p>
          <ns1:p>
            <ns1:r>
              <ns1:t>Open the supplied source files and explain the check. Use an actual verified run receipt when available; do not present an expected result as a completed run.</ns1:t>
            </ns1:r>
          </ns1:p>
          <ns1:p>
            <ns1:r>
              <ns1:t/>
            </ns1:r>
          </ns1:p>
          <ns1:p>
            <ns1:r>
              <ns1:t/>
            </ns1:r>
          </ns1:p>
          <ns1:p>
            <ns1:r>
              <ns1:t/>
            </ns1:r>
          </ns1:p>
          <ns1:p>
            <ns1:r>
              <ns1:t>QUIET ROOM</ns1:t>
            </ns1:r>
          </ns1:p>
          <ns1:p>
            <ns1:r>
              <ns1:t>After one brief invitation, move to the worked example. The three final reserve slides substitute for the 15-minute AMA; stop at 45 minutes.</ns1:t>
            </ns1:r>
          </ns1:p>
          <ns1:p>
            <ns1:r>
              <ns1:t/>
            </ns1:r>
          </ns1:p>
          <ns1:p>
            <ns1:r>
              <ns1:t>SOURCES</ns1:t>
            </ns1:r>
          </ns1:p>
          <ns1:p>
            <ns1:r>
              <ns1:t>Approved weekly reminders and curriculum, adapted to standalone days per Mark’s October 25 instruction. Product guidance: https://learn.chatgpt.com/docs/customization/overview and https://developers.openai.com/codex/skills.</ns1:t>
            </ns1:r>
          </ns1:p>
          <ns1:p>
            <ns1:r>
              <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4.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Introduce the route for Day 1. Explain how the example leads to a useful result, then reserve time for questions. Every day is self-contained. The agenda occupies the opening orientation, not additional teaching time.</ns1:t>
            </ns1:r>
          </ns1:p>
          <ns1:p>
            <ns1:r>
              <ns1:t/>
            </ns1:r>
          </ns1:p>
          <ns1:p>
            <ns1:r>
              <ns1:t>Current files, instructions, and tools</ns1:t>
            </ns1:r>
          </ns1:p>
          <ns1:p>
            <ns1:r>
              <ns1:t>Conflicting guidance and evidence</ns1:t>
            </ns1:r>
          </ns1:p>
          <ns1:p>
            <ns1:r>
              <ns1:t>A useful next task and its success check</ns1:t>
            </ns1:r>
          </ns1:p>
          <ns1:p>
            <ns1:r>
              <ns1:t>Applying the audit to your own setup</ns1:t>
            </ns1:r>
          </ns1:p>
          <ns1:p>
            <ns1:r>
              <ns1:t>Questions and prepared examples.</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6a65e12759404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84b6afef2e74b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d56adbe84345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7b25957733949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e10840610934db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7581d45af3f4c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C300AD-DECF-48D7-AD90-415A07BCEF9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37A1804-D253-4365-8DB6-97391882887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825CF5C-558B-4208-814F-D0118EF5F13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B1879F-326A-49B3-81BB-2C2DFEE37D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2DF963C-5140-420B-87A7-E26BDB504F2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5B2A8FE-92A5-49DF-B057-E457371EA7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0203C1B-BBAF-4C20-9941-E1E7C9A6FE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B813A1A-6ACC-42E3-911B-33F9FB24B4B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012830-DAD1-4AE3-AD4A-31FF01FBEF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CF4A779-3C7C-4320-A3F4-8761A3B37F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f4f89e3c8a434d" /><Relationship Type="http://schemas.openxmlformats.org/officeDocument/2006/relationships/slideLayout" Target="/ppt/slideLayouts/slideLayout1.xml" Id="Rb0ce197c804e4d08" /><Relationship Type="http://schemas.openxmlformats.org/officeDocument/2006/relationships/slideLayout" Target="/ppt/slideLayouts/slideLayout2.xml" Id="R19814712a4ea4d87" /><Relationship Type="http://schemas.openxmlformats.org/officeDocument/2006/relationships/slideLayout" Target="/ppt/slideLayouts/slideLayout3.xml" Id="Rcab100f403e84a07" /><Relationship Type="http://schemas.openxmlformats.org/officeDocument/2006/relationships/slideLayout" Target="/ppt/slideLayouts/slideLayout4.xml" Id="Rcbb2916baae14498" /><Relationship Type="http://schemas.openxmlformats.org/officeDocument/2006/relationships/slideLayout" Target="/ppt/slideLayouts/slideLayout5.xml" Id="Rfa814675d7524de3" /><Relationship Type="http://schemas.openxmlformats.org/officeDocument/2006/relationships/slideLayout" Target="/ppt/slideLayouts/slideLayout6.xml" Id="Re24b90761bd041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ce197c804e4d08"/>
    <p:sldLayoutId xmlns:r="http://schemas.openxmlformats.org/officeDocument/2006/relationships" id="2147483650" r:id="R19814712a4ea4d87"/>
    <p:sldLayoutId xmlns:r="http://schemas.openxmlformats.org/officeDocument/2006/relationships" id="2147483651" r:id="Rcab100f403e84a07"/>
    <p:sldLayoutId xmlns:r="http://schemas.openxmlformats.org/officeDocument/2006/relationships" id="2147483652" r:id="Rcbb2916baae14498"/>
    <p:sldLayoutId xmlns:r="http://schemas.openxmlformats.org/officeDocument/2006/relationships" id="2147483653" r:id="Rfa814675d7524de3"/>
    <p:sldLayoutId xmlns:r="http://schemas.openxmlformats.org/officeDocument/2006/relationships" id="2147483654" r:id="Re24b90761bd041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e2e197c09074386" /><Relationship Type="http://schemas.openxmlformats.org/officeDocument/2006/relationships/image" Target="/ppt/media/image.png" Id="Ra72b3d748c7d4ad9" /><Relationship Type="http://schemas.openxmlformats.org/officeDocument/2006/relationships/notesSlide" Target="/ppt/notesSlides/notesSlide1.xml" Id="Red4286eaccda45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7918f36aba84cbb" /><Relationship Type="http://schemas.openxmlformats.org/officeDocument/2006/relationships/notesSlide" Target="/ppt/notesSlides/notesSlide2.xml" Id="R226f1dfae2de48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b10362f9262402d" /><Relationship Type="http://schemas.openxmlformats.org/officeDocument/2006/relationships/notesSlide" Target="/ppt/notesSlides/notesSlide3.xml" Id="R4f28bd3800e44c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c4e850058df4b5b" /><Relationship Type="http://schemas.openxmlformats.org/officeDocument/2006/relationships/notesSlide" Target="/ppt/notesSlides/notesSlide4.xml" Id="R3b0b45089f0f40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46d87e122fe4622" /><Relationship Type="http://schemas.openxmlformats.org/officeDocument/2006/relationships/image" Target="/ppt/media/image2.png" Id="Rce1833389bbc4a1f" /><Relationship Type="http://schemas.openxmlformats.org/officeDocument/2006/relationships/notesSlide" Target="/ppt/notesSlides/notesSlide5.xml" Id="R4c6d9af6cd7c40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d00a31cc4924892" /><Relationship Type="http://schemas.openxmlformats.org/officeDocument/2006/relationships/notesSlide" Target="/ppt/notesSlides/notesSlide6.xml" Id="Rc004322fe90b4c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d0aa078e0b24146" /><Relationship Type="http://schemas.openxmlformats.org/officeDocument/2006/relationships/notesSlide" Target="/ppt/notesSlides/notesSlide7.xml" Id="Rd3b443a881104b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6ae58f6ba4f40ed" /><Relationship Type="http://schemas.openxmlformats.org/officeDocument/2006/relationships/notesSlide" Target="/ppt/notesSlides/notesSlide8.xml" Id="Rc0df457cdb694f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ec9f7d00d6043c7" /><Relationship Type="http://schemas.openxmlformats.org/officeDocument/2006/relationships/notesSlide" Target="/ppt/notesSlides/notesSlide9.xml" Id="Rb794c120fb874b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e35c2aa716d4708" /><Relationship Type="http://schemas.openxmlformats.org/officeDocument/2006/relationships/notesSlide" Target="/ppt/notesSlides/notesSlide10.xml" Id="Ra2c36083089c45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da87c46795f4b58" /><Relationship Type="http://schemas.openxmlformats.org/officeDocument/2006/relationships/notesSlide" Target="/ppt/notesSlides/notesSlide11.xml" Id="Ree2ffb88010c452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563a02339f24071" /><Relationship Type="http://schemas.openxmlformats.org/officeDocument/2006/relationships/notesSlide" Target="/ppt/notesSlides/notesSlide12.xml" Id="Rb9bce5bc7ec044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6b07ec02cb147b0" /><Relationship Type="http://schemas.openxmlformats.org/officeDocument/2006/relationships/notesSlide" Target="/ppt/notesSlides/notesSlide13.xml" Id="Re7bf0470e3854ec6" /></Relationships>
</file>

<file path=ppt/slides/_rels/slide14.xml.rels><?xml version='1.0' encoding='utf-8'?>
<ns0:Relationships xmlns:ns0="http://schemas.openxmlformats.org/package/2006/relationships"><ns0:Relationship Id="rId1" Type="http://schemas.openxmlformats.org/officeDocument/2006/relationships/slideLayout" Target="/ppt/slideLayouts/slideLayout6.xml" /><ns0:Relationship Id="rId2" Type="http://schemas.openxmlformats.org/officeDocument/2006/relationships/notesSlide" Target="../notesSlides/notesSlide14.xml" /></ns0:Relationships>
</file>

<file path=ppt/slides/slide1.xml><?xml version="1.0" encoding="utf-8"?>
<p:sld xmlns:p="http://schemas.openxmlformats.org/presentationml/2006/main">
  <p:cSld>
    <p:bg>
      <p:bgPr>
        <a:solidFill xmlns:a="http://schemas.openxmlformats.org/drawingml/2006/main">
          <a:srgbClr val="07162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00303A4-6B3D-4168-ADFF-8CEA6347107D}"/>
              </a:ext>
            </a:extLst>
          </p:cNvPr>
          <p:cNvPicPr>
            <a:picLocks xmlns:a="http://schemas.openxmlformats.org/drawingml/2006/main" noChangeAspect="1"/>
          </p:cNvPicPr>
          <p:nvPr/>
        </p:nvPicPr>
        <p:blipFill>
          <a:blip xmlns:r="http://schemas.openxmlformats.org/officeDocument/2006/relationships" xmlns:a="http://schemas.openxmlformats.org/drawingml/2006/main" r:embed="Ra72b3d748c7d4ad9"/>
          <a:srcRect xmlns:a="http://schemas.openxmlformats.org/drawingml/2006/main" l="27" t="0" r="27"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5270C331-C54B-45C4-A46C-1C970566354F}"/>
              </a:ext>
            </a:extLst>
          </p:cNvPr>
          <p:cNvSpPr>
            <a:spLocks xmlns:a="http://schemas.openxmlformats.org/drawingml/2006/main" noGrp="1"/>
          </p:cNvSpPr>
          <p:nvPr/>
        </p:nvSpPr>
        <p:spPr>
          <a:xfrm xmlns:a="http://schemas.openxmlformats.org/drawingml/2006/main">
            <a:off x="723900" y="523875"/>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725" b="1">
                <a:solidFill>
                  <a:srgbClr val="F5F7FF"/>
                </a:solidFill>
                <a:latin typeface="Arial"/>
                <a:ea typeface="Arial"/>
                <a:cs typeface="Arial"/>
              </a:defRPr>
            </a:defPPr>
            <a:lvl1pPr algn="l">
              <a:defRPr sz="1725" b="1">
                <a:solidFill>
                  <a:srgbClr val="F5F7FF"/>
                </a:solidFill>
                <a:latin typeface="Arial"/>
                <a:ea typeface="Arial"/>
                <a:cs typeface="Arial"/>
              </a:defRPr>
            </a:lvl1pPr>
            <a:lvl2pPr algn="l">
              <a:defRPr sz="1725" b="1">
                <a:solidFill>
                  <a:srgbClr val="F5F7FF"/>
                </a:solidFill>
                <a:latin typeface="Arial"/>
                <a:ea typeface="Arial"/>
                <a:cs typeface="Arial"/>
              </a:defRPr>
            </a:lvl2pPr>
            <a:lvl3pPr algn="l">
              <a:defRPr sz="1725" b="1">
                <a:solidFill>
                  <a:srgbClr val="F5F7FF"/>
                </a:solidFill>
                <a:latin typeface="Arial"/>
                <a:ea typeface="Arial"/>
                <a:cs typeface="Arial"/>
              </a:defRPr>
            </a:lvl3pPr>
            <a:lvl4pPr algn="l">
              <a:defRPr sz="1725" b="1">
                <a:solidFill>
                  <a:srgbClr val="F5F7FF"/>
                </a:solidFill>
                <a:latin typeface="Arial"/>
                <a:ea typeface="Arial"/>
                <a:cs typeface="Arial"/>
              </a:defRPr>
            </a:lvl4pPr>
            <a:lvl5pPr algn="l">
              <a:defRPr sz="1725" b="1">
                <a:solidFill>
                  <a:srgbClr val="F5F7FF"/>
                </a:solidFill>
                <a:latin typeface="Arial"/>
                <a:ea typeface="Arial"/>
                <a:cs typeface="Arial"/>
              </a:defRPr>
            </a:lvl5pPr>
            <a:lvl6pPr algn="l">
              <a:defRPr sz="1725" b="1">
                <a:solidFill>
                  <a:srgbClr val="F5F7FF"/>
                </a:solidFill>
                <a:latin typeface="Arial"/>
                <a:ea typeface="Arial"/>
                <a:cs typeface="Arial"/>
              </a:defRPr>
            </a:lvl6pPr>
            <a:lvl7pPr algn="l">
              <a:defRPr sz="1725" b="1">
                <a:solidFill>
                  <a:srgbClr val="F5F7FF"/>
                </a:solidFill>
                <a:latin typeface="Arial"/>
                <a:ea typeface="Arial"/>
                <a:cs typeface="Arial"/>
              </a:defRPr>
            </a:lvl7pPr>
            <a:lvl8pPr algn="l">
              <a:defRPr sz="1725" b="1">
                <a:solidFill>
                  <a:srgbClr val="F5F7FF"/>
                </a:solidFill>
                <a:latin typeface="Arial"/>
                <a:ea typeface="Arial"/>
                <a:cs typeface="Arial"/>
              </a:defRPr>
            </a:lvl8pPr>
            <a:lvl9pPr algn="l">
              <a:defRPr sz="1725" b="1">
                <a:solidFill>
                  <a:srgbClr val="F5F7FF"/>
                </a:solidFill>
                <a:latin typeface="Arial"/>
                <a:ea typeface="Arial"/>
                <a:cs typeface="Arial"/>
              </a:defRPr>
            </a:lvl9pPr>
          </a:lstStyle>
          <a:p xmlns:a="http://schemas.openxmlformats.org/drawingml/2006/main">
            <a:pPr algn="l">
              <a:defRPr sz="1725" b="1">
                <a:solidFill>
                  <a:srgbClr val="F5F7FF"/>
                </a:solidFill>
                <a:latin typeface="Arial"/>
                <a:ea typeface="Arial"/>
                <a:cs typeface="Arial"/>
              </a:defRPr>
            </a:pPr>
            <a:r>
              <a:rPr sz="1725" b="1">
                <a:solidFill>
                  <a:srgbClr val="F5F7FF"/>
                </a:solidFill>
                <a:latin typeface="Arial"/>
                <a:ea typeface="Arial"/>
                <a:cs typeface="Arial"/>
              </a:rPr>
              <a:t>O’REILLY LIVE</a:t>
            </a:r>
          </a:p>
        </p:txBody>
      </p:sp>
      <p:sp>
        <p:nvSpPr>
          <p:cNvPr id="3" name="text-2">
            <a:extLst xmlns:a="http://schemas.openxmlformats.org/drawingml/2006/main">
              <a:ext uri="{FF2B5EF4-FFF2-40B4-BE49-F238E27FC236}">
                <a16:creationId xmlns:a16="http://schemas.microsoft.com/office/drawing/2014/main" id="{BB6C45F0-B88A-4F5D-8859-A6C2645FC399}"/>
              </a:ext>
            </a:extLst>
          </p:cNvPr>
          <p:cNvSpPr>
            <a:spLocks xmlns:a="http://schemas.openxmlformats.org/drawingml/2006/main" noGrp="1"/>
          </p:cNvSpPr>
          <p:nvPr/>
        </p:nvSpPr>
        <p:spPr>
          <a:xfrm xmlns:a="http://schemas.openxmlformats.org/drawingml/2006/main">
            <a:off x="685800" y="1895475"/>
            <a:ext cx="5762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8400" b="1">
                <a:solidFill>
                  <a:srgbClr val="F5F7FF"/>
                </a:solidFill>
                <a:latin typeface="Arial"/>
                <a:ea typeface="Arial"/>
                <a:cs typeface="Arial"/>
              </a:defRPr>
            </a:defPPr>
            <a:lvl1pPr algn="l">
              <a:defRPr sz="8400" b="1">
                <a:solidFill>
                  <a:srgbClr val="F5F7FF"/>
                </a:solidFill>
                <a:latin typeface="Arial"/>
                <a:ea typeface="Arial"/>
                <a:cs typeface="Arial"/>
              </a:defRPr>
            </a:lvl1pPr>
            <a:lvl2pPr algn="l">
              <a:defRPr sz="8400" b="1">
                <a:solidFill>
                  <a:srgbClr val="F5F7FF"/>
                </a:solidFill>
                <a:latin typeface="Arial"/>
                <a:ea typeface="Arial"/>
                <a:cs typeface="Arial"/>
              </a:defRPr>
            </a:lvl2pPr>
            <a:lvl3pPr algn="l">
              <a:defRPr sz="8400" b="1">
                <a:solidFill>
                  <a:srgbClr val="F5F7FF"/>
                </a:solidFill>
                <a:latin typeface="Arial"/>
                <a:ea typeface="Arial"/>
                <a:cs typeface="Arial"/>
              </a:defRPr>
            </a:lvl3pPr>
            <a:lvl4pPr algn="l">
              <a:defRPr sz="8400" b="1">
                <a:solidFill>
                  <a:srgbClr val="F5F7FF"/>
                </a:solidFill>
                <a:latin typeface="Arial"/>
                <a:ea typeface="Arial"/>
                <a:cs typeface="Arial"/>
              </a:defRPr>
            </a:lvl4pPr>
            <a:lvl5pPr algn="l">
              <a:defRPr sz="8400" b="1">
                <a:solidFill>
                  <a:srgbClr val="F5F7FF"/>
                </a:solidFill>
                <a:latin typeface="Arial"/>
                <a:ea typeface="Arial"/>
                <a:cs typeface="Arial"/>
              </a:defRPr>
            </a:lvl5pPr>
            <a:lvl6pPr algn="l">
              <a:defRPr sz="8400" b="1">
                <a:solidFill>
                  <a:srgbClr val="F5F7FF"/>
                </a:solidFill>
                <a:latin typeface="Arial"/>
                <a:ea typeface="Arial"/>
                <a:cs typeface="Arial"/>
              </a:defRPr>
            </a:lvl6pPr>
            <a:lvl7pPr algn="l">
              <a:defRPr sz="8400" b="1">
                <a:solidFill>
                  <a:srgbClr val="F5F7FF"/>
                </a:solidFill>
                <a:latin typeface="Arial"/>
                <a:ea typeface="Arial"/>
                <a:cs typeface="Arial"/>
              </a:defRPr>
            </a:lvl7pPr>
            <a:lvl8pPr algn="l">
              <a:defRPr sz="8400" b="1">
                <a:solidFill>
                  <a:srgbClr val="F5F7FF"/>
                </a:solidFill>
                <a:latin typeface="Arial"/>
                <a:ea typeface="Arial"/>
                <a:cs typeface="Arial"/>
              </a:defRPr>
            </a:lvl8pPr>
            <a:lvl9pPr algn="l">
              <a:defRPr sz="8400" b="1">
                <a:solidFill>
                  <a:srgbClr val="F5F7FF"/>
                </a:solidFill>
                <a:latin typeface="Arial"/>
                <a:ea typeface="Arial"/>
                <a:cs typeface="Arial"/>
              </a:defRPr>
            </a:lvl9pPr>
          </a:lstStyle>
          <a:p xmlns:a="http://schemas.openxmlformats.org/drawingml/2006/main">
            <a:pPr algn="l">
              <a:defRPr sz="8400" b="1">
                <a:solidFill>
                  <a:srgbClr val="F5F7FF"/>
                </a:solidFill>
                <a:latin typeface="Arial"/>
                <a:ea typeface="Arial"/>
                <a:cs typeface="Arial"/>
              </a:defRPr>
            </a:pPr>
            <a:r>
              <a:rPr sz="8400" b="1">
                <a:solidFill>
                  <a:srgbClr val="F5F7FF"/>
                </a:solidFill>
                <a:latin typeface="Arial"/>
                <a:ea typeface="Arial"/>
                <a:cs typeface="Arial"/>
              </a:rPr>
              <a:t>Codex</a:t>
            </a:r>
          </a:p>
        </p:txBody>
      </p:sp>
      <p:sp>
        <p:nvSpPr>
          <p:cNvPr id="4" name="text-3">
            <a:extLst xmlns:a="http://schemas.openxmlformats.org/drawingml/2006/main">
              <a:ext uri="{FF2B5EF4-FFF2-40B4-BE49-F238E27FC236}">
                <a16:creationId xmlns:a16="http://schemas.microsoft.com/office/drawing/2014/main" id="{2CFD678D-452C-455F-B90E-27C5267AE567}"/>
              </a:ext>
            </a:extLst>
          </p:cNvPr>
          <p:cNvSpPr>
            <a:spLocks xmlns:a="http://schemas.openxmlformats.org/drawingml/2006/main" noGrp="1"/>
          </p:cNvSpPr>
          <p:nvPr/>
        </p:nvSpPr>
        <p:spPr>
          <a:xfrm xmlns:a="http://schemas.openxmlformats.org/drawingml/2006/main">
            <a:off x="723900" y="3171825"/>
            <a:ext cx="56769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6600" b="1">
                <a:solidFill>
                  <a:srgbClr val="AABEFF"/>
                </a:solidFill>
                <a:latin typeface="Arial"/>
                <a:ea typeface="Arial"/>
                <a:cs typeface="Arial"/>
              </a:defRPr>
            </a:defPPr>
            <a:lvl1pPr algn="l">
              <a:defRPr sz="6600" b="1">
                <a:solidFill>
                  <a:srgbClr val="AABEFF"/>
                </a:solidFill>
                <a:latin typeface="Arial"/>
                <a:ea typeface="Arial"/>
                <a:cs typeface="Arial"/>
              </a:defRPr>
            </a:lvl1pPr>
            <a:lvl2pPr algn="l">
              <a:defRPr sz="6600" b="1">
                <a:solidFill>
                  <a:srgbClr val="AABEFF"/>
                </a:solidFill>
                <a:latin typeface="Arial"/>
                <a:ea typeface="Arial"/>
                <a:cs typeface="Arial"/>
              </a:defRPr>
            </a:lvl2pPr>
            <a:lvl3pPr algn="l">
              <a:defRPr sz="6600" b="1">
                <a:solidFill>
                  <a:srgbClr val="AABEFF"/>
                </a:solidFill>
                <a:latin typeface="Arial"/>
                <a:ea typeface="Arial"/>
                <a:cs typeface="Arial"/>
              </a:defRPr>
            </a:lvl3pPr>
            <a:lvl4pPr algn="l">
              <a:defRPr sz="6600" b="1">
                <a:solidFill>
                  <a:srgbClr val="AABEFF"/>
                </a:solidFill>
                <a:latin typeface="Arial"/>
                <a:ea typeface="Arial"/>
                <a:cs typeface="Arial"/>
              </a:defRPr>
            </a:lvl4pPr>
            <a:lvl5pPr algn="l">
              <a:defRPr sz="6600" b="1">
                <a:solidFill>
                  <a:srgbClr val="AABEFF"/>
                </a:solidFill>
                <a:latin typeface="Arial"/>
                <a:ea typeface="Arial"/>
                <a:cs typeface="Arial"/>
              </a:defRPr>
            </a:lvl5pPr>
            <a:lvl6pPr algn="l">
              <a:defRPr sz="6600" b="1">
                <a:solidFill>
                  <a:srgbClr val="AABEFF"/>
                </a:solidFill>
                <a:latin typeface="Arial"/>
                <a:ea typeface="Arial"/>
                <a:cs typeface="Arial"/>
              </a:defRPr>
            </a:lvl6pPr>
            <a:lvl7pPr algn="l">
              <a:defRPr sz="6600" b="1">
                <a:solidFill>
                  <a:srgbClr val="AABEFF"/>
                </a:solidFill>
                <a:latin typeface="Arial"/>
                <a:ea typeface="Arial"/>
                <a:cs typeface="Arial"/>
              </a:defRPr>
            </a:lvl7pPr>
            <a:lvl8pPr algn="l">
              <a:defRPr sz="6600" b="1">
                <a:solidFill>
                  <a:srgbClr val="AABEFF"/>
                </a:solidFill>
                <a:latin typeface="Arial"/>
                <a:ea typeface="Arial"/>
                <a:cs typeface="Arial"/>
              </a:defRPr>
            </a:lvl8pPr>
            <a:lvl9pPr algn="l">
              <a:defRPr sz="6600" b="1">
                <a:solidFill>
                  <a:srgbClr val="AABEFF"/>
                </a:solidFill>
                <a:latin typeface="Arial"/>
                <a:ea typeface="Arial"/>
                <a:cs typeface="Arial"/>
              </a:defRPr>
            </a:lvl9pPr>
          </a:lstStyle>
          <a:p xmlns:a="http://schemas.openxmlformats.org/drawingml/2006/main">
            <a:pPr algn="l">
              <a:defRPr sz="6600" b="1">
                <a:solidFill>
                  <a:srgbClr val="AABEFF"/>
                </a:solidFill>
                <a:latin typeface="Arial"/>
                <a:ea typeface="Arial"/>
                <a:cs typeface="Arial"/>
              </a:defRPr>
            </a:pPr>
            <a:r>
              <a:rPr sz="6600" b="1">
                <a:solidFill>
                  <a:srgbClr val="AABEFF"/>
                </a:solidFill>
                <a:latin typeface="Arial"/>
                <a:ea typeface="Arial"/>
                <a:cs typeface="Arial"/>
              </a:rPr>
              <a:t>&amp; Coffee</a:t>
            </a:r>
          </a:p>
        </p:txBody>
      </p:sp>
      <p:sp>
        <p:nvSpPr>
          <p:cNvPr id="5" name="text-4">
            <a:extLst xmlns:a="http://schemas.openxmlformats.org/drawingml/2006/main">
              <a:ext uri="{FF2B5EF4-FFF2-40B4-BE49-F238E27FC236}">
                <a16:creationId xmlns:a16="http://schemas.microsoft.com/office/drawing/2014/main" id="{3C5C5C1C-E319-4101-9BB0-8C54DD5A0DA7}"/>
              </a:ext>
            </a:extLst>
          </p:cNvPr>
          <p:cNvSpPr>
            <a:spLocks xmlns:a="http://schemas.openxmlformats.org/drawingml/2006/main" noGrp="1"/>
          </p:cNvSpPr>
          <p:nvPr/>
        </p:nvSpPr>
        <p:spPr>
          <a:xfrm xmlns:a="http://schemas.openxmlformats.org/drawingml/2006/main">
            <a:off x="742950" y="49434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2100" b="0">
                <a:solidFill>
                  <a:srgbClr val="F5F7FF"/>
                </a:solidFill>
                <a:latin typeface="Arial"/>
                <a:ea typeface="Arial"/>
                <a:cs typeface="Arial"/>
              </a:defRPr>
            </a:defPPr>
            <a:lvl1pPr algn="l">
              <a:defRPr sz="2100" b="0">
                <a:solidFill>
                  <a:srgbClr val="F5F7FF"/>
                </a:solidFill>
                <a:latin typeface="Arial"/>
                <a:ea typeface="Arial"/>
                <a:cs typeface="Arial"/>
              </a:defRPr>
            </a:lvl1pPr>
            <a:lvl2pPr algn="l">
              <a:defRPr sz="2100" b="0">
                <a:solidFill>
                  <a:srgbClr val="F5F7FF"/>
                </a:solidFill>
                <a:latin typeface="Arial"/>
                <a:ea typeface="Arial"/>
                <a:cs typeface="Arial"/>
              </a:defRPr>
            </a:lvl2pPr>
            <a:lvl3pPr algn="l">
              <a:defRPr sz="2100" b="0">
                <a:solidFill>
                  <a:srgbClr val="F5F7FF"/>
                </a:solidFill>
                <a:latin typeface="Arial"/>
                <a:ea typeface="Arial"/>
                <a:cs typeface="Arial"/>
              </a:defRPr>
            </a:lvl3pPr>
            <a:lvl4pPr algn="l">
              <a:defRPr sz="2100" b="0">
                <a:solidFill>
                  <a:srgbClr val="F5F7FF"/>
                </a:solidFill>
                <a:latin typeface="Arial"/>
                <a:ea typeface="Arial"/>
                <a:cs typeface="Arial"/>
              </a:defRPr>
            </a:lvl4pPr>
            <a:lvl5pPr algn="l">
              <a:defRPr sz="2100" b="0">
                <a:solidFill>
                  <a:srgbClr val="F5F7FF"/>
                </a:solidFill>
                <a:latin typeface="Arial"/>
                <a:ea typeface="Arial"/>
                <a:cs typeface="Arial"/>
              </a:defRPr>
            </a:lvl5pPr>
            <a:lvl6pPr algn="l">
              <a:defRPr sz="2100" b="0">
                <a:solidFill>
                  <a:srgbClr val="F5F7FF"/>
                </a:solidFill>
                <a:latin typeface="Arial"/>
                <a:ea typeface="Arial"/>
                <a:cs typeface="Arial"/>
              </a:defRPr>
            </a:lvl6pPr>
            <a:lvl7pPr algn="l">
              <a:defRPr sz="2100" b="0">
                <a:solidFill>
                  <a:srgbClr val="F5F7FF"/>
                </a:solidFill>
                <a:latin typeface="Arial"/>
                <a:ea typeface="Arial"/>
                <a:cs typeface="Arial"/>
              </a:defRPr>
            </a:lvl7pPr>
            <a:lvl8pPr algn="l">
              <a:defRPr sz="2100" b="0">
                <a:solidFill>
                  <a:srgbClr val="F5F7FF"/>
                </a:solidFill>
                <a:latin typeface="Arial"/>
                <a:ea typeface="Arial"/>
                <a:cs typeface="Arial"/>
              </a:defRPr>
            </a:lvl8pPr>
            <a:lvl9pPr algn="l">
              <a:defRPr sz="2100" b="0">
                <a:solidFill>
                  <a:srgbClr val="F5F7FF"/>
                </a:solidFill>
                <a:latin typeface="Arial"/>
                <a:ea typeface="Arial"/>
                <a:cs typeface="Arial"/>
              </a:defRPr>
            </a:lvl9pPr>
          </a:lstStyle>
          <a:p xmlns:a="http://schemas.openxmlformats.org/drawingml/2006/main">
            <a:pPr algn="l">
              <a:defRPr sz="2100" b="0">
                <a:solidFill>
                  <a:srgbClr val="F5F7FF"/>
                </a:solidFill>
                <a:latin typeface="Arial"/>
                <a:ea typeface="Arial"/>
                <a:cs typeface="Arial"/>
              </a:defRPr>
            </a:pPr>
            <a:r>
              <a:rPr sz="2100" b="0">
                <a:solidFill>
                  <a:srgbClr val="F5F7FF"/>
                </a:solidFill>
                <a:latin typeface="Arial"/>
                <a:ea typeface="Arial"/>
                <a:cs typeface="Arial"/>
              </a:rPr>
              <a:t>Mark Kashef</a:t>
            </a:r>
          </a:p>
        </p:txBody>
      </p:sp>
      <p:sp>
        <p:nvSpPr>
          <p:cNvPr id="6" name="text-5">
            <a:extLst xmlns:a="http://schemas.openxmlformats.org/drawingml/2006/main">
              <a:ext uri="{FF2B5EF4-FFF2-40B4-BE49-F238E27FC236}">
                <a16:creationId xmlns:a16="http://schemas.microsoft.com/office/drawing/2014/main" id="{9BE772A3-5EA6-43F6-9D13-F1F0AB0A9909}"/>
              </a:ext>
            </a:extLst>
          </p:cNvPr>
          <p:cNvSpPr>
            <a:spLocks xmlns:a="http://schemas.openxmlformats.org/drawingml/2006/main" noGrp="1"/>
          </p:cNvSpPr>
          <p:nvPr/>
        </p:nvSpPr>
        <p:spPr>
          <a:xfrm xmlns:a="http://schemas.openxmlformats.org/drawingml/2006/main">
            <a:off x="752475" y="58007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1">
                <a:solidFill>
                  <a:srgbClr val="AABEFF"/>
                </a:solidFill>
                <a:latin typeface="Arial"/>
                <a:ea typeface="Arial"/>
                <a:cs typeface="Arial"/>
              </a:defRPr>
            </a:defPPr>
            <a:lvl1pPr algn="l">
              <a:defRPr sz="1350" b="1">
                <a:solidFill>
                  <a:srgbClr val="AABEFF"/>
                </a:solidFill>
                <a:latin typeface="Arial"/>
                <a:ea typeface="Arial"/>
                <a:cs typeface="Arial"/>
              </a:defRPr>
            </a:lvl1pPr>
            <a:lvl2pPr algn="l">
              <a:defRPr sz="1350" b="1">
                <a:solidFill>
                  <a:srgbClr val="AABEFF"/>
                </a:solidFill>
                <a:latin typeface="Arial"/>
                <a:ea typeface="Arial"/>
                <a:cs typeface="Arial"/>
              </a:defRPr>
            </a:lvl2pPr>
            <a:lvl3pPr algn="l">
              <a:defRPr sz="1350" b="1">
                <a:solidFill>
                  <a:srgbClr val="AABEFF"/>
                </a:solidFill>
                <a:latin typeface="Arial"/>
                <a:ea typeface="Arial"/>
                <a:cs typeface="Arial"/>
              </a:defRPr>
            </a:lvl3pPr>
            <a:lvl4pPr algn="l">
              <a:defRPr sz="1350" b="1">
                <a:solidFill>
                  <a:srgbClr val="AABEFF"/>
                </a:solidFill>
                <a:latin typeface="Arial"/>
                <a:ea typeface="Arial"/>
                <a:cs typeface="Arial"/>
              </a:defRPr>
            </a:lvl4pPr>
            <a:lvl5pPr algn="l">
              <a:defRPr sz="1350" b="1">
                <a:solidFill>
                  <a:srgbClr val="AABEFF"/>
                </a:solidFill>
                <a:latin typeface="Arial"/>
                <a:ea typeface="Arial"/>
                <a:cs typeface="Arial"/>
              </a:defRPr>
            </a:lvl5pPr>
            <a:lvl6pPr algn="l">
              <a:defRPr sz="1350" b="1">
                <a:solidFill>
                  <a:srgbClr val="AABEFF"/>
                </a:solidFill>
                <a:latin typeface="Arial"/>
                <a:ea typeface="Arial"/>
                <a:cs typeface="Arial"/>
              </a:defRPr>
            </a:lvl6pPr>
            <a:lvl7pPr algn="l">
              <a:defRPr sz="1350" b="1">
                <a:solidFill>
                  <a:srgbClr val="AABEFF"/>
                </a:solidFill>
                <a:latin typeface="Arial"/>
                <a:ea typeface="Arial"/>
                <a:cs typeface="Arial"/>
              </a:defRPr>
            </a:lvl7pPr>
            <a:lvl8pPr algn="l">
              <a:defRPr sz="1350" b="1">
                <a:solidFill>
                  <a:srgbClr val="AABEFF"/>
                </a:solidFill>
                <a:latin typeface="Arial"/>
                <a:ea typeface="Arial"/>
                <a:cs typeface="Arial"/>
              </a:defRPr>
            </a:lvl8pPr>
            <a:lvl9pPr algn="l">
              <a:defRPr sz="1350" b="1">
                <a:solidFill>
                  <a:srgbClr val="AABEFF"/>
                </a:solidFill>
                <a:latin typeface="Arial"/>
                <a:ea typeface="Arial"/>
                <a:cs typeface="Arial"/>
              </a:defRPr>
            </a:lvl9pPr>
          </a:lstStyle>
          <a:p xmlns:a="http://schemas.openxmlformats.org/drawingml/2006/main">
            <a:pPr algn="l">
              <a:defRPr sz="1350" b="1">
                <a:solidFill>
                  <a:srgbClr val="AABEFF"/>
                </a:solidFill>
                <a:latin typeface="Arial"/>
                <a:ea typeface="Arial"/>
                <a:cs typeface="Arial"/>
              </a:defRPr>
            </a:pPr>
            <a:r>
              <a:rPr sz="1350" b="1">
                <a:solidFill>
                  <a:srgbClr val="AABEFF"/>
                </a:solidFill>
                <a:latin typeface="Arial"/>
                <a:ea typeface="Arial"/>
                <a:cs typeface="Arial"/>
              </a:rPr>
              <a:t>DAY 1</a:t>
            </a:r>
          </a:p>
        </p:txBody>
      </p:sp>
      <p:sp>
        <p:nvSpPr>
          <p:cNvPr id="7" name="text-6">
            <a:extLst xmlns:a="http://schemas.openxmlformats.org/drawingml/2006/main">
              <a:ext uri="{FF2B5EF4-FFF2-40B4-BE49-F238E27FC236}">
                <a16:creationId xmlns:a16="http://schemas.microsoft.com/office/drawing/2014/main" id="{90704543-597B-452D-8066-D0E19BA454EC}"/>
              </a:ext>
            </a:extLst>
          </p:cNvPr>
          <p:cNvSpPr>
            <a:spLocks xmlns:a="http://schemas.openxmlformats.org/drawingml/2006/main" noGrp="1"/>
          </p:cNvSpPr>
          <p:nvPr/>
        </p:nvSpPr>
        <p:spPr>
          <a:xfrm xmlns:a="http://schemas.openxmlformats.org/drawingml/2006/main">
            <a:off x="752475" y="6162675"/>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950" b="0">
                <a:solidFill>
                  <a:srgbClr val="F5F7FF"/>
                </a:solidFill>
                <a:latin typeface="Arial"/>
                <a:ea typeface="Arial"/>
                <a:cs typeface="Arial"/>
              </a:defRPr>
            </a:defPPr>
            <a:lvl1pPr algn="l">
              <a:defRPr sz="1950" b="0">
                <a:solidFill>
                  <a:srgbClr val="F5F7FF"/>
                </a:solidFill>
                <a:latin typeface="Arial"/>
                <a:ea typeface="Arial"/>
                <a:cs typeface="Arial"/>
              </a:defRPr>
            </a:lvl1pPr>
            <a:lvl2pPr algn="l">
              <a:defRPr sz="1950" b="0">
                <a:solidFill>
                  <a:srgbClr val="F5F7FF"/>
                </a:solidFill>
                <a:latin typeface="Arial"/>
                <a:ea typeface="Arial"/>
                <a:cs typeface="Arial"/>
              </a:defRPr>
            </a:lvl2pPr>
            <a:lvl3pPr algn="l">
              <a:defRPr sz="1950" b="0">
                <a:solidFill>
                  <a:srgbClr val="F5F7FF"/>
                </a:solidFill>
                <a:latin typeface="Arial"/>
                <a:ea typeface="Arial"/>
                <a:cs typeface="Arial"/>
              </a:defRPr>
            </a:lvl3pPr>
            <a:lvl4pPr algn="l">
              <a:defRPr sz="1950" b="0">
                <a:solidFill>
                  <a:srgbClr val="F5F7FF"/>
                </a:solidFill>
                <a:latin typeface="Arial"/>
                <a:ea typeface="Arial"/>
                <a:cs typeface="Arial"/>
              </a:defRPr>
            </a:lvl4pPr>
            <a:lvl5pPr algn="l">
              <a:defRPr sz="1950" b="0">
                <a:solidFill>
                  <a:srgbClr val="F5F7FF"/>
                </a:solidFill>
                <a:latin typeface="Arial"/>
                <a:ea typeface="Arial"/>
                <a:cs typeface="Arial"/>
              </a:defRPr>
            </a:lvl5pPr>
            <a:lvl6pPr algn="l">
              <a:defRPr sz="1950" b="0">
                <a:solidFill>
                  <a:srgbClr val="F5F7FF"/>
                </a:solidFill>
                <a:latin typeface="Arial"/>
                <a:ea typeface="Arial"/>
                <a:cs typeface="Arial"/>
              </a:defRPr>
            </a:lvl6pPr>
            <a:lvl7pPr algn="l">
              <a:defRPr sz="1950" b="0">
                <a:solidFill>
                  <a:srgbClr val="F5F7FF"/>
                </a:solidFill>
                <a:latin typeface="Arial"/>
                <a:ea typeface="Arial"/>
                <a:cs typeface="Arial"/>
              </a:defRPr>
            </a:lvl7pPr>
            <a:lvl8pPr algn="l">
              <a:defRPr sz="1950" b="0">
                <a:solidFill>
                  <a:srgbClr val="F5F7FF"/>
                </a:solidFill>
                <a:latin typeface="Arial"/>
                <a:ea typeface="Arial"/>
                <a:cs typeface="Arial"/>
              </a:defRPr>
            </a:lvl8pPr>
            <a:lvl9pPr algn="l">
              <a:defRPr sz="1950" b="0">
                <a:solidFill>
                  <a:srgbClr val="F5F7FF"/>
                </a:solidFill>
                <a:latin typeface="Arial"/>
                <a:ea typeface="Arial"/>
                <a:cs typeface="Arial"/>
              </a:defRPr>
            </a:lvl9pPr>
          </a:lstStyle>
          <a:p xmlns:a="http://schemas.openxmlformats.org/drawingml/2006/main">
            <a:pPr algn="l">
              <a:defRPr sz="1950" b="0">
                <a:solidFill>
                  <a:srgbClr val="F5F7FF"/>
                </a:solidFill>
                <a:latin typeface="Arial"/>
                <a:ea typeface="Arial"/>
                <a:cs typeface="Arial"/>
              </a:defRPr>
            </a:pPr>
            <a:r>
              <a:rPr sz="1950" b="0">
                <a:solidFill>
                  <a:srgbClr val="F5F7FF"/>
                </a:solidFill>
                <a:latin typeface="Arial"/>
                <a:ea typeface="Arial"/>
                <a:cs typeface="Arial"/>
              </a:rPr>
              <a:t>Auditing Your Starting Point</a:t>
            </a:r>
          </a:p>
        </p:txBody>
      </p:sp>
    </p:spTree>
    <p:extLst>
      <p:ext uri="{BB962C8B-B14F-4D97-AF65-F5344CB8AC3E}">
        <p14:creationId xmlns:p14="http://schemas.microsoft.com/office/powerpoint/2010/main" val="1718352140"/>
      </p:ext>
    </p:extLst>
  </p:cSld>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8F5F0"/>
        </a:solidFill>
      </p:bgPr>
    </p:bg>
    <p:spTree>
      <p:nvGrpSpPr>
        <p:cNvPr id="1" name=""/>
        <p:cNvGrpSpPr/>
        <p:nvPr/>
      </p:nvGrpSpPr>
      <p:grpSpPr>
        <a:xfrm/>
      </p:grpSpPr>
      <p:sp>
        <p:nvSpPr>
          <p:cNvPr id="7" name="text-7">
            <a:extLst>
              <a:ext uri="{FF2B5EF4-FFF2-40B4-BE49-F238E27FC236}">
                <ns2:creationId id="{6BE67DFD-56A9-4AA5-AD2C-551FBE60E878}"/>
              </a:ext>
            </a:extLst>
          </p:cNvPr>
          <p:cNvSpPr>
            <a:spLocks noGrp="1"/>
          </p:cNvSpPr>
          <p:nvPr/>
        </p:nvSpPr>
        <p:spPr>
          <a:xfrm>
            <a:off x="609600" y="6486525"/>
            <a:ext cx="4286250" cy="228600"/>
          </a:xfrm>
          <a:prstGeom prst="rect">
            <a:avLst/>
          </a:prstGeom>
          <a:noFill/>
          <a:ln w="0">
            <a:noFill/>
          </a:ln>
        </p:spPr>
        <p:txBody>
          <a:bodyPr anchor="t">
            <a:noAutofit/>
          </a:bodyPr>
          <a:lstStyle>
            <a:defPPr algn="l">
              <a:defRPr sz="1125" b="0">
                <a:solidFill>
                  <a:srgbClr val="686868"/>
                </a:solidFill>
                <a:latin typeface="Arial"/>
                <a:ea typeface="Arial"/>
                <a:cs typeface="Arial"/>
              </a:defRPr>
            </a:defPPr>
            <a:lvl1pPr algn="l">
              <a:defRPr sz="1125" b="0">
                <a:solidFill>
                  <a:srgbClr val="686868"/>
                </a:solidFill>
                <a:latin typeface="Arial"/>
                <a:ea typeface="Arial"/>
                <a:cs typeface="Arial"/>
              </a:defRPr>
            </a:lvl1pPr>
            <a:lvl2pPr algn="l">
              <a:defRPr sz="1125" b="0">
                <a:solidFill>
                  <a:srgbClr val="686868"/>
                </a:solidFill>
                <a:latin typeface="Arial"/>
                <a:ea typeface="Arial"/>
                <a:cs typeface="Arial"/>
              </a:defRPr>
            </a:lvl2pPr>
            <a:lvl3pPr algn="l">
              <a:defRPr sz="1125" b="0">
                <a:solidFill>
                  <a:srgbClr val="686868"/>
                </a:solidFill>
                <a:latin typeface="Arial"/>
                <a:ea typeface="Arial"/>
                <a:cs typeface="Arial"/>
              </a:defRPr>
            </a:lvl3pPr>
            <a:lvl4pPr algn="l">
              <a:defRPr sz="1125" b="0">
                <a:solidFill>
                  <a:srgbClr val="686868"/>
                </a:solidFill>
                <a:latin typeface="Arial"/>
                <a:ea typeface="Arial"/>
                <a:cs typeface="Arial"/>
              </a:defRPr>
            </a:lvl4pPr>
            <a:lvl5pPr algn="l">
              <a:defRPr sz="1125" b="0">
                <a:solidFill>
                  <a:srgbClr val="686868"/>
                </a:solidFill>
                <a:latin typeface="Arial"/>
                <a:ea typeface="Arial"/>
                <a:cs typeface="Arial"/>
              </a:defRPr>
            </a:lvl5pPr>
            <a:lvl6pPr algn="l">
              <a:defRPr sz="1125" b="0">
                <a:solidFill>
                  <a:srgbClr val="686868"/>
                </a:solidFill>
                <a:latin typeface="Arial"/>
                <a:ea typeface="Arial"/>
                <a:cs typeface="Arial"/>
              </a:defRPr>
            </a:lvl6pPr>
            <a:lvl7pPr algn="l">
              <a:defRPr sz="1125" b="0">
                <a:solidFill>
                  <a:srgbClr val="686868"/>
                </a:solidFill>
                <a:latin typeface="Arial"/>
                <a:ea typeface="Arial"/>
                <a:cs typeface="Arial"/>
              </a:defRPr>
            </a:lvl7pPr>
            <a:lvl8pPr algn="l">
              <a:defRPr sz="1125" b="0">
                <a:solidFill>
                  <a:srgbClr val="686868"/>
                </a:solidFill>
                <a:latin typeface="Arial"/>
                <a:ea typeface="Arial"/>
                <a:cs typeface="Arial"/>
              </a:defRPr>
            </a:lvl8pPr>
            <a:lvl9pPr algn="l">
              <a:defRPr sz="1125" b="0">
                <a:solidFill>
                  <a:srgbClr val="686868"/>
                </a:solidFill>
                <a:latin typeface="Arial"/>
                <a:ea typeface="Arial"/>
                <a:cs typeface="Arial"/>
              </a:defRPr>
            </a:lvl9pPr>
          </a:lstStyle>
          <a:p>
            <a:pPr algn="l">
              <a:defRPr sz="1125" b="0">
                <a:solidFill>
                  <a:srgbClr val="686868"/>
                </a:solidFill>
                <a:latin typeface="Arial"/>
                <a:ea typeface="Arial"/>
                <a:cs typeface="Arial"/>
              </a:defRPr>
            </a:pPr>
            <a:r>
              <a:rPr sz="1125" b="0">
                <a:solidFill>
                  <a:srgbClr val="686868"/>
                </a:solidFill>
                <a:latin typeface="Arial"/>
                <a:ea typeface="Arial"/>
                <a:cs typeface="Arial"/>
              </a:rPr>
              <a:t>CODEX &amp; COFFEE</a:t>
            </a:r>
          </a:p>
        </p:txBody>
      </p:sp>
      <p:sp>
        <p:nvSpPr>
          <p:cNvPr id="2" name="text-8">
            <a:extLst>
              <a:ext uri="{FF2B5EF4-FFF2-40B4-BE49-F238E27FC236}">
                <ns2:creationId id="{A2BE1FF1-69A3-4BEA-9B04-B8F121079A72}"/>
              </a:ext>
            </a:extLst>
          </p:cNvPr>
          <p:cNvSpPr>
            <a:spLocks noGrp="1"/>
          </p:cNvSpPr>
          <p:nvPr/>
        </p:nvSpPr>
        <p:spPr>
          <a:xfrm>
            <a:off x="9525000" y="6486525"/>
            <a:ext cx="2057400" cy="228600"/>
          </a:xfrm>
          <a:prstGeom prst="rect">
            <a:avLst/>
          </a:prstGeom>
          <a:noFill/>
          <a:ln w="0">
            <a:noFill/>
          </a:ln>
        </p:spPr>
        <p:txBody>
          <a:bodyPr anchor="t">
            <a:noAutofit/>
          </a:bodyPr>
          <a:lstStyle>
            <a:defPPr algn="r">
              <a:defRPr sz="1125" b="0">
                <a:solidFill>
                  <a:srgbClr val="686868"/>
                </a:solidFill>
                <a:latin typeface="Arial"/>
                <a:ea typeface="Arial"/>
                <a:cs typeface="Arial"/>
              </a:defRPr>
            </a:defPPr>
            <a:lvl1pPr algn="r">
              <a:defRPr sz="1125" b="0">
                <a:solidFill>
                  <a:srgbClr val="686868"/>
                </a:solidFill>
                <a:latin typeface="Arial"/>
                <a:ea typeface="Arial"/>
                <a:cs typeface="Arial"/>
              </a:defRPr>
            </a:lvl1pPr>
            <a:lvl2pPr algn="r">
              <a:defRPr sz="1125" b="0">
                <a:solidFill>
                  <a:srgbClr val="686868"/>
                </a:solidFill>
                <a:latin typeface="Arial"/>
                <a:ea typeface="Arial"/>
                <a:cs typeface="Arial"/>
              </a:defRPr>
            </a:lvl2pPr>
            <a:lvl3pPr algn="r">
              <a:defRPr sz="1125" b="0">
                <a:solidFill>
                  <a:srgbClr val="686868"/>
                </a:solidFill>
                <a:latin typeface="Arial"/>
                <a:ea typeface="Arial"/>
                <a:cs typeface="Arial"/>
              </a:defRPr>
            </a:lvl3pPr>
            <a:lvl4pPr algn="r">
              <a:defRPr sz="1125" b="0">
                <a:solidFill>
                  <a:srgbClr val="686868"/>
                </a:solidFill>
                <a:latin typeface="Arial"/>
                <a:ea typeface="Arial"/>
                <a:cs typeface="Arial"/>
              </a:defRPr>
            </a:lvl4pPr>
            <a:lvl5pPr algn="r">
              <a:defRPr sz="1125" b="0">
                <a:solidFill>
                  <a:srgbClr val="686868"/>
                </a:solidFill>
                <a:latin typeface="Arial"/>
                <a:ea typeface="Arial"/>
                <a:cs typeface="Arial"/>
              </a:defRPr>
            </a:lvl5pPr>
            <a:lvl6pPr algn="r">
              <a:defRPr sz="1125" b="0">
                <a:solidFill>
                  <a:srgbClr val="686868"/>
                </a:solidFill>
                <a:latin typeface="Arial"/>
                <a:ea typeface="Arial"/>
                <a:cs typeface="Arial"/>
              </a:defRPr>
            </a:lvl6pPr>
            <a:lvl7pPr algn="r">
              <a:defRPr sz="1125" b="0">
                <a:solidFill>
                  <a:srgbClr val="686868"/>
                </a:solidFill>
                <a:latin typeface="Arial"/>
                <a:ea typeface="Arial"/>
                <a:cs typeface="Arial"/>
              </a:defRPr>
            </a:lvl7pPr>
            <a:lvl8pPr algn="r">
              <a:defRPr sz="1125" b="0">
                <a:solidFill>
                  <a:srgbClr val="686868"/>
                </a:solidFill>
                <a:latin typeface="Arial"/>
                <a:ea typeface="Arial"/>
                <a:cs typeface="Arial"/>
              </a:defRPr>
            </a:lvl8pPr>
            <a:lvl9pPr algn="r">
              <a:defRPr sz="1125" b="0">
                <a:solidFill>
                  <a:srgbClr val="686868"/>
                </a:solidFill>
                <a:latin typeface="Arial"/>
                <a:ea typeface="Arial"/>
                <a:cs typeface="Arial"/>
              </a:defRPr>
            </a:lvl9pPr>
          </a:lstStyle>
          <a:p>
            <a:pPr algn="r">
              <a:defRPr sz="1125" b="0">
                <a:solidFill>
                  <a:srgbClr val="686868"/>
                </a:solidFill>
                <a:latin typeface="Arial"/>
                <a:ea typeface="Arial"/>
                <a:cs typeface="Arial"/>
              </a:defRPr>
            </a:pPr>
            <a:r>
              <a:rPr sz="1125" b="0">
                <a:solidFill>
                  <a:srgbClr val="686868"/>
                </a:solidFill>
                <a:latin typeface="Arial"/>
                <a:ea typeface="Arial"/>
                <a:cs typeface="Arial"/>
              </a:rPr>
              <a:t>DAY 01  ·  3</a:t>
            </a:r>
          </a:p>
        </p:txBody>
      </p:sp>
      <p:sp>
        <p:nvSpPr>
          <p:cNvPr id="3" name="text-9">
            <a:extLst>
              <a:ext uri="{FF2B5EF4-FFF2-40B4-BE49-F238E27FC236}">
                <ns2:creationId id="{CF30A9DE-C4DE-4809-8E67-F763B88C368B}"/>
              </a:ext>
            </a:extLst>
          </p:cNvPr>
          <p:cNvSpPr>
            <a:spLocks noGrp="1"/>
          </p:cNvSpPr>
          <p:nvPr/>
        </p:nvSpPr>
        <p:spPr>
          <a:xfrm>
            <a:off x="609600" y="1381125"/>
            <a:ext cx="10972800" cy="609600"/>
          </a:xfrm>
          <a:prstGeom prst="rect">
            <a:avLst/>
          </a:prstGeom>
          <a:noFill/>
          <a:ln w="0">
            <a:noFill/>
          </a:ln>
        </p:spPr>
        <p:txBody>
          <a:bodyPr anchor="t">
            <a:noAutofit/>
          </a:bodyPr>
          <a:lstStyle>
            <a:defPPr algn="ctr">
              <a:defRPr sz="2550" b="1">
                <a:solidFill>
                  <a:srgbClr val="D1372D"/>
                </a:solidFill>
                <a:latin typeface="Arial"/>
                <a:ea typeface="Arial"/>
                <a:cs typeface="Arial"/>
              </a:defRPr>
            </a:defPPr>
            <a:lvl1pPr algn="ctr">
              <a:defRPr sz="2550" b="1">
                <a:solidFill>
                  <a:srgbClr val="D1372D"/>
                </a:solidFill>
                <a:latin typeface="Arial"/>
                <a:ea typeface="Arial"/>
                <a:cs typeface="Arial"/>
              </a:defRPr>
            </a:lvl1pPr>
            <a:lvl2pPr algn="ctr">
              <a:defRPr sz="2550" b="1">
                <a:solidFill>
                  <a:srgbClr val="D1372D"/>
                </a:solidFill>
                <a:latin typeface="Arial"/>
                <a:ea typeface="Arial"/>
                <a:cs typeface="Arial"/>
              </a:defRPr>
            </a:lvl2pPr>
            <a:lvl3pPr algn="ctr">
              <a:defRPr sz="2550" b="1">
                <a:solidFill>
                  <a:srgbClr val="D1372D"/>
                </a:solidFill>
                <a:latin typeface="Arial"/>
                <a:ea typeface="Arial"/>
                <a:cs typeface="Arial"/>
              </a:defRPr>
            </a:lvl3pPr>
            <a:lvl4pPr algn="ctr">
              <a:defRPr sz="2550" b="1">
                <a:solidFill>
                  <a:srgbClr val="D1372D"/>
                </a:solidFill>
                <a:latin typeface="Arial"/>
                <a:ea typeface="Arial"/>
                <a:cs typeface="Arial"/>
              </a:defRPr>
            </a:lvl4pPr>
            <a:lvl5pPr algn="ctr">
              <a:defRPr sz="2550" b="1">
                <a:solidFill>
                  <a:srgbClr val="D1372D"/>
                </a:solidFill>
                <a:latin typeface="Arial"/>
                <a:ea typeface="Arial"/>
                <a:cs typeface="Arial"/>
              </a:defRPr>
            </a:lvl5pPr>
            <a:lvl6pPr algn="ctr">
              <a:defRPr sz="2550" b="1">
                <a:solidFill>
                  <a:srgbClr val="D1372D"/>
                </a:solidFill>
                <a:latin typeface="Arial"/>
                <a:ea typeface="Arial"/>
                <a:cs typeface="Arial"/>
              </a:defRPr>
            </a:lvl6pPr>
            <a:lvl7pPr algn="ctr">
              <a:defRPr sz="2550" b="1">
                <a:solidFill>
                  <a:srgbClr val="D1372D"/>
                </a:solidFill>
                <a:latin typeface="Arial"/>
                <a:ea typeface="Arial"/>
                <a:cs typeface="Arial"/>
              </a:defRPr>
            </a:lvl7pPr>
            <a:lvl8pPr algn="ctr">
              <a:defRPr sz="2550" b="1">
                <a:solidFill>
                  <a:srgbClr val="D1372D"/>
                </a:solidFill>
                <a:latin typeface="Arial"/>
                <a:ea typeface="Arial"/>
                <a:cs typeface="Arial"/>
              </a:defRPr>
            </a:lvl8pPr>
            <a:lvl9pPr algn="ctr">
              <a:defRPr sz="2550" b="1">
                <a:solidFill>
                  <a:srgbClr val="D1372D"/>
                </a:solidFill>
                <a:latin typeface="Arial"/>
                <a:ea typeface="Arial"/>
                <a:cs typeface="Arial"/>
              </a:defRPr>
            </a:lvl9pPr>
          </a:lstStyle>
          <a:p>
            <a:pPr algn="ctr">
              <a:defRPr sz="2550" b="1">
                <a:solidFill>
                  <a:srgbClr val="D1372D"/>
                </a:solidFill>
                <a:latin typeface="Arial"/>
                <a:ea typeface="Arial"/>
                <a:cs typeface="Arial"/>
              </a:defRPr>
            </a:pPr>
            <a:r>
              <a:rPr sz="2550" b="1">
                <a:solidFill>
                  <a:srgbClr val="D1372D"/>
                </a:solidFill>
                <a:latin typeface="Arial"/>
                <a:ea typeface="Arial"/>
                <a:cs typeface="Arial"/>
              </a:rPr>
              <a:t>Day 1</a:t>
            </a:r>
          </a:p>
        </p:txBody>
      </p:sp>
      <p:sp>
        <p:nvSpPr>
          <p:cNvPr id="4" name="text-10">
            <a:extLst>
              <a:ext uri="{FF2B5EF4-FFF2-40B4-BE49-F238E27FC236}">
                <ns2:creationId id="{40D0EF7D-FA48-45B3-9141-1C07352B5D7D}"/>
              </a:ext>
            </a:extLst>
          </p:cNvPr>
          <p:cNvSpPr>
            <a:spLocks noGrp="1"/>
          </p:cNvSpPr>
          <p:nvPr/>
        </p:nvSpPr>
        <p:spPr>
          <a:xfrm>
            <a:off x="609600" y="2524125"/>
            <a:ext cx="10972800" cy="895350"/>
          </a:xfrm>
          <a:prstGeom prst="rect">
            <a:avLst/>
          </a:prstGeom>
          <a:noFill/>
          <a:ln w="0">
            <a:noFill/>
          </a:ln>
        </p:spPr>
        <p:txBody>
          <a:bodyPr anchor="t">
            <a:noAutofit/>
          </a:bodyPr>
          <a:lstStyle>
            <a:defPPr algn="ctr">
              <a:defRPr sz="3900" b="1">
                <a:solidFill>
                  <a:srgbClr val="1C1C1C"/>
                </a:solidFill>
                <a:latin typeface="Arial"/>
                <a:ea typeface="Arial"/>
                <a:cs typeface="Arial"/>
              </a:defRPr>
            </a:defPPr>
            <a:lvl1pPr algn="ctr">
              <a:defRPr sz="3900" b="1">
                <a:solidFill>
                  <a:srgbClr val="1C1C1C"/>
                </a:solidFill>
                <a:latin typeface="Arial"/>
                <a:ea typeface="Arial"/>
                <a:cs typeface="Arial"/>
              </a:defRPr>
            </a:lvl1pPr>
            <a:lvl2pPr algn="ctr">
              <a:defRPr sz="3900" b="1">
                <a:solidFill>
                  <a:srgbClr val="1C1C1C"/>
                </a:solidFill>
                <a:latin typeface="Arial"/>
                <a:ea typeface="Arial"/>
                <a:cs typeface="Arial"/>
              </a:defRPr>
            </a:lvl2pPr>
            <a:lvl3pPr algn="ctr">
              <a:defRPr sz="3900" b="1">
                <a:solidFill>
                  <a:srgbClr val="1C1C1C"/>
                </a:solidFill>
                <a:latin typeface="Arial"/>
                <a:ea typeface="Arial"/>
                <a:cs typeface="Arial"/>
              </a:defRPr>
            </a:lvl3pPr>
            <a:lvl4pPr algn="ctr">
              <a:defRPr sz="3900" b="1">
                <a:solidFill>
                  <a:srgbClr val="1C1C1C"/>
                </a:solidFill>
                <a:latin typeface="Arial"/>
                <a:ea typeface="Arial"/>
                <a:cs typeface="Arial"/>
              </a:defRPr>
            </a:lvl4pPr>
            <a:lvl5pPr algn="ctr">
              <a:defRPr sz="3900" b="1">
                <a:solidFill>
                  <a:srgbClr val="1C1C1C"/>
                </a:solidFill>
                <a:latin typeface="Arial"/>
                <a:ea typeface="Arial"/>
                <a:cs typeface="Arial"/>
              </a:defRPr>
            </a:lvl5pPr>
            <a:lvl6pPr algn="ctr">
              <a:defRPr sz="3900" b="1">
                <a:solidFill>
                  <a:srgbClr val="1C1C1C"/>
                </a:solidFill>
                <a:latin typeface="Arial"/>
                <a:ea typeface="Arial"/>
                <a:cs typeface="Arial"/>
              </a:defRPr>
            </a:lvl6pPr>
            <a:lvl7pPr algn="ctr">
              <a:defRPr sz="3900" b="1">
                <a:solidFill>
                  <a:srgbClr val="1C1C1C"/>
                </a:solidFill>
                <a:latin typeface="Arial"/>
                <a:ea typeface="Arial"/>
                <a:cs typeface="Arial"/>
              </a:defRPr>
            </a:lvl7pPr>
            <a:lvl8pPr algn="ctr">
              <a:defRPr sz="3900" b="1">
                <a:solidFill>
                  <a:srgbClr val="1C1C1C"/>
                </a:solidFill>
                <a:latin typeface="Arial"/>
                <a:ea typeface="Arial"/>
                <a:cs typeface="Arial"/>
              </a:defRPr>
            </a:lvl8pPr>
            <a:lvl9pPr algn="ctr">
              <a:defRPr sz="3900" b="1">
                <a:solidFill>
                  <a:srgbClr val="1C1C1C"/>
                </a:solidFill>
                <a:latin typeface="Arial"/>
                <a:ea typeface="Arial"/>
                <a:cs typeface="Arial"/>
              </a:defRPr>
            </a:lvl9pPr>
          </a:lstStyle>
          <a:p>
            <a:pPr algn="ctr">
              <a:defRPr sz="3900" b="1">
                <a:solidFill>
                  <a:srgbClr val="1C1C1C"/>
                </a:solidFill>
                <a:latin typeface="Arial"/>
                <a:ea typeface="Arial"/>
                <a:cs typeface="Arial"/>
              </a:defRPr>
            </a:pPr>
            <a:r>
              <a:rPr sz="3900" b="1">
                <a:solidFill>
                  <a:srgbClr val="1C1C1C"/>
                </a:solidFill>
                <a:latin typeface="Arial"/>
                <a:ea typeface="Arial"/>
                <a:cs typeface="Arial"/>
              </a:rPr>
              <a:t>Auditing Your Starting Point</a:t>
            </a:r>
          </a:p>
        </p:txBody>
      </p:sp>
      <p:sp>
        <p:nvSpPr>
          <p:cNvPr id="5" name="shape-11">
            <a:extLst>
              <a:ext uri="{FF2B5EF4-FFF2-40B4-BE49-F238E27FC236}">
                <ns2:creationId id="{60B84009-DA5D-4652-88D1-03516BFC5EE3}"/>
              </a:ext>
            </a:extLst>
          </p:cNvPr>
          <p:cNvSpPr>
            <a:spLocks noGrp="1"/>
          </p:cNvSpPr>
          <p:nvPr/>
        </p:nvSpPr>
        <p:spPr>
          <a:xfrm>
            <a:off x="1866900" y="3838575"/>
            <a:ext cx="8458200" cy="19050"/>
          </a:xfrm>
          <a:prstGeom prst="rect">
            <a:avLst/>
          </a:prstGeom>
          <a:solidFill>
            <a:srgbClr val="D1372D"/>
          </a:solidFill>
          <a:ln w="0">
            <a:noFill/>
          </a:ln>
        </p:spPr>
      </p:sp>
      <p:sp>
        <p:nvSpPr>
          <p:cNvPr id="6" name="text-12">
            <a:extLst>
              <a:ext uri="{FF2B5EF4-FFF2-40B4-BE49-F238E27FC236}">
                <ns2:creationId id="{B93A200F-B1AD-448C-AFCA-AD57D3832C56}"/>
              </a:ext>
            </a:extLst>
          </p:cNvPr>
          <p:cNvSpPr>
            <a:spLocks noGrp="1"/>
          </p:cNvSpPr>
          <p:nvPr/>
        </p:nvSpPr>
        <p:spPr>
          <a:xfrm>
            <a:off x="1562100" y="4410075"/>
            <a:ext cx="9067800" cy="1304925"/>
          </a:xfrm>
          <a:prstGeom prst="rect">
            <a:avLst/>
          </a:prstGeom>
          <a:noFill/>
          <a:ln w="0">
            <a:noFill/>
          </a:ln>
        </p:spPr>
        <p:txBody>
          <a:bodyPr anchor="t">
            <a:noAutofit/>
          </a:bodyPr>
          <a:lstStyle>
            <a:defPPr algn="ctr">
              <a:defRPr sz="2625" b="0">
                <a:solidFill>
                  <a:srgbClr val="1C1C1C"/>
                </a:solidFill>
                <a:latin typeface="Arial"/>
                <a:ea typeface="Arial"/>
                <a:cs typeface="Arial"/>
              </a:defRPr>
            </a:defPPr>
            <a:lvl1pPr algn="ctr">
              <a:defRPr sz="2625" b="0">
                <a:solidFill>
                  <a:srgbClr val="1C1C1C"/>
                </a:solidFill>
                <a:latin typeface="Arial"/>
                <a:ea typeface="Arial"/>
                <a:cs typeface="Arial"/>
              </a:defRPr>
            </a:lvl1pPr>
            <a:lvl2pPr algn="ctr">
              <a:defRPr sz="2625" b="0">
                <a:solidFill>
                  <a:srgbClr val="1C1C1C"/>
                </a:solidFill>
                <a:latin typeface="Arial"/>
                <a:ea typeface="Arial"/>
                <a:cs typeface="Arial"/>
              </a:defRPr>
            </a:lvl2pPr>
            <a:lvl3pPr algn="ctr">
              <a:defRPr sz="2625" b="0">
                <a:solidFill>
                  <a:srgbClr val="1C1C1C"/>
                </a:solidFill>
                <a:latin typeface="Arial"/>
                <a:ea typeface="Arial"/>
                <a:cs typeface="Arial"/>
              </a:defRPr>
            </a:lvl3pPr>
            <a:lvl4pPr algn="ctr">
              <a:defRPr sz="2625" b="0">
                <a:solidFill>
                  <a:srgbClr val="1C1C1C"/>
                </a:solidFill>
                <a:latin typeface="Arial"/>
                <a:ea typeface="Arial"/>
                <a:cs typeface="Arial"/>
              </a:defRPr>
            </a:lvl4pPr>
            <a:lvl5pPr algn="ctr">
              <a:defRPr sz="2625" b="0">
                <a:solidFill>
                  <a:srgbClr val="1C1C1C"/>
                </a:solidFill>
                <a:latin typeface="Arial"/>
                <a:ea typeface="Arial"/>
                <a:cs typeface="Arial"/>
              </a:defRPr>
            </a:lvl5pPr>
            <a:lvl6pPr algn="ctr">
              <a:defRPr sz="2625" b="0">
                <a:solidFill>
                  <a:srgbClr val="1C1C1C"/>
                </a:solidFill>
                <a:latin typeface="Arial"/>
                <a:ea typeface="Arial"/>
                <a:cs typeface="Arial"/>
              </a:defRPr>
            </a:lvl6pPr>
            <a:lvl7pPr algn="ctr">
              <a:defRPr sz="2625" b="0">
                <a:solidFill>
                  <a:srgbClr val="1C1C1C"/>
                </a:solidFill>
                <a:latin typeface="Arial"/>
                <a:ea typeface="Arial"/>
                <a:cs typeface="Arial"/>
              </a:defRPr>
            </a:lvl7pPr>
            <a:lvl8pPr algn="ctr">
              <a:defRPr sz="2625" b="0">
                <a:solidFill>
                  <a:srgbClr val="1C1C1C"/>
                </a:solidFill>
                <a:latin typeface="Arial"/>
                <a:ea typeface="Arial"/>
                <a:cs typeface="Arial"/>
              </a:defRPr>
            </a:lvl8pPr>
            <a:lvl9pPr algn="ctr">
              <a:defRPr sz="2625" b="0">
                <a:solidFill>
                  <a:srgbClr val="1C1C1C"/>
                </a:solidFill>
                <a:latin typeface="Arial"/>
                <a:ea typeface="Arial"/>
                <a:cs typeface="Arial"/>
              </a:defRPr>
            </a:lvl9pPr>
          </a:lstStyle>
          <a:p>
            <a:pPr algn="ctr">
              <a:defRPr sz="2625" b="0">
                <a:solidFill>
                  <a:srgbClr val="1C1C1C"/>
                </a:solidFill>
                <a:latin typeface="Arial"/>
                <a:ea typeface="Arial"/>
                <a:cs typeface="Arial"/>
              </a:defRPr>
            </a:pPr>
            <a:r>
              <a:rPr sz="2625" b="0">
                <a:solidFill>
                  <a:srgbClr val="1C1C1C"/>
                </a:solidFill>
                <a:latin typeface="Arial"/>
                <a:ea typeface="Arial"/>
                <a:cs typeface="Arial"/>
              </a:rPr>
              <a:t>A project audit with evidence and a clear next step</a:t>
            </a:r>
          </a:p>
        </p:txBody>
      </p:sp>
    </p:spTree>
    <p:extLst>
      <p:ext uri="{BB962C8B-B14F-4D97-AF65-F5344CB8AC3E}">
        <ns3:creationId val="1282915309"/>
      </p:ext>
    </p:extLst>
  </p:cSld>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8F5F0"/>
        </a:solidFill>
      </p:bgPr>
    </p:bg>
    <p:spTree>
      <p:nvGrpSpPr>
        <p:cNvPr id="1" name=""/>
        <p:cNvGrpSpPr/>
        <p:nvPr/>
      </p:nvGrpSpPr>
      <p:grpSpPr>
        <a:xfrm/>
      </p:grpSpPr>
      <p:sp>
        <p:nvSpPr>
          <p:cNvPr id="10" name="text-13">
            <a:extLst>
              <a:ext uri="{FF2B5EF4-FFF2-40B4-BE49-F238E27FC236}">
                <ns2:creationId id="{8046B593-E16B-4DDB-8B7A-F9B7855680F7}"/>
              </a:ext>
            </a:extLst>
          </p:cNvPr>
          <p:cNvSpPr>
            <a:spLocks noGrp="1"/>
          </p:cNvSpPr>
          <p:nvPr/>
        </p:nvSpPr>
        <p:spPr>
          <a:xfrm>
            <a:off x="609600" y="419100"/>
            <a:ext cx="10972800" cy="723900"/>
          </a:xfrm>
          <a:prstGeom prst="rect">
            <a:avLst/>
          </a:prstGeom>
          <a:noFill/>
          <a:ln w="0">
            <a:noFill/>
          </a:ln>
        </p:spPr>
        <p:txBody>
          <a:bodyPr anchor="t">
            <a:noAutofit/>
          </a:bodyPr>
          <a:lstStyle>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a:pPr algn="ctr">
              <a:defRPr sz="3600" b="1">
                <a:solidFill>
                  <a:srgbClr val="1C1C1C"/>
                </a:solidFill>
                <a:latin typeface="Arial"/>
                <a:ea typeface="Arial"/>
                <a:cs typeface="Arial"/>
              </a:defRPr>
            </a:pPr>
            <a:r>
              <a:rPr sz="3600" b="1">
                <a:solidFill>
                  <a:srgbClr val="1C1C1C"/>
                </a:solidFill>
                <a:latin typeface="Arial"/>
                <a:ea typeface="Arial"/>
                <a:cs typeface="Arial"/>
              </a:rPr>
              <a:t>Today’s starting point</a:t>
            </a:r>
          </a:p>
        </p:txBody>
      </p:sp>
      <p:sp>
        <p:nvSpPr>
          <p:cNvPr id="2" name="text-14">
            <a:extLst>
              <a:ext uri="{FF2B5EF4-FFF2-40B4-BE49-F238E27FC236}">
                <ns2:creationId id="{9C9D515E-9B57-4A7F-AAEF-BAC7967EACD6}"/>
              </a:ext>
            </a:extLst>
          </p:cNvPr>
          <p:cNvSpPr>
            <a:spLocks noGrp="1"/>
          </p:cNvSpPr>
          <p:nvPr/>
        </p:nvSpPr>
        <p:spPr>
          <a:xfrm>
            <a:off x="609600" y="6486525"/>
            <a:ext cx="4286250" cy="228600"/>
          </a:xfrm>
          <a:prstGeom prst="rect">
            <a:avLst/>
          </a:prstGeom>
          <a:noFill/>
          <a:ln w="0">
            <a:noFill/>
          </a:ln>
        </p:spPr>
        <p:txBody>
          <a:bodyPr anchor="t">
            <a:noAutofit/>
          </a:bodyPr>
          <a:lstStyle>
            <a:defPPr algn="l">
              <a:defRPr sz="1125" b="0">
                <a:solidFill>
                  <a:srgbClr val="686868"/>
                </a:solidFill>
                <a:latin typeface="Arial"/>
                <a:ea typeface="Arial"/>
                <a:cs typeface="Arial"/>
              </a:defRPr>
            </a:defPPr>
            <a:lvl1pPr algn="l">
              <a:defRPr sz="1125" b="0">
                <a:solidFill>
                  <a:srgbClr val="686868"/>
                </a:solidFill>
                <a:latin typeface="Arial"/>
                <a:ea typeface="Arial"/>
                <a:cs typeface="Arial"/>
              </a:defRPr>
            </a:lvl1pPr>
            <a:lvl2pPr algn="l">
              <a:defRPr sz="1125" b="0">
                <a:solidFill>
                  <a:srgbClr val="686868"/>
                </a:solidFill>
                <a:latin typeface="Arial"/>
                <a:ea typeface="Arial"/>
                <a:cs typeface="Arial"/>
              </a:defRPr>
            </a:lvl2pPr>
            <a:lvl3pPr algn="l">
              <a:defRPr sz="1125" b="0">
                <a:solidFill>
                  <a:srgbClr val="686868"/>
                </a:solidFill>
                <a:latin typeface="Arial"/>
                <a:ea typeface="Arial"/>
                <a:cs typeface="Arial"/>
              </a:defRPr>
            </a:lvl3pPr>
            <a:lvl4pPr algn="l">
              <a:defRPr sz="1125" b="0">
                <a:solidFill>
                  <a:srgbClr val="686868"/>
                </a:solidFill>
                <a:latin typeface="Arial"/>
                <a:ea typeface="Arial"/>
                <a:cs typeface="Arial"/>
              </a:defRPr>
            </a:lvl4pPr>
            <a:lvl5pPr algn="l">
              <a:defRPr sz="1125" b="0">
                <a:solidFill>
                  <a:srgbClr val="686868"/>
                </a:solidFill>
                <a:latin typeface="Arial"/>
                <a:ea typeface="Arial"/>
                <a:cs typeface="Arial"/>
              </a:defRPr>
            </a:lvl5pPr>
            <a:lvl6pPr algn="l">
              <a:defRPr sz="1125" b="0">
                <a:solidFill>
                  <a:srgbClr val="686868"/>
                </a:solidFill>
                <a:latin typeface="Arial"/>
                <a:ea typeface="Arial"/>
                <a:cs typeface="Arial"/>
              </a:defRPr>
            </a:lvl6pPr>
            <a:lvl7pPr algn="l">
              <a:defRPr sz="1125" b="0">
                <a:solidFill>
                  <a:srgbClr val="686868"/>
                </a:solidFill>
                <a:latin typeface="Arial"/>
                <a:ea typeface="Arial"/>
                <a:cs typeface="Arial"/>
              </a:defRPr>
            </a:lvl7pPr>
            <a:lvl8pPr algn="l">
              <a:defRPr sz="1125" b="0">
                <a:solidFill>
                  <a:srgbClr val="686868"/>
                </a:solidFill>
                <a:latin typeface="Arial"/>
                <a:ea typeface="Arial"/>
                <a:cs typeface="Arial"/>
              </a:defRPr>
            </a:lvl8pPr>
            <a:lvl9pPr algn="l">
              <a:defRPr sz="1125" b="0">
                <a:solidFill>
                  <a:srgbClr val="686868"/>
                </a:solidFill>
                <a:latin typeface="Arial"/>
                <a:ea typeface="Arial"/>
                <a:cs typeface="Arial"/>
              </a:defRPr>
            </a:lvl9pPr>
          </a:lstStyle>
          <a:p>
            <a:pPr algn="l">
              <a:defRPr sz="1125" b="0">
                <a:solidFill>
                  <a:srgbClr val="686868"/>
                </a:solidFill>
                <a:latin typeface="Arial"/>
                <a:ea typeface="Arial"/>
                <a:cs typeface="Arial"/>
              </a:defRPr>
            </a:pPr>
            <a:r>
              <a:rPr sz="1125" b="0">
                <a:solidFill>
                  <a:srgbClr val="686868"/>
                </a:solidFill>
                <a:latin typeface="Arial"/>
                <a:ea typeface="Arial"/>
                <a:cs typeface="Arial"/>
              </a:rPr>
              <a:t>CODEX &amp; COFFEE</a:t>
            </a:r>
          </a:p>
        </p:txBody>
      </p:sp>
      <p:sp>
        <p:nvSpPr>
          <p:cNvPr id="3" name="text-15">
            <a:extLst>
              <a:ext uri="{FF2B5EF4-FFF2-40B4-BE49-F238E27FC236}">
                <ns2:creationId id="{D1E28B7E-EE05-4761-9878-C5B7C75822B9}"/>
              </a:ext>
            </a:extLst>
          </p:cNvPr>
          <p:cNvSpPr>
            <a:spLocks noGrp="1"/>
          </p:cNvSpPr>
          <p:nvPr/>
        </p:nvSpPr>
        <p:spPr>
          <a:xfrm>
            <a:off x="9525000" y="6486525"/>
            <a:ext cx="2057400" cy="228600"/>
          </a:xfrm>
          <a:prstGeom prst="rect">
            <a:avLst/>
          </a:prstGeom>
          <a:noFill/>
          <a:ln w="0">
            <a:noFill/>
          </a:ln>
        </p:spPr>
        <p:txBody>
          <a:bodyPr anchor="t">
            <a:noAutofit/>
          </a:bodyPr>
          <a:lstStyle>
            <a:defPPr algn="r">
              <a:defRPr sz="1125" b="0">
                <a:solidFill>
                  <a:srgbClr val="686868"/>
                </a:solidFill>
                <a:latin typeface="Arial"/>
                <a:ea typeface="Arial"/>
                <a:cs typeface="Arial"/>
              </a:defRPr>
            </a:defPPr>
            <a:lvl1pPr algn="r">
              <a:defRPr sz="1125" b="0">
                <a:solidFill>
                  <a:srgbClr val="686868"/>
                </a:solidFill>
                <a:latin typeface="Arial"/>
                <a:ea typeface="Arial"/>
                <a:cs typeface="Arial"/>
              </a:defRPr>
            </a:lvl1pPr>
            <a:lvl2pPr algn="r">
              <a:defRPr sz="1125" b="0">
                <a:solidFill>
                  <a:srgbClr val="686868"/>
                </a:solidFill>
                <a:latin typeface="Arial"/>
                <a:ea typeface="Arial"/>
                <a:cs typeface="Arial"/>
              </a:defRPr>
            </a:lvl2pPr>
            <a:lvl3pPr algn="r">
              <a:defRPr sz="1125" b="0">
                <a:solidFill>
                  <a:srgbClr val="686868"/>
                </a:solidFill>
                <a:latin typeface="Arial"/>
                <a:ea typeface="Arial"/>
                <a:cs typeface="Arial"/>
              </a:defRPr>
            </a:lvl3pPr>
            <a:lvl4pPr algn="r">
              <a:defRPr sz="1125" b="0">
                <a:solidFill>
                  <a:srgbClr val="686868"/>
                </a:solidFill>
                <a:latin typeface="Arial"/>
                <a:ea typeface="Arial"/>
                <a:cs typeface="Arial"/>
              </a:defRPr>
            </a:lvl4pPr>
            <a:lvl5pPr algn="r">
              <a:defRPr sz="1125" b="0">
                <a:solidFill>
                  <a:srgbClr val="686868"/>
                </a:solidFill>
                <a:latin typeface="Arial"/>
                <a:ea typeface="Arial"/>
                <a:cs typeface="Arial"/>
              </a:defRPr>
            </a:lvl5pPr>
            <a:lvl6pPr algn="r">
              <a:defRPr sz="1125" b="0">
                <a:solidFill>
                  <a:srgbClr val="686868"/>
                </a:solidFill>
                <a:latin typeface="Arial"/>
                <a:ea typeface="Arial"/>
                <a:cs typeface="Arial"/>
              </a:defRPr>
            </a:lvl6pPr>
            <a:lvl7pPr algn="r">
              <a:defRPr sz="1125" b="0">
                <a:solidFill>
                  <a:srgbClr val="686868"/>
                </a:solidFill>
                <a:latin typeface="Arial"/>
                <a:ea typeface="Arial"/>
                <a:cs typeface="Arial"/>
              </a:defRPr>
            </a:lvl7pPr>
            <a:lvl8pPr algn="r">
              <a:defRPr sz="1125" b="0">
                <a:solidFill>
                  <a:srgbClr val="686868"/>
                </a:solidFill>
                <a:latin typeface="Arial"/>
                <a:ea typeface="Arial"/>
                <a:cs typeface="Arial"/>
              </a:defRPr>
            </a:lvl8pPr>
            <a:lvl9pPr algn="r">
              <a:defRPr sz="1125" b="0">
                <a:solidFill>
                  <a:srgbClr val="686868"/>
                </a:solidFill>
                <a:latin typeface="Arial"/>
                <a:ea typeface="Arial"/>
                <a:cs typeface="Arial"/>
              </a:defRPr>
            </a:lvl9pPr>
          </a:lstStyle>
          <a:p>
            <a:pPr algn="r">
              <a:defRPr sz="1125" b="0">
                <a:solidFill>
                  <a:srgbClr val="686868"/>
                </a:solidFill>
                <a:latin typeface="Arial"/>
                <a:ea typeface="Arial"/>
                <a:cs typeface="Arial"/>
              </a:defRPr>
            </a:pPr>
            <a:r>
              <a:rPr sz="1125" b="0">
                <a:solidFill>
                  <a:srgbClr val="686868"/>
                </a:solidFill>
                <a:latin typeface="Arial"/>
                <a:ea typeface="Arial"/>
                <a:cs typeface="Arial"/>
              </a:rPr>
              <a:t>DAY 01  ·  4</a:t>
            </a:r>
          </a:p>
        </p:txBody>
      </p:sp>
      <p:sp>
        <p:nvSpPr>
          <p:cNvPr id="4" name="text-16">
            <a:extLst>
              <a:ext uri="{FF2B5EF4-FFF2-40B4-BE49-F238E27FC236}">
                <ns2:creationId id="{4F0CC9CB-2158-4398-9255-74F0DD0B869A}"/>
              </a:ext>
            </a:extLst>
          </p:cNvPr>
          <p:cNvSpPr>
            <a:spLocks noGrp="1"/>
          </p:cNvSpPr>
          <p:nvPr/>
        </p:nvSpPr>
        <p:spPr>
          <a:xfrm>
            <a:off x="838200" y="1619250"/>
            <a:ext cx="10515600" cy="1066800"/>
          </a:xfrm>
          <a:prstGeom prst="rect">
            <a:avLst/>
          </a:prstGeom>
          <a:noFill/>
          <a:ln w="0">
            <a:noFill/>
          </a:ln>
        </p:spPr>
        <p:txBody>
          <a:bodyPr anchor="t">
            <a:noAutofit/>
          </a:bodyPr>
          <a:lstStyle>
            <a:defPPr algn="l">
              <a:defRPr sz="2925" b="1">
                <a:solidFill>
                  <a:srgbClr val="1C1C1C"/>
                </a:solidFill>
                <a:latin typeface="Arial"/>
                <a:ea typeface="Arial"/>
                <a:cs typeface="Arial"/>
              </a:defRPr>
            </a:defPPr>
            <a:lvl1pPr algn="l">
              <a:defRPr sz="2925" b="1">
                <a:solidFill>
                  <a:srgbClr val="1C1C1C"/>
                </a:solidFill>
                <a:latin typeface="Arial"/>
                <a:ea typeface="Arial"/>
                <a:cs typeface="Arial"/>
              </a:defRPr>
            </a:lvl1pPr>
            <a:lvl2pPr algn="l">
              <a:defRPr sz="2925" b="1">
                <a:solidFill>
                  <a:srgbClr val="1C1C1C"/>
                </a:solidFill>
                <a:latin typeface="Arial"/>
                <a:ea typeface="Arial"/>
                <a:cs typeface="Arial"/>
              </a:defRPr>
            </a:lvl2pPr>
            <a:lvl3pPr algn="l">
              <a:defRPr sz="2925" b="1">
                <a:solidFill>
                  <a:srgbClr val="1C1C1C"/>
                </a:solidFill>
                <a:latin typeface="Arial"/>
                <a:ea typeface="Arial"/>
                <a:cs typeface="Arial"/>
              </a:defRPr>
            </a:lvl3pPr>
            <a:lvl4pPr algn="l">
              <a:defRPr sz="2925" b="1">
                <a:solidFill>
                  <a:srgbClr val="1C1C1C"/>
                </a:solidFill>
                <a:latin typeface="Arial"/>
                <a:ea typeface="Arial"/>
                <a:cs typeface="Arial"/>
              </a:defRPr>
            </a:lvl4pPr>
            <a:lvl5pPr algn="l">
              <a:defRPr sz="2925" b="1">
                <a:solidFill>
                  <a:srgbClr val="1C1C1C"/>
                </a:solidFill>
                <a:latin typeface="Arial"/>
                <a:ea typeface="Arial"/>
                <a:cs typeface="Arial"/>
              </a:defRPr>
            </a:lvl5pPr>
            <a:lvl6pPr algn="l">
              <a:defRPr sz="2925" b="1">
                <a:solidFill>
                  <a:srgbClr val="1C1C1C"/>
                </a:solidFill>
                <a:latin typeface="Arial"/>
                <a:ea typeface="Arial"/>
                <a:cs typeface="Arial"/>
              </a:defRPr>
            </a:lvl6pPr>
            <a:lvl7pPr algn="l">
              <a:defRPr sz="2925" b="1">
                <a:solidFill>
                  <a:srgbClr val="1C1C1C"/>
                </a:solidFill>
                <a:latin typeface="Arial"/>
                <a:ea typeface="Arial"/>
                <a:cs typeface="Arial"/>
              </a:defRPr>
            </a:lvl7pPr>
            <a:lvl8pPr algn="l">
              <a:defRPr sz="2925" b="1">
                <a:solidFill>
                  <a:srgbClr val="1C1C1C"/>
                </a:solidFill>
                <a:latin typeface="Arial"/>
                <a:ea typeface="Arial"/>
                <a:cs typeface="Arial"/>
              </a:defRPr>
            </a:lvl8pPr>
            <a:lvl9pPr algn="l">
              <a:defRPr sz="2925" b="1">
                <a:solidFill>
                  <a:srgbClr val="1C1C1C"/>
                </a:solidFill>
                <a:latin typeface="Arial"/>
                <a:ea typeface="Arial"/>
                <a:cs typeface="Arial"/>
              </a:defRPr>
            </a:lvl9pPr>
          </a:lstStyle>
          <a:p>
            <a:pPr algn="l">
              <a:defRPr sz="2925" b="1">
                <a:solidFill>
                  <a:srgbClr val="1C1C1C"/>
                </a:solidFill>
                <a:latin typeface="Arial"/>
                <a:ea typeface="Arial"/>
                <a:cs typeface="Arial"/>
              </a:defRPr>
            </a:pPr>
            <a:r>
              <a:rPr sz="2925" b="1">
                <a:solidFill>
                  <a:srgbClr val="1C1C1C"/>
                </a:solidFill>
                <a:latin typeface="Arial"/>
                <a:ea typeface="Arial"/>
                <a:cs typeface="Arial"/>
              </a:rPr>
              <a:t>A small workshop website with conflicting capacity notes</a:t>
            </a:r>
          </a:p>
        </p:txBody>
      </p:sp>
      <p:sp>
        <p:nvSpPr>
          <p:cNvPr id="5" name="text-17">
            <a:extLst>
              <a:ext uri="{FF2B5EF4-FFF2-40B4-BE49-F238E27FC236}">
                <ns2:creationId id="{971BF759-118E-435F-8435-6EE89EFEE616}"/>
              </a:ext>
            </a:extLst>
          </p:cNvPr>
          <p:cNvSpPr>
            <a:spLocks noGrp="1"/>
          </p:cNvSpPr>
          <p:nvPr/>
        </p:nvSpPr>
        <p:spPr>
          <a:xfrm>
            <a:off x="838200" y="2914650"/>
            <a:ext cx="10515600" cy="1171575"/>
          </a:xfrm>
          <a:prstGeom prst="rect">
            <a:avLst/>
          </a:prstGeom>
          <a:noFill/>
          <a:ln w="0">
            <a:noFill/>
          </a:ln>
        </p:spPr>
        <p:txBody>
          <a:bodyPr anchor="t">
            <a:noAutofit/>
          </a:bodyPr>
          <a:lstStyle>
            <a:defPPr algn="l">
              <a:defRPr sz="2250" b="0">
                <a:solidFill>
                  <a:srgbClr val="1C1C1C"/>
                </a:solidFill>
                <a:latin typeface="Arial"/>
                <a:ea typeface="Arial"/>
                <a:cs typeface="Arial"/>
              </a:defRPr>
            </a:defPPr>
            <a:lvl1pPr algn="l">
              <a:defRPr sz="2250" b="0">
                <a:solidFill>
                  <a:srgbClr val="1C1C1C"/>
                </a:solidFill>
                <a:latin typeface="Arial"/>
                <a:ea typeface="Arial"/>
                <a:cs typeface="Arial"/>
              </a:defRPr>
            </a:lvl1pPr>
            <a:lvl2pPr algn="l">
              <a:defRPr sz="2250" b="0">
                <a:solidFill>
                  <a:srgbClr val="1C1C1C"/>
                </a:solidFill>
                <a:latin typeface="Arial"/>
                <a:ea typeface="Arial"/>
                <a:cs typeface="Arial"/>
              </a:defRPr>
            </a:lvl2pPr>
            <a:lvl3pPr algn="l">
              <a:defRPr sz="2250" b="0">
                <a:solidFill>
                  <a:srgbClr val="1C1C1C"/>
                </a:solidFill>
                <a:latin typeface="Arial"/>
                <a:ea typeface="Arial"/>
                <a:cs typeface="Arial"/>
              </a:defRPr>
            </a:lvl3pPr>
            <a:lvl4pPr algn="l">
              <a:defRPr sz="2250" b="0">
                <a:solidFill>
                  <a:srgbClr val="1C1C1C"/>
                </a:solidFill>
                <a:latin typeface="Arial"/>
                <a:ea typeface="Arial"/>
                <a:cs typeface="Arial"/>
              </a:defRPr>
            </a:lvl4pPr>
            <a:lvl5pPr algn="l">
              <a:defRPr sz="2250" b="0">
                <a:solidFill>
                  <a:srgbClr val="1C1C1C"/>
                </a:solidFill>
                <a:latin typeface="Arial"/>
                <a:ea typeface="Arial"/>
                <a:cs typeface="Arial"/>
              </a:defRPr>
            </a:lvl5pPr>
            <a:lvl6pPr algn="l">
              <a:defRPr sz="2250" b="0">
                <a:solidFill>
                  <a:srgbClr val="1C1C1C"/>
                </a:solidFill>
                <a:latin typeface="Arial"/>
                <a:ea typeface="Arial"/>
                <a:cs typeface="Arial"/>
              </a:defRPr>
            </a:lvl6pPr>
            <a:lvl7pPr algn="l">
              <a:defRPr sz="2250" b="0">
                <a:solidFill>
                  <a:srgbClr val="1C1C1C"/>
                </a:solidFill>
                <a:latin typeface="Arial"/>
                <a:ea typeface="Arial"/>
                <a:cs typeface="Arial"/>
              </a:defRPr>
            </a:lvl7pPr>
            <a:lvl8pPr algn="l">
              <a:defRPr sz="2250" b="0">
                <a:solidFill>
                  <a:srgbClr val="1C1C1C"/>
                </a:solidFill>
                <a:latin typeface="Arial"/>
                <a:ea typeface="Arial"/>
                <a:cs typeface="Arial"/>
              </a:defRPr>
            </a:lvl8pPr>
            <a:lvl9pPr algn="l">
              <a:defRPr sz="2250" b="0">
                <a:solidFill>
                  <a:srgbClr val="1C1C1C"/>
                </a:solidFill>
                <a:latin typeface="Arial"/>
                <a:ea typeface="Arial"/>
                <a:cs typeface="Arial"/>
              </a:defRPr>
            </a:lvl9pPr>
          </a:lstStyle>
          <a:p>
            <a:pPr algn="l">
              <a:defRPr sz="2250" b="0">
                <a:solidFill>
                  <a:srgbClr val="1C1C1C"/>
                </a:solidFill>
                <a:latin typeface="Arial"/>
                <a:ea typeface="Arial"/>
                <a:cs typeface="Arial"/>
              </a:defRPr>
            </a:pPr>
            <a:r>
              <a:rPr sz="2250" b="0">
                <a:solidFill>
                  <a:srgbClr val="1C1C1C"/>
                </a:solidFill>
                <a:latin typeface="Arial"/>
                <a:ea typeface="Arial"/>
                <a:cs typeface="Arial"/>
              </a:rPr>
              <a:t>The website README says 20 seats. Its planning note still says 30. Start by inspecting; do not assume either is correct.</a:t>
            </a:r>
          </a:p>
        </p:txBody>
      </p:sp>
      <p:sp>
        <p:nvSpPr>
          <p:cNvPr id="6" name="shape-18">
            <a:extLst>
              <a:ext uri="{FF2B5EF4-FFF2-40B4-BE49-F238E27FC236}">
                <ns2:creationId id="{0970DEFA-5B77-4F04-981F-127F8476A185}"/>
              </a:ext>
            </a:extLst>
          </p:cNvPr>
          <p:cNvSpPr>
            <a:spLocks noGrp="1"/>
          </p:cNvSpPr>
          <p:nvPr/>
        </p:nvSpPr>
        <p:spPr>
          <a:xfrm>
            <a:off x="838200" y="4410075"/>
            <a:ext cx="10515600" cy="19050"/>
          </a:xfrm>
          <a:prstGeom prst="rect">
            <a:avLst/>
          </a:prstGeom>
          <a:solidFill>
            <a:srgbClr val="D1372D"/>
          </a:solidFill>
          <a:ln w="0">
            <a:noFill/>
          </a:ln>
        </p:spPr>
      </p:sp>
      <p:sp>
        <p:nvSpPr>
          <p:cNvPr id="7" name="text-19">
            <a:extLst>
              <a:ext uri="{FF2B5EF4-FFF2-40B4-BE49-F238E27FC236}">
                <ns2:creationId id="{FF818F91-E46F-4C01-800C-42C039DD8267}"/>
              </a:ext>
            </a:extLst>
          </p:cNvPr>
          <p:cNvSpPr>
            <a:spLocks noGrp="1"/>
          </p:cNvSpPr>
          <p:nvPr/>
        </p:nvSpPr>
        <p:spPr>
          <a:xfrm>
            <a:off x="838200" y="4667250"/>
            <a:ext cx="3571875" cy="361950"/>
          </a:xfrm>
          <a:prstGeom prst="rect">
            <a:avLst/>
          </a:prstGeom>
          <a:noFill/>
          <a:ln w="0">
            <a:noFill/>
          </a:ln>
        </p:spPr>
        <p:txBody>
          <a:bodyPr anchor="t">
            <a:noAutofit/>
          </a:bodyPr>
          <a:lstStyle>
            <a:defPPr algn="l">
              <a:defRPr sz="1650" b="1">
                <a:solidFill>
                  <a:srgbClr val="D1372D"/>
                </a:solidFill>
                <a:latin typeface="Arial"/>
                <a:ea typeface="Arial"/>
                <a:cs typeface="Arial"/>
              </a:defRPr>
            </a:defPPr>
            <a:lvl1pPr algn="l">
              <a:defRPr sz="1650" b="1">
                <a:solidFill>
                  <a:srgbClr val="D1372D"/>
                </a:solidFill>
                <a:latin typeface="Arial"/>
                <a:ea typeface="Arial"/>
                <a:cs typeface="Arial"/>
              </a:defRPr>
            </a:lvl1pPr>
            <a:lvl2pPr algn="l">
              <a:defRPr sz="1650" b="1">
                <a:solidFill>
                  <a:srgbClr val="D1372D"/>
                </a:solidFill>
                <a:latin typeface="Arial"/>
                <a:ea typeface="Arial"/>
                <a:cs typeface="Arial"/>
              </a:defRPr>
            </a:lvl2pPr>
            <a:lvl3pPr algn="l">
              <a:defRPr sz="1650" b="1">
                <a:solidFill>
                  <a:srgbClr val="D1372D"/>
                </a:solidFill>
                <a:latin typeface="Arial"/>
                <a:ea typeface="Arial"/>
                <a:cs typeface="Arial"/>
              </a:defRPr>
            </a:lvl3pPr>
            <a:lvl4pPr algn="l">
              <a:defRPr sz="1650" b="1">
                <a:solidFill>
                  <a:srgbClr val="D1372D"/>
                </a:solidFill>
                <a:latin typeface="Arial"/>
                <a:ea typeface="Arial"/>
                <a:cs typeface="Arial"/>
              </a:defRPr>
            </a:lvl4pPr>
            <a:lvl5pPr algn="l">
              <a:defRPr sz="1650" b="1">
                <a:solidFill>
                  <a:srgbClr val="D1372D"/>
                </a:solidFill>
                <a:latin typeface="Arial"/>
                <a:ea typeface="Arial"/>
                <a:cs typeface="Arial"/>
              </a:defRPr>
            </a:lvl5pPr>
            <a:lvl6pPr algn="l">
              <a:defRPr sz="1650" b="1">
                <a:solidFill>
                  <a:srgbClr val="D1372D"/>
                </a:solidFill>
                <a:latin typeface="Arial"/>
                <a:ea typeface="Arial"/>
                <a:cs typeface="Arial"/>
              </a:defRPr>
            </a:lvl6pPr>
            <a:lvl7pPr algn="l">
              <a:defRPr sz="1650" b="1">
                <a:solidFill>
                  <a:srgbClr val="D1372D"/>
                </a:solidFill>
                <a:latin typeface="Arial"/>
                <a:ea typeface="Arial"/>
                <a:cs typeface="Arial"/>
              </a:defRPr>
            </a:lvl7pPr>
            <a:lvl8pPr algn="l">
              <a:defRPr sz="1650" b="1">
                <a:solidFill>
                  <a:srgbClr val="D1372D"/>
                </a:solidFill>
                <a:latin typeface="Arial"/>
                <a:ea typeface="Arial"/>
                <a:cs typeface="Arial"/>
              </a:defRPr>
            </a:lvl8pPr>
            <a:lvl9pPr algn="l">
              <a:defRPr sz="1650" b="1">
                <a:solidFill>
                  <a:srgbClr val="D1372D"/>
                </a:solidFill>
                <a:latin typeface="Arial"/>
                <a:ea typeface="Arial"/>
                <a:cs typeface="Arial"/>
              </a:defRPr>
            </a:lvl9pPr>
          </a:lstStyle>
          <a:p>
            <a:pPr algn="l">
              <a:defRPr sz="1650" b="1">
                <a:solidFill>
                  <a:srgbClr val="D1372D"/>
                </a:solidFill>
                <a:latin typeface="Arial"/>
                <a:ea typeface="Arial"/>
                <a:cs typeface="Arial"/>
              </a:defRPr>
            </a:pPr>
            <a:r>
              <a:rPr sz="1650" b="1">
                <a:solidFill>
                  <a:srgbClr val="D1372D"/>
                </a:solidFill>
                <a:latin typeface="Arial"/>
                <a:ea typeface="Arial"/>
                <a:cs typeface="Arial"/>
              </a:rPr>
              <a:t>OPEN THIS FOLDER</a:t>
            </a:r>
          </a:p>
        </p:txBody>
      </p:sp>
      <p:sp>
        <p:nvSpPr>
          <p:cNvPr id="8" name="text-20">
            <a:extLst>
              <a:ext uri="{FF2B5EF4-FFF2-40B4-BE49-F238E27FC236}">
                <ns2:creationId id="{9FB08FAF-7608-42F4-92F5-158050EA0ECA}"/>
              </a:ext>
            </a:extLst>
          </p:cNvPr>
          <p:cNvSpPr>
            <a:spLocks noGrp="1"/>
          </p:cNvSpPr>
          <p:nvPr/>
        </p:nvSpPr>
        <p:spPr>
          <a:xfrm>
            <a:off x="4619625" y="4591050"/>
            <a:ext cx="6734175" cy="685800"/>
          </a:xfrm>
          <a:prstGeom prst="rect">
            <a:avLst/>
          </a:prstGeom>
          <a:noFill/>
          <a:ln w="0">
            <a:noFill/>
          </a:ln>
        </p:spPr>
        <p:txBody>
          <a:bodyPr anchor="t">
            <a:noAutofit/>
          </a:bodyPr>
          <a:lstStyle>
            <a:defPPr algn="l">
              <a:defRPr sz="2325" b="1">
                <a:solidFill>
                  <a:srgbClr val="1C1C1C"/>
                </a:solidFill>
                <a:latin typeface="Arial"/>
                <a:ea typeface="Arial"/>
                <a:cs typeface="Arial"/>
              </a:defRPr>
            </a:defPPr>
            <a:lvl1pPr algn="l">
              <a:defRPr sz="2325" b="1">
                <a:solidFill>
                  <a:srgbClr val="1C1C1C"/>
                </a:solidFill>
                <a:latin typeface="Arial"/>
                <a:ea typeface="Arial"/>
                <a:cs typeface="Arial"/>
              </a:defRPr>
            </a:lvl1pPr>
            <a:lvl2pPr algn="l">
              <a:defRPr sz="2325" b="1">
                <a:solidFill>
                  <a:srgbClr val="1C1C1C"/>
                </a:solidFill>
                <a:latin typeface="Arial"/>
                <a:ea typeface="Arial"/>
                <a:cs typeface="Arial"/>
              </a:defRPr>
            </a:lvl2pPr>
            <a:lvl3pPr algn="l">
              <a:defRPr sz="2325" b="1">
                <a:solidFill>
                  <a:srgbClr val="1C1C1C"/>
                </a:solidFill>
                <a:latin typeface="Arial"/>
                <a:ea typeface="Arial"/>
                <a:cs typeface="Arial"/>
              </a:defRPr>
            </a:lvl3pPr>
            <a:lvl4pPr algn="l">
              <a:defRPr sz="2325" b="1">
                <a:solidFill>
                  <a:srgbClr val="1C1C1C"/>
                </a:solidFill>
                <a:latin typeface="Arial"/>
                <a:ea typeface="Arial"/>
                <a:cs typeface="Arial"/>
              </a:defRPr>
            </a:lvl4pPr>
            <a:lvl5pPr algn="l">
              <a:defRPr sz="2325" b="1">
                <a:solidFill>
                  <a:srgbClr val="1C1C1C"/>
                </a:solidFill>
                <a:latin typeface="Arial"/>
                <a:ea typeface="Arial"/>
                <a:cs typeface="Arial"/>
              </a:defRPr>
            </a:lvl5pPr>
            <a:lvl6pPr algn="l">
              <a:defRPr sz="2325" b="1">
                <a:solidFill>
                  <a:srgbClr val="1C1C1C"/>
                </a:solidFill>
                <a:latin typeface="Arial"/>
                <a:ea typeface="Arial"/>
                <a:cs typeface="Arial"/>
              </a:defRPr>
            </a:lvl6pPr>
            <a:lvl7pPr algn="l">
              <a:defRPr sz="2325" b="1">
                <a:solidFill>
                  <a:srgbClr val="1C1C1C"/>
                </a:solidFill>
                <a:latin typeface="Arial"/>
                <a:ea typeface="Arial"/>
                <a:cs typeface="Arial"/>
              </a:defRPr>
            </a:lvl7pPr>
            <a:lvl8pPr algn="l">
              <a:defRPr sz="2325" b="1">
                <a:solidFill>
                  <a:srgbClr val="1C1C1C"/>
                </a:solidFill>
                <a:latin typeface="Arial"/>
                <a:ea typeface="Arial"/>
                <a:cs typeface="Arial"/>
              </a:defRPr>
            </a:lvl8pPr>
            <a:lvl9pPr algn="l">
              <a:defRPr sz="2325" b="1">
                <a:solidFill>
                  <a:srgbClr val="1C1C1C"/>
                </a:solidFill>
                <a:latin typeface="Arial"/>
                <a:ea typeface="Arial"/>
                <a:cs typeface="Arial"/>
              </a:defRPr>
            </a:lvl9pPr>
          </a:lstStyle>
          <a:p>
            <a:pPr algn="l">
              <a:defRPr sz="2325" b="1">
                <a:solidFill>
                  <a:srgbClr val="1C1C1C"/>
                </a:solidFill>
                <a:latin typeface="Arial"/>
                <a:ea typeface="Arial"/>
                <a:cs typeface="Arial"/>
              </a:defRPr>
            </a:pPr>
            <a:r>
              <a:rPr sz="2325" b="1">
                <a:solidFill>
                  <a:srgbClr val="1C1C1C"/>
                </a:solidFill>
                <a:latin typeface="Arial"/>
                <a:ea typeface="Arial"/>
                <a:cs typeface="Arial"/>
              </a:rPr>
              <a:t>Day-01-workshop-site</a:t>
            </a:r>
          </a:p>
        </p:txBody>
      </p:sp>
      <p:sp>
        <p:nvSpPr>
          <p:cNvPr id="9" name="text-21">
            <a:extLst>
              <a:ext uri="{FF2B5EF4-FFF2-40B4-BE49-F238E27FC236}">
                <ns2:creationId id="{384BA198-C256-4C27-913A-B93693F9A17F}"/>
              </a:ext>
            </a:extLst>
          </p:cNvPr>
          <p:cNvSpPr>
            <a:spLocks noGrp="1"/>
          </p:cNvSpPr>
          <p:nvPr/>
        </p:nvSpPr>
        <p:spPr>
          <a:xfrm>
            <a:off x="838200" y="5600700"/>
            <a:ext cx="10515600" cy="419100"/>
          </a:xfrm>
          <a:prstGeom prst="rect">
            <a:avLst/>
          </a:prstGeom>
          <a:noFill/>
          <a:ln w="0">
            <a:noFill/>
          </a:ln>
        </p:spPr>
        <p:txBody>
          <a:bodyPr anchor="t">
            <a:noAutofit/>
          </a:bodyPr>
          <a:lstStyle>
            <a:defPPr algn="l">
              <a:defRPr sz="2175" b="0">
                <a:solidFill>
                  <a:srgbClr val="686868"/>
                </a:solidFill>
                <a:latin typeface="Arial"/>
                <a:ea typeface="Arial"/>
                <a:cs typeface="Arial"/>
              </a:defRPr>
            </a:defPPr>
            <a:lvl1pPr algn="l">
              <a:defRPr sz="2175" b="0">
                <a:solidFill>
                  <a:srgbClr val="686868"/>
                </a:solidFill>
                <a:latin typeface="Arial"/>
                <a:ea typeface="Arial"/>
                <a:cs typeface="Arial"/>
              </a:defRPr>
            </a:lvl1pPr>
            <a:lvl2pPr algn="l">
              <a:defRPr sz="2175" b="0">
                <a:solidFill>
                  <a:srgbClr val="686868"/>
                </a:solidFill>
                <a:latin typeface="Arial"/>
                <a:ea typeface="Arial"/>
                <a:cs typeface="Arial"/>
              </a:defRPr>
            </a:lvl2pPr>
            <a:lvl3pPr algn="l">
              <a:defRPr sz="2175" b="0">
                <a:solidFill>
                  <a:srgbClr val="686868"/>
                </a:solidFill>
                <a:latin typeface="Arial"/>
                <a:ea typeface="Arial"/>
                <a:cs typeface="Arial"/>
              </a:defRPr>
            </a:lvl3pPr>
            <a:lvl4pPr algn="l">
              <a:defRPr sz="2175" b="0">
                <a:solidFill>
                  <a:srgbClr val="686868"/>
                </a:solidFill>
                <a:latin typeface="Arial"/>
                <a:ea typeface="Arial"/>
                <a:cs typeface="Arial"/>
              </a:defRPr>
            </a:lvl4pPr>
            <a:lvl5pPr algn="l">
              <a:defRPr sz="2175" b="0">
                <a:solidFill>
                  <a:srgbClr val="686868"/>
                </a:solidFill>
                <a:latin typeface="Arial"/>
                <a:ea typeface="Arial"/>
                <a:cs typeface="Arial"/>
              </a:defRPr>
            </a:lvl5pPr>
            <a:lvl6pPr algn="l">
              <a:defRPr sz="2175" b="0">
                <a:solidFill>
                  <a:srgbClr val="686868"/>
                </a:solidFill>
                <a:latin typeface="Arial"/>
                <a:ea typeface="Arial"/>
                <a:cs typeface="Arial"/>
              </a:defRPr>
            </a:lvl6pPr>
            <a:lvl7pPr algn="l">
              <a:defRPr sz="2175" b="0">
                <a:solidFill>
                  <a:srgbClr val="686868"/>
                </a:solidFill>
                <a:latin typeface="Arial"/>
                <a:ea typeface="Arial"/>
                <a:cs typeface="Arial"/>
              </a:defRPr>
            </a:lvl7pPr>
            <a:lvl8pPr algn="l">
              <a:defRPr sz="2175" b="0">
                <a:solidFill>
                  <a:srgbClr val="686868"/>
                </a:solidFill>
                <a:latin typeface="Arial"/>
                <a:ea typeface="Arial"/>
                <a:cs typeface="Arial"/>
              </a:defRPr>
            </a:lvl8pPr>
            <a:lvl9pPr algn="l">
              <a:defRPr sz="2175" b="0">
                <a:solidFill>
                  <a:srgbClr val="686868"/>
                </a:solidFill>
                <a:latin typeface="Arial"/>
                <a:ea typeface="Arial"/>
                <a:cs typeface="Arial"/>
              </a:defRPr>
            </a:lvl9pPr>
          </a:lstStyle>
          <a:p>
            <a:pPr algn="l">
              <a:defRPr sz="2175" b="0">
                <a:solidFill>
                  <a:srgbClr val="686868"/>
                </a:solidFill>
                <a:latin typeface="Arial"/>
                <a:ea typeface="Arial"/>
                <a:cs typeface="Arial"/>
              </a:defRPr>
            </a:pPr>
            <a:r>
              <a:rPr sz="2175" b="0">
                <a:solidFill>
                  <a:srgbClr val="686868"/>
                </a:solidFill>
                <a:latin typeface="Arial"/>
                <a:ea typeface="Arial"/>
                <a:cs typeface="Arial"/>
              </a:rPr>
              <a:t>Everything needed for today is included</a:t>
            </a:r>
          </a:p>
        </p:txBody>
      </p:sp>
    </p:spTree>
    <p:extLst>
      <p:ext uri="{BB962C8B-B14F-4D97-AF65-F5344CB8AC3E}">
        <ns3:creationId val="1483943652"/>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8F5F0"/>
        </a:solidFill>
      </p:bgPr>
    </p:bg>
    <p:spTree>
      <p:nvGrpSpPr>
        <p:cNvPr id="1" name=""/>
        <p:cNvGrpSpPr/>
        <p:nvPr/>
      </p:nvGrpSpPr>
      <p:grpSpPr>
        <a:xfrm/>
      </p:grpSpPr>
      <p:sp>
        <p:nvSpPr>
          <p:cNvPr id="16" name="text-22">
            <a:extLst>
              <a:ext uri="{FF2B5EF4-FFF2-40B4-BE49-F238E27FC236}">
                <ns2:creationId id="{29D28493-FEFA-46FB-AF4E-402D395DFB29}"/>
              </a:ext>
            </a:extLst>
          </p:cNvPr>
          <p:cNvSpPr>
            <a:spLocks noGrp="1"/>
          </p:cNvSpPr>
          <p:nvPr/>
        </p:nvSpPr>
        <p:spPr>
          <a:xfrm>
            <a:off x="609600" y="419100"/>
            <a:ext cx="10972800" cy="723900"/>
          </a:xfrm>
          <a:prstGeom prst="rect">
            <a:avLst/>
          </a:prstGeom>
          <a:noFill/>
          <a:ln w="0">
            <a:noFill/>
          </a:ln>
        </p:spPr>
        <p:txBody>
          <a:bodyPr anchor="t">
            <a:noAutofit/>
          </a:bodyPr>
          <a:lstStyle>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a:pPr algn="ctr">
              <a:defRPr sz="3600" b="1">
                <a:solidFill>
                  <a:srgbClr val="1C1C1C"/>
                </a:solidFill>
                <a:latin typeface="Arial"/>
                <a:ea typeface="Arial"/>
                <a:cs typeface="Arial"/>
              </a:defRPr>
            </a:pPr>
            <a:r>
              <a:rPr sz="3600" b="1">
                <a:solidFill>
                  <a:srgbClr val="1C1C1C"/>
                </a:solidFill>
                <a:latin typeface="Arial"/>
                <a:ea typeface="Arial"/>
                <a:cs typeface="Arial"/>
              </a:rPr>
              <a:t>Understand the system before adding to it</a:t>
            </a:r>
          </a:p>
        </p:txBody>
      </p:sp>
      <p:sp>
        <p:nvSpPr>
          <p:cNvPr id="2" name="text-23">
            <a:extLst>
              <a:ext uri="{FF2B5EF4-FFF2-40B4-BE49-F238E27FC236}">
                <ns2:creationId id="{B390EE74-C762-4177-8667-AFED6B4E1AE7}"/>
              </a:ext>
            </a:extLst>
          </p:cNvPr>
          <p:cNvSpPr>
            <a:spLocks noGrp="1"/>
          </p:cNvSpPr>
          <p:nvPr/>
        </p:nvSpPr>
        <p:spPr>
          <a:xfrm>
            <a:off x="609600" y="6486525"/>
            <a:ext cx="4286250" cy="228600"/>
          </a:xfrm>
          <a:prstGeom prst="rect">
            <a:avLst/>
          </a:prstGeom>
          <a:noFill/>
          <a:ln w="0">
            <a:noFill/>
          </a:ln>
        </p:spPr>
        <p:txBody>
          <a:bodyPr anchor="t">
            <a:noAutofit/>
          </a:bodyPr>
          <a:lstStyle>
            <a:defPPr algn="l">
              <a:defRPr sz="1125" b="0">
                <a:solidFill>
                  <a:srgbClr val="686868"/>
                </a:solidFill>
                <a:latin typeface="Arial"/>
                <a:ea typeface="Arial"/>
                <a:cs typeface="Arial"/>
              </a:defRPr>
            </a:defPPr>
            <a:lvl1pPr algn="l">
              <a:defRPr sz="1125" b="0">
                <a:solidFill>
                  <a:srgbClr val="686868"/>
                </a:solidFill>
                <a:latin typeface="Arial"/>
                <a:ea typeface="Arial"/>
                <a:cs typeface="Arial"/>
              </a:defRPr>
            </a:lvl1pPr>
            <a:lvl2pPr algn="l">
              <a:defRPr sz="1125" b="0">
                <a:solidFill>
                  <a:srgbClr val="686868"/>
                </a:solidFill>
                <a:latin typeface="Arial"/>
                <a:ea typeface="Arial"/>
                <a:cs typeface="Arial"/>
              </a:defRPr>
            </a:lvl2pPr>
            <a:lvl3pPr algn="l">
              <a:defRPr sz="1125" b="0">
                <a:solidFill>
                  <a:srgbClr val="686868"/>
                </a:solidFill>
                <a:latin typeface="Arial"/>
                <a:ea typeface="Arial"/>
                <a:cs typeface="Arial"/>
              </a:defRPr>
            </a:lvl3pPr>
            <a:lvl4pPr algn="l">
              <a:defRPr sz="1125" b="0">
                <a:solidFill>
                  <a:srgbClr val="686868"/>
                </a:solidFill>
                <a:latin typeface="Arial"/>
                <a:ea typeface="Arial"/>
                <a:cs typeface="Arial"/>
              </a:defRPr>
            </a:lvl4pPr>
            <a:lvl5pPr algn="l">
              <a:defRPr sz="1125" b="0">
                <a:solidFill>
                  <a:srgbClr val="686868"/>
                </a:solidFill>
                <a:latin typeface="Arial"/>
                <a:ea typeface="Arial"/>
                <a:cs typeface="Arial"/>
              </a:defRPr>
            </a:lvl5pPr>
            <a:lvl6pPr algn="l">
              <a:defRPr sz="1125" b="0">
                <a:solidFill>
                  <a:srgbClr val="686868"/>
                </a:solidFill>
                <a:latin typeface="Arial"/>
                <a:ea typeface="Arial"/>
                <a:cs typeface="Arial"/>
              </a:defRPr>
            </a:lvl6pPr>
            <a:lvl7pPr algn="l">
              <a:defRPr sz="1125" b="0">
                <a:solidFill>
                  <a:srgbClr val="686868"/>
                </a:solidFill>
                <a:latin typeface="Arial"/>
                <a:ea typeface="Arial"/>
                <a:cs typeface="Arial"/>
              </a:defRPr>
            </a:lvl7pPr>
            <a:lvl8pPr algn="l">
              <a:defRPr sz="1125" b="0">
                <a:solidFill>
                  <a:srgbClr val="686868"/>
                </a:solidFill>
                <a:latin typeface="Arial"/>
                <a:ea typeface="Arial"/>
                <a:cs typeface="Arial"/>
              </a:defRPr>
            </a:lvl8pPr>
            <a:lvl9pPr algn="l">
              <a:defRPr sz="1125" b="0">
                <a:solidFill>
                  <a:srgbClr val="686868"/>
                </a:solidFill>
                <a:latin typeface="Arial"/>
                <a:ea typeface="Arial"/>
                <a:cs typeface="Arial"/>
              </a:defRPr>
            </a:lvl9pPr>
          </a:lstStyle>
          <a:p>
            <a:pPr algn="l">
              <a:defRPr sz="1125" b="0">
                <a:solidFill>
                  <a:srgbClr val="686868"/>
                </a:solidFill>
                <a:latin typeface="Arial"/>
                <a:ea typeface="Arial"/>
                <a:cs typeface="Arial"/>
              </a:defRPr>
            </a:pPr>
            <a:r>
              <a:rPr sz="1125" b="0">
                <a:solidFill>
                  <a:srgbClr val="686868"/>
                </a:solidFill>
                <a:latin typeface="Arial"/>
                <a:ea typeface="Arial"/>
                <a:cs typeface="Arial"/>
              </a:rPr>
              <a:t>CODEX &amp; COFFEE</a:t>
            </a:r>
          </a:p>
        </p:txBody>
      </p:sp>
      <p:sp>
        <p:nvSpPr>
          <p:cNvPr id="3" name="text-24">
            <a:extLst>
              <a:ext uri="{FF2B5EF4-FFF2-40B4-BE49-F238E27FC236}">
                <ns2:creationId id="{8AE44EE9-DD69-484A-A5F9-71A70ED2AC57}"/>
              </a:ext>
            </a:extLst>
          </p:cNvPr>
          <p:cNvSpPr>
            <a:spLocks noGrp="1"/>
          </p:cNvSpPr>
          <p:nvPr/>
        </p:nvSpPr>
        <p:spPr>
          <a:xfrm>
            <a:off x="9525000" y="6486525"/>
            <a:ext cx="2057400" cy="228600"/>
          </a:xfrm>
          <a:prstGeom prst="rect">
            <a:avLst/>
          </a:prstGeom>
          <a:noFill/>
          <a:ln w="0">
            <a:noFill/>
          </a:ln>
        </p:spPr>
        <p:txBody>
          <a:bodyPr anchor="t">
            <a:noAutofit/>
          </a:bodyPr>
          <a:lstStyle>
            <a:defPPr algn="r">
              <a:defRPr sz="1125" b="0">
                <a:solidFill>
                  <a:srgbClr val="686868"/>
                </a:solidFill>
                <a:latin typeface="Arial"/>
                <a:ea typeface="Arial"/>
                <a:cs typeface="Arial"/>
              </a:defRPr>
            </a:defPPr>
            <a:lvl1pPr algn="r">
              <a:defRPr sz="1125" b="0">
                <a:solidFill>
                  <a:srgbClr val="686868"/>
                </a:solidFill>
                <a:latin typeface="Arial"/>
                <a:ea typeface="Arial"/>
                <a:cs typeface="Arial"/>
              </a:defRPr>
            </a:lvl1pPr>
            <a:lvl2pPr algn="r">
              <a:defRPr sz="1125" b="0">
                <a:solidFill>
                  <a:srgbClr val="686868"/>
                </a:solidFill>
                <a:latin typeface="Arial"/>
                <a:ea typeface="Arial"/>
                <a:cs typeface="Arial"/>
              </a:defRPr>
            </a:lvl2pPr>
            <a:lvl3pPr algn="r">
              <a:defRPr sz="1125" b="0">
                <a:solidFill>
                  <a:srgbClr val="686868"/>
                </a:solidFill>
                <a:latin typeface="Arial"/>
                <a:ea typeface="Arial"/>
                <a:cs typeface="Arial"/>
              </a:defRPr>
            </a:lvl3pPr>
            <a:lvl4pPr algn="r">
              <a:defRPr sz="1125" b="0">
                <a:solidFill>
                  <a:srgbClr val="686868"/>
                </a:solidFill>
                <a:latin typeface="Arial"/>
                <a:ea typeface="Arial"/>
                <a:cs typeface="Arial"/>
              </a:defRPr>
            </a:lvl4pPr>
            <a:lvl5pPr algn="r">
              <a:defRPr sz="1125" b="0">
                <a:solidFill>
                  <a:srgbClr val="686868"/>
                </a:solidFill>
                <a:latin typeface="Arial"/>
                <a:ea typeface="Arial"/>
                <a:cs typeface="Arial"/>
              </a:defRPr>
            </a:lvl5pPr>
            <a:lvl6pPr algn="r">
              <a:defRPr sz="1125" b="0">
                <a:solidFill>
                  <a:srgbClr val="686868"/>
                </a:solidFill>
                <a:latin typeface="Arial"/>
                <a:ea typeface="Arial"/>
                <a:cs typeface="Arial"/>
              </a:defRPr>
            </a:lvl6pPr>
            <a:lvl7pPr algn="r">
              <a:defRPr sz="1125" b="0">
                <a:solidFill>
                  <a:srgbClr val="686868"/>
                </a:solidFill>
                <a:latin typeface="Arial"/>
                <a:ea typeface="Arial"/>
                <a:cs typeface="Arial"/>
              </a:defRPr>
            </a:lvl7pPr>
            <a:lvl8pPr algn="r">
              <a:defRPr sz="1125" b="0">
                <a:solidFill>
                  <a:srgbClr val="686868"/>
                </a:solidFill>
                <a:latin typeface="Arial"/>
                <a:ea typeface="Arial"/>
                <a:cs typeface="Arial"/>
              </a:defRPr>
            </a:lvl8pPr>
            <a:lvl9pPr algn="r">
              <a:defRPr sz="1125" b="0">
                <a:solidFill>
                  <a:srgbClr val="686868"/>
                </a:solidFill>
                <a:latin typeface="Arial"/>
                <a:ea typeface="Arial"/>
                <a:cs typeface="Arial"/>
              </a:defRPr>
            </a:lvl9pPr>
          </a:lstStyle>
          <a:p>
            <a:pPr algn="r">
              <a:defRPr sz="1125" b="0">
                <a:solidFill>
                  <a:srgbClr val="686868"/>
                </a:solidFill>
                <a:latin typeface="Arial"/>
                <a:ea typeface="Arial"/>
                <a:cs typeface="Arial"/>
              </a:defRPr>
            </a:pPr>
            <a:r>
              <a:rPr sz="1125" b="0">
                <a:solidFill>
                  <a:srgbClr val="686868"/>
                </a:solidFill>
                <a:latin typeface="Arial"/>
                <a:ea typeface="Arial"/>
                <a:cs typeface="Arial"/>
              </a:rPr>
              <a:t>DAY 01  ·  5</a:t>
            </a:r>
          </a:p>
        </p:txBody>
      </p:sp>
      <p:sp>
        <p:nvSpPr>
          <p:cNvPr id="4" name="text-25">
            <a:extLst>
              <a:ext uri="{FF2B5EF4-FFF2-40B4-BE49-F238E27FC236}">
                <ns2:creationId id="{94AB4221-6282-473F-9DED-0AB95CC207E3}"/>
              </a:ext>
            </a:extLst>
          </p:cNvPr>
          <p:cNvSpPr>
            <a:spLocks noGrp="1"/>
          </p:cNvSpPr>
          <p:nvPr/>
        </p:nvSpPr>
        <p:spPr>
          <a:xfrm>
            <a:off x="609600" y="2171700"/>
            <a:ext cx="2381250" cy="800100"/>
          </a:xfrm>
          <a:prstGeom prst="rect">
            <a:avLst/>
          </a:prstGeom>
          <a:noFill/>
          <a:ln w="0">
            <a:noFill/>
          </a:ln>
        </p:spPr>
        <p:txBody>
          <a:bodyPr anchor="t">
            <a:noAutofit/>
          </a:bodyPr>
          <a:lstStyle>
            <a:defPPr algn="l">
              <a:defRPr sz="4425" b="1">
                <a:solidFill>
                  <a:srgbClr val="D1372D"/>
                </a:solidFill>
                <a:latin typeface="Arial"/>
                <a:ea typeface="Arial"/>
                <a:cs typeface="Arial"/>
              </a:defRPr>
            </a:defPPr>
            <a:lvl1pPr algn="l">
              <a:defRPr sz="4425" b="1">
                <a:solidFill>
                  <a:srgbClr val="D1372D"/>
                </a:solidFill>
                <a:latin typeface="Arial"/>
                <a:ea typeface="Arial"/>
                <a:cs typeface="Arial"/>
              </a:defRPr>
            </a:lvl1pPr>
            <a:lvl2pPr algn="l">
              <a:defRPr sz="4425" b="1">
                <a:solidFill>
                  <a:srgbClr val="D1372D"/>
                </a:solidFill>
                <a:latin typeface="Arial"/>
                <a:ea typeface="Arial"/>
                <a:cs typeface="Arial"/>
              </a:defRPr>
            </a:lvl2pPr>
            <a:lvl3pPr algn="l">
              <a:defRPr sz="4425" b="1">
                <a:solidFill>
                  <a:srgbClr val="D1372D"/>
                </a:solidFill>
                <a:latin typeface="Arial"/>
                <a:ea typeface="Arial"/>
                <a:cs typeface="Arial"/>
              </a:defRPr>
            </a:lvl3pPr>
            <a:lvl4pPr algn="l">
              <a:defRPr sz="4425" b="1">
                <a:solidFill>
                  <a:srgbClr val="D1372D"/>
                </a:solidFill>
                <a:latin typeface="Arial"/>
                <a:ea typeface="Arial"/>
                <a:cs typeface="Arial"/>
              </a:defRPr>
            </a:lvl4pPr>
            <a:lvl5pPr algn="l">
              <a:defRPr sz="4425" b="1">
                <a:solidFill>
                  <a:srgbClr val="D1372D"/>
                </a:solidFill>
                <a:latin typeface="Arial"/>
                <a:ea typeface="Arial"/>
                <a:cs typeface="Arial"/>
              </a:defRPr>
            </a:lvl5pPr>
            <a:lvl6pPr algn="l">
              <a:defRPr sz="4425" b="1">
                <a:solidFill>
                  <a:srgbClr val="D1372D"/>
                </a:solidFill>
                <a:latin typeface="Arial"/>
                <a:ea typeface="Arial"/>
                <a:cs typeface="Arial"/>
              </a:defRPr>
            </a:lvl6pPr>
            <a:lvl7pPr algn="l">
              <a:defRPr sz="4425" b="1">
                <a:solidFill>
                  <a:srgbClr val="D1372D"/>
                </a:solidFill>
                <a:latin typeface="Arial"/>
                <a:ea typeface="Arial"/>
                <a:cs typeface="Arial"/>
              </a:defRPr>
            </a:lvl7pPr>
            <a:lvl8pPr algn="l">
              <a:defRPr sz="4425" b="1">
                <a:solidFill>
                  <a:srgbClr val="D1372D"/>
                </a:solidFill>
                <a:latin typeface="Arial"/>
                <a:ea typeface="Arial"/>
                <a:cs typeface="Arial"/>
              </a:defRPr>
            </a:lvl8pPr>
            <a:lvl9pPr algn="l">
              <a:defRPr sz="4425" b="1">
                <a:solidFill>
                  <a:srgbClr val="D1372D"/>
                </a:solidFill>
                <a:latin typeface="Arial"/>
                <a:ea typeface="Arial"/>
                <a:cs typeface="Arial"/>
              </a:defRPr>
            </a:lvl9pPr>
          </a:lstStyle>
          <a:p>
            <a:pPr algn="l">
              <a:defRPr sz="4425" b="1">
                <a:solidFill>
                  <a:srgbClr val="D1372D"/>
                </a:solidFill>
                <a:latin typeface="Arial"/>
                <a:ea typeface="Arial"/>
                <a:cs typeface="Arial"/>
              </a:defRPr>
            </a:pPr>
            <a:r>
              <a:rPr sz="4425" b="1">
                <a:solidFill>
                  <a:srgbClr val="D1372D"/>
                </a:solidFill>
                <a:latin typeface="Arial"/>
                <a:ea typeface="Arial"/>
                <a:cs typeface="Arial"/>
              </a:rPr>
              <a:t>01</a:t>
            </a:r>
          </a:p>
        </p:txBody>
      </p:sp>
      <p:sp>
        <p:nvSpPr>
          <p:cNvPr id="5" name="shape-26">
            <a:extLst>
              <a:ext uri="{FF2B5EF4-FFF2-40B4-BE49-F238E27FC236}">
                <ns2:creationId id="{8672A712-4205-4B50-9153-4A5FA7AFEB8C}"/>
              </a:ext>
            </a:extLst>
          </p:cNvPr>
          <p:cNvSpPr>
            <a:spLocks noGrp="1"/>
          </p:cNvSpPr>
          <p:nvPr/>
        </p:nvSpPr>
        <p:spPr>
          <a:xfrm>
            <a:off x="609600" y="3267075"/>
            <a:ext cx="2381250" cy="19050"/>
          </a:xfrm>
          <a:prstGeom prst="rect">
            <a:avLst/>
          </a:prstGeom>
          <a:solidFill>
            <a:srgbClr val="D1372D"/>
          </a:solidFill>
          <a:ln w="0">
            <a:noFill/>
          </a:ln>
        </p:spPr>
      </p:sp>
      <p:sp>
        <p:nvSpPr>
          <p:cNvPr id="6" name="text-27">
            <a:extLst>
              <a:ext uri="{FF2B5EF4-FFF2-40B4-BE49-F238E27FC236}">
                <ns2:creationId id="{77983B29-5BDB-4146-807E-B59243D39008}"/>
              </a:ext>
            </a:extLst>
          </p:cNvPr>
          <p:cNvSpPr>
            <a:spLocks noGrp="1"/>
          </p:cNvSpPr>
          <p:nvPr/>
        </p:nvSpPr>
        <p:spPr>
          <a:xfrm>
            <a:off x="609600" y="3714750"/>
            <a:ext cx="2381250" cy="1200150"/>
          </a:xfrm>
          <a:prstGeom prst="rect">
            <a:avLst/>
          </a:prstGeom>
          <a:noFill/>
          <a:ln w="0">
            <a:noFill/>
          </a:ln>
        </p:spPr>
        <p:txBody>
          <a:bodyPr anchor="t">
            <a:noAutofit/>
          </a:bodyPr>
          <a:lstStyle>
            <a:defPPr algn="l">
              <a:defRPr sz="2400" b="1">
                <a:solidFill>
                  <a:srgbClr val="1C1C1C"/>
                </a:solidFill>
                <a:latin typeface="Arial"/>
                <a:ea typeface="Arial"/>
                <a:cs typeface="Arial"/>
              </a:defRPr>
            </a:defPPr>
            <a:lvl1pPr algn="l">
              <a:defRPr sz="2400" b="1">
                <a:solidFill>
                  <a:srgbClr val="1C1C1C"/>
                </a:solidFill>
                <a:latin typeface="Arial"/>
                <a:ea typeface="Arial"/>
                <a:cs typeface="Arial"/>
              </a:defRPr>
            </a:lvl1pPr>
            <a:lvl2pPr algn="l">
              <a:defRPr sz="2400" b="1">
                <a:solidFill>
                  <a:srgbClr val="1C1C1C"/>
                </a:solidFill>
                <a:latin typeface="Arial"/>
                <a:ea typeface="Arial"/>
                <a:cs typeface="Arial"/>
              </a:defRPr>
            </a:lvl2pPr>
            <a:lvl3pPr algn="l">
              <a:defRPr sz="2400" b="1">
                <a:solidFill>
                  <a:srgbClr val="1C1C1C"/>
                </a:solidFill>
                <a:latin typeface="Arial"/>
                <a:ea typeface="Arial"/>
                <a:cs typeface="Arial"/>
              </a:defRPr>
            </a:lvl3pPr>
            <a:lvl4pPr algn="l">
              <a:defRPr sz="2400" b="1">
                <a:solidFill>
                  <a:srgbClr val="1C1C1C"/>
                </a:solidFill>
                <a:latin typeface="Arial"/>
                <a:ea typeface="Arial"/>
                <a:cs typeface="Arial"/>
              </a:defRPr>
            </a:lvl4pPr>
            <a:lvl5pPr algn="l">
              <a:defRPr sz="2400" b="1">
                <a:solidFill>
                  <a:srgbClr val="1C1C1C"/>
                </a:solidFill>
                <a:latin typeface="Arial"/>
                <a:ea typeface="Arial"/>
                <a:cs typeface="Arial"/>
              </a:defRPr>
            </a:lvl5pPr>
            <a:lvl6pPr algn="l">
              <a:defRPr sz="2400" b="1">
                <a:solidFill>
                  <a:srgbClr val="1C1C1C"/>
                </a:solidFill>
                <a:latin typeface="Arial"/>
                <a:ea typeface="Arial"/>
                <a:cs typeface="Arial"/>
              </a:defRPr>
            </a:lvl6pPr>
            <a:lvl7pPr algn="l">
              <a:defRPr sz="2400" b="1">
                <a:solidFill>
                  <a:srgbClr val="1C1C1C"/>
                </a:solidFill>
                <a:latin typeface="Arial"/>
                <a:ea typeface="Arial"/>
                <a:cs typeface="Arial"/>
              </a:defRPr>
            </a:lvl7pPr>
            <a:lvl8pPr algn="l">
              <a:defRPr sz="2400" b="1">
                <a:solidFill>
                  <a:srgbClr val="1C1C1C"/>
                </a:solidFill>
                <a:latin typeface="Arial"/>
                <a:ea typeface="Arial"/>
                <a:cs typeface="Arial"/>
              </a:defRPr>
            </a:lvl8pPr>
            <a:lvl9pPr algn="l">
              <a:defRPr sz="2400" b="1">
                <a:solidFill>
                  <a:srgbClr val="1C1C1C"/>
                </a:solidFill>
                <a:latin typeface="Arial"/>
                <a:ea typeface="Arial"/>
                <a:cs typeface="Arial"/>
              </a:defRPr>
            </a:lvl9pPr>
          </a:lstStyle>
          <a:p>
            <a:pPr algn="l">
              <a:defRPr sz="2400" b="1">
                <a:solidFill>
                  <a:srgbClr val="1C1C1C"/>
                </a:solidFill>
                <a:latin typeface="Arial"/>
                <a:ea typeface="Arial"/>
                <a:cs typeface="Arial"/>
              </a:defRPr>
            </a:pPr>
            <a:r>
              <a:rPr sz="2400" b="1">
                <a:solidFill>
                  <a:srgbClr val="1C1C1C"/>
                </a:solidFill>
                <a:latin typeface="Arial"/>
                <a:ea typeface="Arial"/>
                <a:cs typeface="Arial"/>
              </a:rPr>
              <a:t>Repository</a:t>
            </a:r>
          </a:p>
        </p:txBody>
      </p:sp>
      <p:sp>
        <p:nvSpPr>
          <p:cNvPr id="7" name="text-28">
            <a:extLst>
              <a:ext uri="{FF2B5EF4-FFF2-40B4-BE49-F238E27FC236}">
                <ns2:creationId id="{39190410-83D1-416E-9E3D-3C234AFCB002}"/>
              </a:ext>
            </a:extLst>
          </p:cNvPr>
          <p:cNvSpPr>
            <a:spLocks noGrp="1"/>
          </p:cNvSpPr>
          <p:nvPr/>
        </p:nvSpPr>
        <p:spPr>
          <a:xfrm>
            <a:off x="3467100" y="2171700"/>
            <a:ext cx="2381250" cy="800100"/>
          </a:xfrm>
          <a:prstGeom prst="rect">
            <a:avLst/>
          </a:prstGeom>
          <a:noFill/>
          <a:ln w="0">
            <a:noFill/>
          </a:ln>
        </p:spPr>
        <p:txBody>
          <a:bodyPr anchor="t">
            <a:noAutofit/>
          </a:bodyPr>
          <a:lstStyle>
            <a:defPPr algn="l">
              <a:defRPr sz="4425" b="1">
                <a:solidFill>
                  <a:srgbClr val="D1372D"/>
                </a:solidFill>
                <a:latin typeface="Arial"/>
                <a:ea typeface="Arial"/>
                <a:cs typeface="Arial"/>
              </a:defRPr>
            </a:defPPr>
            <a:lvl1pPr algn="l">
              <a:defRPr sz="4425" b="1">
                <a:solidFill>
                  <a:srgbClr val="D1372D"/>
                </a:solidFill>
                <a:latin typeface="Arial"/>
                <a:ea typeface="Arial"/>
                <a:cs typeface="Arial"/>
              </a:defRPr>
            </a:lvl1pPr>
            <a:lvl2pPr algn="l">
              <a:defRPr sz="4425" b="1">
                <a:solidFill>
                  <a:srgbClr val="D1372D"/>
                </a:solidFill>
                <a:latin typeface="Arial"/>
                <a:ea typeface="Arial"/>
                <a:cs typeface="Arial"/>
              </a:defRPr>
            </a:lvl2pPr>
            <a:lvl3pPr algn="l">
              <a:defRPr sz="4425" b="1">
                <a:solidFill>
                  <a:srgbClr val="D1372D"/>
                </a:solidFill>
                <a:latin typeface="Arial"/>
                <a:ea typeface="Arial"/>
                <a:cs typeface="Arial"/>
              </a:defRPr>
            </a:lvl3pPr>
            <a:lvl4pPr algn="l">
              <a:defRPr sz="4425" b="1">
                <a:solidFill>
                  <a:srgbClr val="D1372D"/>
                </a:solidFill>
                <a:latin typeface="Arial"/>
                <a:ea typeface="Arial"/>
                <a:cs typeface="Arial"/>
              </a:defRPr>
            </a:lvl4pPr>
            <a:lvl5pPr algn="l">
              <a:defRPr sz="4425" b="1">
                <a:solidFill>
                  <a:srgbClr val="D1372D"/>
                </a:solidFill>
                <a:latin typeface="Arial"/>
                <a:ea typeface="Arial"/>
                <a:cs typeface="Arial"/>
              </a:defRPr>
            </a:lvl5pPr>
            <a:lvl6pPr algn="l">
              <a:defRPr sz="4425" b="1">
                <a:solidFill>
                  <a:srgbClr val="D1372D"/>
                </a:solidFill>
                <a:latin typeface="Arial"/>
                <a:ea typeface="Arial"/>
                <a:cs typeface="Arial"/>
              </a:defRPr>
            </a:lvl6pPr>
            <a:lvl7pPr algn="l">
              <a:defRPr sz="4425" b="1">
                <a:solidFill>
                  <a:srgbClr val="D1372D"/>
                </a:solidFill>
                <a:latin typeface="Arial"/>
                <a:ea typeface="Arial"/>
                <a:cs typeface="Arial"/>
              </a:defRPr>
            </a:lvl7pPr>
            <a:lvl8pPr algn="l">
              <a:defRPr sz="4425" b="1">
                <a:solidFill>
                  <a:srgbClr val="D1372D"/>
                </a:solidFill>
                <a:latin typeface="Arial"/>
                <a:ea typeface="Arial"/>
                <a:cs typeface="Arial"/>
              </a:defRPr>
            </a:lvl8pPr>
            <a:lvl9pPr algn="l">
              <a:defRPr sz="4425" b="1">
                <a:solidFill>
                  <a:srgbClr val="D1372D"/>
                </a:solidFill>
                <a:latin typeface="Arial"/>
                <a:ea typeface="Arial"/>
                <a:cs typeface="Arial"/>
              </a:defRPr>
            </a:lvl9pPr>
          </a:lstStyle>
          <a:p>
            <a:pPr algn="l">
              <a:defRPr sz="4425" b="1">
                <a:solidFill>
                  <a:srgbClr val="D1372D"/>
                </a:solidFill>
                <a:latin typeface="Arial"/>
                <a:ea typeface="Arial"/>
                <a:cs typeface="Arial"/>
              </a:defRPr>
            </a:pPr>
            <a:r>
              <a:rPr sz="4425" b="1">
                <a:solidFill>
                  <a:srgbClr val="D1372D"/>
                </a:solidFill>
                <a:latin typeface="Arial"/>
                <a:ea typeface="Arial"/>
                <a:cs typeface="Arial"/>
              </a:rPr>
              <a:t>02</a:t>
            </a:r>
          </a:p>
        </p:txBody>
      </p:sp>
      <p:sp>
        <p:nvSpPr>
          <p:cNvPr id="8" name="shape-29">
            <a:extLst>
              <a:ext uri="{FF2B5EF4-FFF2-40B4-BE49-F238E27FC236}">
                <ns2:creationId id="{3F48494C-D43D-4093-B9EC-7BA82FA24935}"/>
              </a:ext>
            </a:extLst>
          </p:cNvPr>
          <p:cNvSpPr>
            <a:spLocks noGrp="1"/>
          </p:cNvSpPr>
          <p:nvPr/>
        </p:nvSpPr>
        <p:spPr>
          <a:xfrm>
            <a:off x="3467100" y="3267075"/>
            <a:ext cx="2381250" cy="19050"/>
          </a:xfrm>
          <a:prstGeom prst="rect">
            <a:avLst/>
          </a:prstGeom>
          <a:solidFill>
            <a:srgbClr val="D1372D"/>
          </a:solidFill>
          <a:ln w="0">
            <a:noFill/>
          </a:ln>
        </p:spPr>
      </p:sp>
      <p:sp>
        <p:nvSpPr>
          <p:cNvPr id="9" name="text-30">
            <a:extLst>
              <a:ext uri="{FF2B5EF4-FFF2-40B4-BE49-F238E27FC236}">
                <ns2:creationId id="{7EF4AC89-9ABB-4ED7-8147-BD9A470B5882}"/>
              </a:ext>
            </a:extLst>
          </p:cNvPr>
          <p:cNvSpPr>
            <a:spLocks noGrp="1"/>
          </p:cNvSpPr>
          <p:nvPr/>
        </p:nvSpPr>
        <p:spPr>
          <a:xfrm>
            <a:off x="3467100" y="3714750"/>
            <a:ext cx="2381250" cy="1200150"/>
          </a:xfrm>
          <a:prstGeom prst="rect">
            <a:avLst/>
          </a:prstGeom>
          <a:noFill/>
          <a:ln w="0">
            <a:noFill/>
          </a:ln>
        </p:spPr>
        <p:txBody>
          <a:bodyPr anchor="t">
            <a:noAutofit/>
          </a:bodyPr>
          <a:lstStyle>
            <a:defPPr algn="l">
              <a:defRPr sz="2400" b="1">
                <a:solidFill>
                  <a:srgbClr val="1C1C1C"/>
                </a:solidFill>
                <a:latin typeface="Arial"/>
                <a:ea typeface="Arial"/>
                <a:cs typeface="Arial"/>
              </a:defRPr>
            </a:defPPr>
            <a:lvl1pPr algn="l">
              <a:defRPr sz="2400" b="1">
                <a:solidFill>
                  <a:srgbClr val="1C1C1C"/>
                </a:solidFill>
                <a:latin typeface="Arial"/>
                <a:ea typeface="Arial"/>
                <a:cs typeface="Arial"/>
              </a:defRPr>
            </a:lvl1pPr>
            <a:lvl2pPr algn="l">
              <a:defRPr sz="2400" b="1">
                <a:solidFill>
                  <a:srgbClr val="1C1C1C"/>
                </a:solidFill>
                <a:latin typeface="Arial"/>
                <a:ea typeface="Arial"/>
                <a:cs typeface="Arial"/>
              </a:defRPr>
            </a:lvl2pPr>
            <a:lvl3pPr algn="l">
              <a:defRPr sz="2400" b="1">
                <a:solidFill>
                  <a:srgbClr val="1C1C1C"/>
                </a:solidFill>
                <a:latin typeface="Arial"/>
                <a:ea typeface="Arial"/>
                <a:cs typeface="Arial"/>
              </a:defRPr>
            </a:lvl3pPr>
            <a:lvl4pPr algn="l">
              <a:defRPr sz="2400" b="1">
                <a:solidFill>
                  <a:srgbClr val="1C1C1C"/>
                </a:solidFill>
                <a:latin typeface="Arial"/>
                <a:ea typeface="Arial"/>
                <a:cs typeface="Arial"/>
              </a:defRPr>
            </a:lvl4pPr>
            <a:lvl5pPr algn="l">
              <a:defRPr sz="2400" b="1">
                <a:solidFill>
                  <a:srgbClr val="1C1C1C"/>
                </a:solidFill>
                <a:latin typeface="Arial"/>
                <a:ea typeface="Arial"/>
                <a:cs typeface="Arial"/>
              </a:defRPr>
            </a:lvl5pPr>
            <a:lvl6pPr algn="l">
              <a:defRPr sz="2400" b="1">
                <a:solidFill>
                  <a:srgbClr val="1C1C1C"/>
                </a:solidFill>
                <a:latin typeface="Arial"/>
                <a:ea typeface="Arial"/>
                <a:cs typeface="Arial"/>
              </a:defRPr>
            </a:lvl6pPr>
            <a:lvl7pPr algn="l">
              <a:defRPr sz="2400" b="1">
                <a:solidFill>
                  <a:srgbClr val="1C1C1C"/>
                </a:solidFill>
                <a:latin typeface="Arial"/>
                <a:ea typeface="Arial"/>
                <a:cs typeface="Arial"/>
              </a:defRPr>
            </a:lvl7pPr>
            <a:lvl8pPr algn="l">
              <a:defRPr sz="2400" b="1">
                <a:solidFill>
                  <a:srgbClr val="1C1C1C"/>
                </a:solidFill>
                <a:latin typeface="Arial"/>
                <a:ea typeface="Arial"/>
                <a:cs typeface="Arial"/>
              </a:defRPr>
            </a:lvl8pPr>
            <a:lvl9pPr algn="l">
              <a:defRPr sz="2400" b="1">
                <a:solidFill>
                  <a:srgbClr val="1C1C1C"/>
                </a:solidFill>
                <a:latin typeface="Arial"/>
                <a:ea typeface="Arial"/>
                <a:cs typeface="Arial"/>
              </a:defRPr>
            </a:lvl9pPr>
          </a:lstStyle>
          <a:p>
            <a:pPr algn="l">
              <a:defRPr sz="2400" b="1">
                <a:solidFill>
                  <a:srgbClr val="1C1C1C"/>
                </a:solidFill>
                <a:latin typeface="Arial"/>
                <a:ea typeface="Arial"/>
                <a:cs typeface="Arial"/>
              </a:defRPr>
            </a:pPr>
            <a:r>
              <a:rPr sz="2400" b="1">
                <a:solidFill>
                  <a:srgbClr val="1C1C1C"/>
                </a:solidFill>
                <a:latin typeface="Arial"/>
                <a:ea typeface="Arial"/>
                <a:cs typeface="Arial"/>
              </a:rPr>
              <a:t>Existing checks</a:t>
            </a:r>
          </a:p>
        </p:txBody>
      </p:sp>
      <p:sp>
        <p:nvSpPr>
          <p:cNvPr id="10" name="text-31">
            <a:extLst>
              <a:ext uri="{FF2B5EF4-FFF2-40B4-BE49-F238E27FC236}">
                <ns2:creationId id="{99888126-4879-4E37-943F-7AA1C6A6FFFA}"/>
              </a:ext>
            </a:extLst>
          </p:cNvPr>
          <p:cNvSpPr>
            <a:spLocks noGrp="1"/>
          </p:cNvSpPr>
          <p:nvPr/>
        </p:nvSpPr>
        <p:spPr>
          <a:xfrm>
            <a:off x="6324600" y="2171700"/>
            <a:ext cx="2381250" cy="800100"/>
          </a:xfrm>
          <a:prstGeom prst="rect">
            <a:avLst/>
          </a:prstGeom>
          <a:noFill/>
          <a:ln w="0">
            <a:noFill/>
          </a:ln>
        </p:spPr>
        <p:txBody>
          <a:bodyPr anchor="t">
            <a:noAutofit/>
          </a:bodyPr>
          <a:lstStyle>
            <a:defPPr algn="l">
              <a:defRPr sz="4425" b="1">
                <a:solidFill>
                  <a:srgbClr val="D1372D"/>
                </a:solidFill>
                <a:latin typeface="Arial"/>
                <a:ea typeface="Arial"/>
                <a:cs typeface="Arial"/>
              </a:defRPr>
            </a:defPPr>
            <a:lvl1pPr algn="l">
              <a:defRPr sz="4425" b="1">
                <a:solidFill>
                  <a:srgbClr val="D1372D"/>
                </a:solidFill>
                <a:latin typeface="Arial"/>
                <a:ea typeface="Arial"/>
                <a:cs typeface="Arial"/>
              </a:defRPr>
            </a:lvl1pPr>
            <a:lvl2pPr algn="l">
              <a:defRPr sz="4425" b="1">
                <a:solidFill>
                  <a:srgbClr val="D1372D"/>
                </a:solidFill>
                <a:latin typeface="Arial"/>
                <a:ea typeface="Arial"/>
                <a:cs typeface="Arial"/>
              </a:defRPr>
            </a:lvl2pPr>
            <a:lvl3pPr algn="l">
              <a:defRPr sz="4425" b="1">
                <a:solidFill>
                  <a:srgbClr val="D1372D"/>
                </a:solidFill>
                <a:latin typeface="Arial"/>
                <a:ea typeface="Arial"/>
                <a:cs typeface="Arial"/>
              </a:defRPr>
            </a:lvl3pPr>
            <a:lvl4pPr algn="l">
              <a:defRPr sz="4425" b="1">
                <a:solidFill>
                  <a:srgbClr val="D1372D"/>
                </a:solidFill>
                <a:latin typeface="Arial"/>
                <a:ea typeface="Arial"/>
                <a:cs typeface="Arial"/>
              </a:defRPr>
            </a:lvl4pPr>
            <a:lvl5pPr algn="l">
              <a:defRPr sz="4425" b="1">
                <a:solidFill>
                  <a:srgbClr val="D1372D"/>
                </a:solidFill>
                <a:latin typeface="Arial"/>
                <a:ea typeface="Arial"/>
                <a:cs typeface="Arial"/>
              </a:defRPr>
            </a:lvl5pPr>
            <a:lvl6pPr algn="l">
              <a:defRPr sz="4425" b="1">
                <a:solidFill>
                  <a:srgbClr val="D1372D"/>
                </a:solidFill>
                <a:latin typeface="Arial"/>
                <a:ea typeface="Arial"/>
                <a:cs typeface="Arial"/>
              </a:defRPr>
            </a:lvl6pPr>
            <a:lvl7pPr algn="l">
              <a:defRPr sz="4425" b="1">
                <a:solidFill>
                  <a:srgbClr val="D1372D"/>
                </a:solidFill>
                <a:latin typeface="Arial"/>
                <a:ea typeface="Arial"/>
                <a:cs typeface="Arial"/>
              </a:defRPr>
            </a:lvl7pPr>
            <a:lvl8pPr algn="l">
              <a:defRPr sz="4425" b="1">
                <a:solidFill>
                  <a:srgbClr val="D1372D"/>
                </a:solidFill>
                <a:latin typeface="Arial"/>
                <a:ea typeface="Arial"/>
                <a:cs typeface="Arial"/>
              </a:defRPr>
            </a:lvl8pPr>
            <a:lvl9pPr algn="l">
              <a:defRPr sz="4425" b="1">
                <a:solidFill>
                  <a:srgbClr val="D1372D"/>
                </a:solidFill>
                <a:latin typeface="Arial"/>
                <a:ea typeface="Arial"/>
                <a:cs typeface="Arial"/>
              </a:defRPr>
            </a:lvl9pPr>
          </a:lstStyle>
          <a:p>
            <a:pPr algn="l">
              <a:defRPr sz="4425" b="1">
                <a:solidFill>
                  <a:srgbClr val="D1372D"/>
                </a:solidFill>
                <a:latin typeface="Arial"/>
                <a:ea typeface="Arial"/>
                <a:cs typeface="Arial"/>
              </a:defRPr>
            </a:pPr>
            <a:r>
              <a:rPr sz="4425" b="1">
                <a:solidFill>
                  <a:srgbClr val="D1372D"/>
                </a:solidFill>
                <a:latin typeface="Arial"/>
                <a:ea typeface="Arial"/>
                <a:cs typeface="Arial"/>
              </a:rPr>
              <a:t>03</a:t>
            </a:r>
          </a:p>
        </p:txBody>
      </p:sp>
      <p:sp>
        <p:nvSpPr>
          <p:cNvPr id="11" name="shape-32">
            <a:extLst>
              <a:ext uri="{FF2B5EF4-FFF2-40B4-BE49-F238E27FC236}">
                <ns2:creationId id="{F388C0A0-F79A-4309-8926-DE3FBE01D330}"/>
              </a:ext>
            </a:extLst>
          </p:cNvPr>
          <p:cNvSpPr>
            <a:spLocks noGrp="1"/>
          </p:cNvSpPr>
          <p:nvPr/>
        </p:nvSpPr>
        <p:spPr>
          <a:xfrm>
            <a:off x="6324600" y="3267075"/>
            <a:ext cx="2381250" cy="19050"/>
          </a:xfrm>
          <a:prstGeom prst="rect">
            <a:avLst/>
          </a:prstGeom>
          <a:solidFill>
            <a:srgbClr val="D1372D"/>
          </a:solidFill>
          <a:ln w="0">
            <a:noFill/>
          </a:ln>
        </p:spPr>
      </p:sp>
      <p:sp>
        <p:nvSpPr>
          <p:cNvPr id="12" name="text-33">
            <a:extLst>
              <a:ext uri="{FF2B5EF4-FFF2-40B4-BE49-F238E27FC236}">
                <ns2:creationId id="{E1C1AFF0-66AD-4C93-AA59-A72B534E7863}"/>
              </a:ext>
            </a:extLst>
          </p:cNvPr>
          <p:cNvSpPr>
            <a:spLocks noGrp="1"/>
          </p:cNvSpPr>
          <p:nvPr/>
        </p:nvSpPr>
        <p:spPr>
          <a:xfrm>
            <a:off x="6324600" y="3714750"/>
            <a:ext cx="2381250" cy="1200150"/>
          </a:xfrm>
          <a:prstGeom prst="rect">
            <a:avLst/>
          </a:prstGeom>
          <a:noFill/>
          <a:ln w="0">
            <a:noFill/>
          </a:ln>
        </p:spPr>
        <p:txBody>
          <a:bodyPr anchor="t">
            <a:noAutofit/>
          </a:bodyPr>
          <a:lstStyle>
            <a:defPPr algn="l">
              <a:defRPr sz="2400" b="1">
                <a:solidFill>
                  <a:srgbClr val="1C1C1C"/>
                </a:solidFill>
                <a:latin typeface="Arial"/>
                <a:ea typeface="Arial"/>
                <a:cs typeface="Arial"/>
              </a:defRPr>
            </a:defPPr>
            <a:lvl1pPr algn="l">
              <a:defRPr sz="2400" b="1">
                <a:solidFill>
                  <a:srgbClr val="1C1C1C"/>
                </a:solidFill>
                <a:latin typeface="Arial"/>
                <a:ea typeface="Arial"/>
                <a:cs typeface="Arial"/>
              </a:defRPr>
            </a:lvl1pPr>
            <a:lvl2pPr algn="l">
              <a:defRPr sz="2400" b="1">
                <a:solidFill>
                  <a:srgbClr val="1C1C1C"/>
                </a:solidFill>
                <a:latin typeface="Arial"/>
                <a:ea typeface="Arial"/>
                <a:cs typeface="Arial"/>
              </a:defRPr>
            </a:lvl2pPr>
            <a:lvl3pPr algn="l">
              <a:defRPr sz="2400" b="1">
                <a:solidFill>
                  <a:srgbClr val="1C1C1C"/>
                </a:solidFill>
                <a:latin typeface="Arial"/>
                <a:ea typeface="Arial"/>
                <a:cs typeface="Arial"/>
              </a:defRPr>
            </a:lvl3pPr>
            <a:lvl4pPr algn="l">
              <a:defRPr sz="2400" b="1">
                <a:solidFill>
                  <a:srgbClr val="1C1C1C"/>
                </a:solidFill>
                <a:latin typeface="Arial"/>
                <a:ea typeface="Arial"/>
                <a:cs typeface="Arial"/>
              </a:defRPr>
            </a:lvl4pPr>
            <a:lvl5pPr algn="l">
              <a:defRPr sz="2400" b="1">
                <a:solidFill>
                  <a:srgbClr val="1C1C1C"/>
                </a:solidFill>
                <a:latin typeface="Arial"/>
                <a:ea typeface="Arial"/>
                <a:cs typeface="Arial"/>
              </a:defRPr>
            </a:lvl5pPr>
            <a:lvl6pPr algn="l">
              <a:defRPr sz="2400" b="1">
                <a:solidFill>
                  <a:srgbClr val="1C1C1C"/>
                </a:solidFill>
                <a:latin typeface="Arial"/>
                <a:ea typeface="Arial"/>
                <a:cs typeface="Arial"/>
              </a:defRPr>
            </a:lvl6pPr>
            <a:lvl7pPr algn="l">
              <a:defRPr sz="2400" b="1">
                <a:solidFill>
                  <a:srgbClr val="1C1C1C"/>
                </a:solidFill>
                <a:latin typeface="Arial"/>
                <a:ea typeface="Arial"/>
                <a:cs typeface="Arial"/>
              </a:defRPr>
            </a:lvl7pPr>
            <a:lvl8pPr algn="l">
              <a:defRPr sz="2400" b="1">
                <a:solidFill>
                  <a:srgbClr val="1C1C1C"/>
                </a:solidFill>
                <a:latin typeface="Arial"/>
                <a:ea typeface="Arial"/>
                <a:cs typeface="Arial"/>
              </a:defRPr>
            </a:lvl8pPr>
            <a:lvl9pPr algn="l">
              <a:defRPr sz="2400" b="1">
                <a:solidFill>
                  <a:srgbClr val="1C1C1C"/>
                </a:solidFill>
                <a:latin typeface="Arial"/>
                <a:ea typeface="Arial"/>
                <a:cs typeface="Arial"/>
              </a:defRPr>
            </a:lvl9pPr>
          </a:lstStyle>
          <a:p>
            <a:pPr algn="l">
              <a:defRPr sz="2400" b="1">
                <a:solidFill>
                  <a:srgbClr val="1C1C1C"/>
                </a:solidFill>
                <a:latin typeface="Arial"/>
                <a:ea typeface="Arial"/>
                <a:cs typeface="Arial"/>
              </a:defRPr>
            </a:pPr>
            <a:r>
              <a:rPr sz="2400" b="1">
                <a:solidFill>
                  <a:srgbClr val="1C1C1C"/>
                </a:solidFill>
                <a:latin typeface="Arial"/>
                <a:ea typeface="Arial"/>
                <a:cs typeface="Arial"/>
              </a:rPr>
              <a:t>Repeated friction</a:t>
            </a:r>
          </a:p>
        </p:txBody>
      </p:sp>
      <p:sp>
        <p:nvSpPr>
          <p:cNvPr id="13" name="text-34">
            <a:extLst>
              <a:ext uri="{FF2B5EF4-FFF2-40B4-BE49-F238E27FC236}">
                <ns2:creationId id="{0355261B-423A-4579-B5C0-D533B6231B4D}"/>
              </a:ext>
            </a:extLst>
          </p:cNvPr>
          <p:cNvSpPr>
            <a:spLocks noGrp="1"/>
          </p:cNvSpPr>
          <p:nvPr/>
        </p:nvSpPr>
        <p:spPr>
          <a:xfrm>
            <a:off x="9182100" y="2171700"/>
            <a:ext cx="2381250" cy="800100"/>
          </a:xfrm>
          <a:prstGeom prst="rect">
            <a:avLst/>
          </a:prstGeom>
          <a:noFill/>
          <a:ln w="0">
            <a:noFill/>
          </a:ln>
        </p:spPr>
        <p:txBody>
          <a:bodyPr anchor="t">
            <a:noAutofit/>
          </a:bodyPr>
          <a:lstStyle>
            <a:defPPr algn="l">
              <a:defRPr sz="4425" b="1">
                <a:solidFill>
                  <a:srgbClr val="D1372D"/>
                </a:solidFill>
                <a:latin typeface="Arial"/>
                <a:ea typeface="Arial"/>
                <a:cs typeface="Arial"/>
              </a:defRPr>
            </a:defPPr>
            <a:lvl1pPr algn="l">
              <a:defRPr sz="4425" b="1">
                <a:solidFill>
                  <a:srgbClr val="D1372D"/>
                </a:solidFill>
                <a:latin typeface="Arial"/>
                <a:ea typeface="Arial"/>
                <a:cs typeface="Arial"/>
              </a:defRPr>
            </a:lvl1pPr>
            <a:lvl2pPr algn="l">
              <a:defRPr sz="4425" b="1">
                <a:solidFill>
                  <a:srgbClr val="D1372D"/>
                </a:solidFill>
                <a:latin typeface="Arial"/>
                <a:ea typeface="Arial"/>
                <a:cs typeface="Arial"/>
              </a:defRPr>
            </a:lvl2pPr>
            <a:lvl3pPr algn="l">
              <a:defRPr sz="4425" b="1">
                <a:solidFill>
                  <a:srgbClr val="D1372D"/>
                </a:solidFill>
                <a:latin typeface="Arial"/>
                <a:ea typeface="Arial"/>
                <a:cs typeface="Arial"/>
              </a:defRPr>
            </a:lvl3pPr>
            <a:lvl4pPr algn="l">
              <a:defRPr sz="4425" b="1">
                <a:solidFill>
                  <a:srgbClr val="D1372D"/>
                </a:solidFill>
                <a:latin typeface="Arial"/>
                <a:ea typeface="Arial"/>
                <a:cs typeface="Arial"/>
              </a:defRPr>
            </a:lvl4pPr>
            <a:lvl5pPr algn="l">
              <a:defRPr sz="4425" b="1">
                <a:solidFill>
                  <a:srgbClr val="D1372D"/>
                </a:solidFill>
                <a:latin typeface="Arial"/>
                <a:ea typeface="Arial"/>
                <a:cs typeface="Arial"/>
              </a:defRPr>
            </a:lvl5pPr>
            <a:lvl6pPr algn="l">
              <a:defRPr sz="4425" b="1">
                <a:solidFill>
                  <a:srgbClr val="D1372D"/>
                </a:solidFill>
                <a:latin typeface="Arial"/>
                <a:ea typeface="Arial"/>
                <a:cs typeface="Arial"/>
              </a:defRPr>
            </a:lvl6pPr>
            <a:lvl7pPr algn="l">
              <a:defRPr sz="4425" b="1">
                <a:solidFill>
                  <a:srgbClr val="D1372D"/>
                </a:solidFill>
                <a:latin typeface="Arial"/>
                <a:ea typeface="Arial"/>
                <a:cs typeface="Arial"/>
              </a:defRPr>
            </a:lvl7pPr>
            <a:lvl8pPr algn="l">
              <a:defRPr sz="4425" b="1">
                <a:solidFill>
                  <a:srgbClr val="D1372D"/>
                </a:solidFill>
                <a:latin typeface="Arial"/>
                <a:ea typeface="Arial"/>
                <a:cs typeface="Arial"/>
              </a:defRPr>
            </a:lvl8pPr>
            <a:lvl9pPr algn="l">
              <a:defRPr sz="4425" b="1">
                <a:solidFill>
                  <a:srgbClr val="D1372D"/>
                </a:solidFill>
                <a:latin typeface="Arial"/>
                <a:ea typeface="Arial"/>
                <a:cs typeface="Arial"/>
              </a:defRPr>
            </a:lvl9pPr>
          </a:lstStyle>
          <a:p>
            <a:pPr algn="l">
              <a:defRPr sz="4425" b="1">
                <a:solidFill>
                  <a:srgbClr val="D1372D"/>
                </a:solidFill>
                <a:latin typeface="Arial"/>
                <a:ea typeface="Arial"/>
                <a:cs typeface="Arial"/>
              </a:defRPr>
            </a:pPr>
            <a:r>
              <a:rPr sz="4425" b="1">
                <a:solidFill>
                  <a:srgbClr val="D1372D"/>
                </a:solidFill>
                <a:latin typeface="Arial"/>
                <a:ea typeface="Arial"/>
                <a:cs typeface="Arial"/>
              </a:rPr>
              <a:t>04</a:t>
            </a:r>
          </a:p>
        </p:txBody>
      </p:sp>
      <p:sp>
        <p:nvSpPr>
          <p:cNvPr id="14" name="shape-35">
            <a:extLst>
              <a:ext uri="{FF2B5EF4-FFF2-40B4-BE49-F238E27FC236}">
                <ns2:creationId id="{18DEB0CB-F704-4C8F-B1F3-67144CD55BD8}"/>
              </a:ext>
            </a:extLst>
          </p:cNvPr>
          <p:cNvSpPr>
            <a:spLocks noGrp="1"/>
          </p:cNvSpPr>
          <p:nvPr/>
        </p:nvSpPr>
        <p:spPr>
          <a:xfrm>
            <a:off x="9182100" y="3267075"/>
            <a:ext cx="2381250" cy="19050"/>
          </a:xfrm>
          <a:prstGeom prst="rect">
            <a:avLst/>
          </a:prstGeom>
          <a:solidFill>
            <a:srgbClr val="D1372D"/>
          </a:solidFill>
          <a:ln w="0">
            <a:noFill/>
          </a:ln>
        </p:spPr>
      </p:sp>
      <p:sp>
        <p:nvSpPr>
          <p:cNvPr id="15" name="text-36">
            <a:extLst>
              <a:ext uri="{FF2B5EF4-FFF2-40B4-BE49-F238E27FC236}">
                <ns2:creationId id="{18701E00-3537-43BB-9245-F1884A78488B}"/>
              </a:ext>
            </a:extLst>
          </p:cNvPr>
          <p:cNvSpPr>
            <a:spLocks noGrp="1"/>
          </p:cNvSpPr>
          <p:nvPr/>
        </p:nvSpPr>
        <p:spPr>
          <a:xfrm>
            <a:off x="9182100" y="3714750"/>
            <a:ext cx="2381250" cy="1200150"/>
          </a:xfrm>
          <a:prstGeom prst="rect">
            <a:avLst/>
          </a:prstGeom>
          <a:noFill/>
          <a:ln w="0">
            <a:noFill/>
          </a:ln>
        </p:spPr>
        <p:txBody>
          <a:bodyPr anchor="t">
            <a:noAutofit/>
          </a:bodyPr>
          <a:lstStyle>
            <a:defPPr algn="l">
              <a:defRPr sz="2400" b="1">
                <a:solidFill>
                  <a:srgbClr val="1C1C1C"/>
                </a:solidFill>
                <a:latin typeface="Arial"/>
                <a:ea typeface="Arial"/>
                <a:cs typeface="Arial"/>
              </a:defRPr>
            </a:defPPr>
            <a:lvl1pPr algn="l">
              <a:defRPr sz="2400" b="1">
                <a:solidFill>
                  <a:srgbClr val="1C1C1C"/>
                </a:solidFill>
                <a:latin typeface="Arial"/>
                <a:ea typeface="Arial"/>
                <a:cs typeface="Arial"/>
              </a:defRPr>
            </a:lvl1pPr>
            <a:lvl2pPr algn="l">
              <a:defRPr sz="2400" b="1">
                <a:solidFill>
                  <a:srgbClr val="1C1C1C"/>
                </a:solidFill>
                <a:latin typeface="Arial"/>
                <a:ea typeface="Arial"/>
                <a:cs typeface="Arial"/>
              </a:defRPr>
            </a:lvl2pPr>
            <a:lvl3pPr algn="l">
              <a:defRPr sz="2400" b="1">
                <a:solidFill>
                  <a:srgbClr val="1C1C1C"/>
                </a:solidFill>
                <a:latin typeface="Arial"/>
                <a:ea typeface="Arial"/>
                <a:cs typeface="Arial"/>
              </a:defRPr>
            </a:lvl3pPr>
            <a:lvl4pPr algn="l">
              <a:defRPr sz="2400" b="1">
                <a:solidFill>
                  <a:srgbClr val="1C1C1C"/>
                </a:solidFill>
                <a:latin typeface="Arial"/>
                <a:ea typeface="Arial"/>
                <a:cs typeface="Arial"/>
              </a:defRPr>
            </a:lvl4pPr>
            <a:lvl5pPr algn="l">
              <a:defRPr sz="2400" b="1">
                <a:solidFill>
                  <a:srgbClr val="1C1C1C"/>
                </a:solidFill>
                <a:latin typeface="Arial"/>
                <a:ea typeface="Arial"/>
                <a:cs typeface="Arial"/>
              </a:defRPr>
            </a:lvl5pPr>
            <a:lvl6pPr algn="l">
              <a:defRPr sz="2400" b="1">
                <a:solidFill>
                  <a:srgbClr val="1C1C1C"/>
                </a:solidFill>
                <a:latin typeface="Arial"/>
                <a:ea typeface="Arial"/>
                <a:cs typeface="Arial"/>
              </a:defRPr>
            </a:lvl6pPr>
            <a:lvl7pPr algn="l">
              <a:defRPr sz="2400" b="1">
                <a:solidFill>
                  <a:srgbClr val="1C1C1C"/>
                </a:solidFill>
                <a:latin typeface="Arial"/>
                <a:ea typeface="Arial"/>
                <a:cs typeface="Arial"/>
              </a:defRPr>
            </a:lvl7pPr>
            <a:lvl8pPr algn="l">
              <a:defRPr sz="2400" b="1">
                <a:solidFill>
                  <a:srgbClr val="1C1C1C"/>
                </a:solidFill>
                <a:latin typeface="Arial"/>
                <a:ea typeface="Arial"/>
                <a:cs typeface="Arial"/>
              </a:defRPr>
            </a:lvl8pPr>
            <a:lvl9pPr algn="l">
              <a:defRPr sz="2400" b="1">
                <a:solidFill>
                  <a:srgbClr val="1C1C1C"/>
                </a:solidFill>
                <a:latin typeface="Arial"/>
                <a:ea typeface="Arial"/>
                <a:cs typeface="Arial"/>
              </a:defRPr>
            </a:lvl9pPr>
          </a:lstStyle>
          <a:p>
            <a:pPr algn="l">
              <a:defRPr sz="2400" b="1">
                <a:solidFill>
                  <a:srgbClr val="1C1C1C"/>
                </a:solidFill>
                <a:latin typeface="Arial"/>
                <a:ea typeface="Arial"/>
                <a:cs typeface="Arial"/>
              </a:defRPr>
            </a:pPr>
            <a:r>
              <a:rPr sz="2400" b="1">
                <a:solidFill>
                  <a:srgbClr val="1C1C1C"/>
                </a:solidFill>
                <a:latin typeface="Arial"/>
                <a:ea typeface="Arial"/>
                <a:cs typeface="Arial"/>
              </a:rPr>
              <a:t>One useful task</a:t>
            </a:r>
          </a:p>
        </p:txBody>
      </p:sp>
    </p:spTree>
    <p:extLst>
      <p:ext uri="{BB962C8B-B14F-4D97-AF65-F5344CB8AC3E}">
        <ns3:creationId val="1452567940"/>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8F5F0"/>
        </a:solidFill>
      </p:bgPr>
    </p:bg>
    <p:spTree>
      <p:nvGrpSpPr>
        <p:cNvPr id="1" name=""/>
        <p:cNvGrpSpPr/>
        <p:nvPr/>
      </p:nvGrpSpPr>
      <p:grpSpPr>
        <a:xfrm/>
      </p:grpSpPr>
      <p:sp>
        <p:nvSpPr>
          <p:cNvPr id="14" name="text-37">
            <a:extLst>
              <a:ext uri="{FF2B5EF4-FFF2-40B4-BE49-F238E27FC236}">
                <ns2:creationId id="{B0BE295A-A87B-416B-AF0D-EB8F88C9D96C}"/>
              </a:ext>
            </a:extLst>
          </p:cNvPr>
          <p:cNvSpPr>
            <a:spLocks noGrp="1"/>
          </p:cNvSpPr>
          <p:nvPr/>
        </p:nvSpPr>
        <p:spPr>
          <a:xfrm>
            <a:off x="609600" y="419100"/>
            <a:ext cx="10972800" cy="723900"/>
          </a:xfrm>
          <a:prstGeom prst="rect">
            <a:avLst/>
          </a:prstGeom>
          <a:noFill/>
          <a:ln w="0">
            <a:noFill/>
          </a:ln>
        </p:spPr>
        <p:txBody>
          <a:bodyPr anchor="t">
            <a:noAutofit/>
          </a:bodyPr>
          <a:lstStyle>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a:pPr algn="ctr">
              <a:defRPr sz="3600" b="1">
                <a:solidFill>
                  <a:srgbClr val="1C1C1C"/>
                </a:solidFill>
                <a:latin typeface="Arial"/>
                <a:ea typeface="Arial"/>
                <a:cs typeface="Arial"/>
              </a:defRPr>
            </a:pPr>
            <a:r>
              <a:rPr sz="3600" b="1">
                <a:solidFill>
                  <a:srgbClr val="1C1C1C"/>
                </a:solidFill>
                <a:latin typeface="Arial"/>
                <a:ea typeface="Arial"/>
                <a:cs typeface="Arial"/>
              </a:rPr>
              <a:t>Find the controls you need</a:t>
            </a:r>
          </a:p>
        </p:txBody>
      </p:sp>
      <p:sp>
        <p:nvSpPr>
          <p:cNvPr id="2" name="text-38">
            <a:extLst>
              <a:ext uri="{FF2B5EF4-FFF2-40B4-BE49-F238E27FC236}">
                <ns2:creationId id="{AA2C7451-190F-4A43-B79D-E0AC6B932A22}"/>
              </a:ext>
            </a:extLst>
          </p:cNvPr>
          <p:cNvSpPr>
            <a:spLocks noGrp="1"/>
          </p:cNvSpPr>
          <p:nvPr/>
        </p:nvSpPr>
        <p:spPr>
          <a:xfrm>
            <a:off x="609600" y="6486525"/>
            <a:ext cx="4286250" cy="228600"/>
          </a:xfrm>
          <a:prstGeom prst="rect">
            <a:avLst/>
          </a:prstGeom>
          <a:noFill/>
          <a:ln w="0">
            <a:noFill/>
          </a:ln>
        </p:spPr>
        <p:txBody>
          <a:bodyPr anchor="t">
            <a:noAutofit/>
          </a:bodyPr>
          <a:lstStyle>
            <a:defPPr algn="l">
              <a:defRPr sz="1125" b="0">
                <a:solidFill>
                  <a:srgbClr val="686868"/>
                </a:solidFill>
                <a:latin typeface="Arial"/>
                <a:ea typeface="Arial"/>
                <a:cs typeface="Arial"/>
              </a:defRPr>
            </a:defPPr>
            <a:lvl1pPr algn="l">
              <a:defRPr sz="1125" b="0">
                <a:solidFill>
                  <a:srgbClr val="686868"/>
                </a:solidFill>
                <a:latin typeface="Arial"/>
                <a:ea typeface="Arial"/>
                <a:cs typeface="Arial"/>
              </a:defRPr>
            </a:lvl1pPr>
            <a:lvl2pPr algn="l">
              <a:defRPr sz="1125" b="0">
                <a:solidFill>
                  <a:srgbClr val="686868"/>
                </a:solidFill>
                <a:latin typeface="Arial"/>
                <a:ea typeface="Arial"/>
                <a:cs typeface="Arial"/>
              </a:defRPr>
            </a:lvl2pPr>
            <a:lvl3pPr algn="l">
              <a:defRPr sz="1125" b="0">
                <a:solidFill>
                  <a:srgbClr val="686868"/>
                </a:solidFill>
                <a:latin typeface="Arial"/>
                <a:ea typeface="Arial"/>
                <a:cs typeface="Arial"/>
              </a:defRPr>
            </a:lvl3pPr>
            <a:lvl4pPr algn="l">
              <a:defRPr sz="1125" b="0">
                <a:solidFill>
                  <a:srgbClr val="686868"/>
                </a:solidFill>
                <a:latin typeface="Arial"/>
                <a:ea typeface="Arial"/>
                <a:cs typeface="Arial"/>
              </a:defRPr>
            </a:lvl4pPr>
            <a:lvl5pPr algn="l">
              <a:defRPr sz="1125" b="0">
                <a:solidFill>
                  <a:srgbClr val="686868"/>
                </a:solidFill>
                <a:latin typeface="Arial"/>
                <a:ea typeface="Arial"/>
                <a:cs typeface="Arial"/>
              </a:defRPr>
            </a:lvl5pPr>
            <a:lvl6pPr algn="l">
              <a:defRPr sz="1125" b="0">
                <a:solidFill>
                  <a:srgbClr val="686868"/>
                </a:solidFill>
                <a:latin typeface="Arial"/>
                <a:ea typeface="Arial"/>
                <a:cs typeface="Arial"/>
              </a:defRPr>
            </a:lvl6pPr>
            <a:lvl7pPr algn="l">
              <a:defRPr sz="1125" b="0">
                <a:solidFill>
                  <a:srgbClr val="686868"/>
                </a:solidFill>
                <a:latin typeface="Arial"/>
                <a:ea typeface="Arial"/>
                <a:cs typeface="Arial"/>
              </a:defRPr>
            </a:lvl7pPr>
            <a:lvl8pPr algn="l">
              <a:defRPr sz="1125" b="0">
                <a:solidFill>
                  <a:srgbClr val="686868"/>
                </a:solidFill>
                <a:latin typeface="Arial"/>
                <a:ea typeface="Arial"/>
                <a:cs typeface="Arial"/>
              </a:defRPr>
            </a:lvl8pPr>
            <a:lvl9pPr algn="l">
              <a:defRPr sz="1125" b="0">
                <a:solidFill>
                  <a:srgbClr val="686868"/>
                </a:solidFill>
                <a:latin typeface="Arial"/>
                <a:ea typeface="Arial"/>
                <a:cs typeface="Arial"/>
              </a:defRPr>
            </a:lvl9pPr>
          </a:lstStyle>
          <a:p>
            <a:pPr algn="l">
              <a:defRPr sz="1125" b="0">
                <a:solidFill>
                  <a:srgbClr val="686868"/>
                </a:solidFill>
                <a:latin typeface="Arial"/>
                <a:ea typeface="Arial"/>
                <a:cs typeface="Arial"/>
              </a:defRPr>
            </a:pPr>
            <a:r>
              <a:rPr sz="1125" b="0">
                <a:solidFill>
                  <a:srgbClr val="686868"/>
                </a:solidFill>
                <a:latin typeface="Arial"/>
                <a:ea typeface="Arial"/>
                <a:cs typeface="Arial"/>
              </a:rPr>
              <a:t>CODEX &amp; COFFEE</a:t>
            </a:r>
          </a:p>
        </p:txBody>
      </p:sp>
      <p:sp>
        <p:nvSpPr>
          <p:cNvPr id="3" name="text-39">
            <a:extLst>
              <a:ext uri="{FF2B5EF4-FFF2-40B4-BE49-F238E27FC236}">
                <ns2:creationId id="{99DF6045-2CB5-4D38-9976-A9E77244911B}"/>
              </a:ext>
            </a:extLst>
          </p:cNvPr>
          <p:cNvSpPr>
            <a:spLocks noGrp="1"/>
          </p:cNvSpPr>
          <p:nvPr/>
        </p:nvSpPr>
        <p:spPr>
          <a:xfrm>
            <a:off x="9525000" y="6486525"/>
            <a:ext cx="2057400" cy="228600"/>
          </a:xfrm>
          <a:prstGeom prst="rect">
            <a:avLst/>
          </a:prstGeom>
          <a:noFill/>
          <a:ln w="0">
            <a:noFill/>
          </a:ln>
        </p:spPr>
        <p:txBody>
          <a:bodyPr anchor="t">
            <a:noAutofit/>
          </a:bodyPr>
          <a:lstStyle>
            <a:defPPr algn="r">
              <a:defRPr sz="1125" b="0">
                <a:solidFill>
                  <a:srgbClr val="686868"/>
                </a:solidFill>
                <a:latin typeface="Arial"/>
                <a:ea typeface="Arial"/>
                <a:cs typeface="Arial"/>
              </a:defRPr>
            </a:defPPr>
            <a:lvl1pPr algn="r">
              <a:defRPr sz="1125" b="0">
                <a:solidFill>
                  <a:srgbClr val="686868"/>
                </a:solidFill>
                <a:latin typeface="Arial"/>
                <a:ea typeface="Arial"/>
                <a:cs typeface="Arial"/>
              </a:defRPr>
            </a:lvl1pPr>
            <a:lvl2pPr algn="r">
              <a:defRPr sz="1125" b="0">
                <a:solidFill>
                  <a:srgbClr val="686868"/>
                </a:solidFill>
                <a:latin typeface="Arial"/>
                <a:ea typeface="Arial"/>
                <a:cs typeface="Arial"/>
              </a:defRPr>
            </a:lvl2pPr>
            <a:lvl3pPr algn="r">
              <a:defRPr sz="1125" b="0">
                <a:solidFill>
                  <a:srgbClr val="686868"/>
                </a:solidFill>
                <a:latin typeface="Arial"/>
                <a:ea typeface="Arial"/>
                <a:cs typeface="Arial"/>
              </a:defRPr>
            </a:lvl3pPr>
            <a:lvl4pPr algn="r">
              <a:defRPr sz="1125" b="0">
                <a:solidFill>
                  <a:srgbClr val="686868"/>
                </a:solidFill>
                <a:latin typeface="Arial"/>
                <a:ea typeface="Arial"/>
                <a:cs typeface="Arial"/>
              </a:defRPr>
            </a:lvl4pPr>
            <a:lvl5pPr algn="r">
              <a:defRPr sz="1125" b="0">
                <a:solidFill>
                  <a:srgbClr val="686868"/>
                </a:solidFill>
                <a:latin typeface="Arial"/>
                <a:ea typeface="Arial"/>
                <a:cs typeface="Arial"/>
              </a:defRPr>
            </a:lvl5pPr>
            <a:lvl6pPr algn="r">
              <a:defRPr sz="1125" b="0">
                <a:solidFill>
                  <a:srgbClr val="686868"/>
                </a:solidFill>
                <a:latin typeface="Arial"/>
                <a:ea typeface="Arial"/>
                <a:cs typeface="Arial"/>
              </a:defRPr>
            </a:lvl6pPr>
            <a:lvl7pPr algn="r">
              <a:defRPr sz="1125" b="0">
                <a:solidFill>
                  <a:srgbClr val="686868"/>
                </a:solidFill>
                <a:latin typeface="Arial"/>
                <a:ea typeface="Arial"/>
                <a:cs typeface="Arial"/>
              </a:defRPr>
            </a:lvl7pPr>
            <a:lvl8pPr algn="r">
              <a:defRPr sz="1125" b="0">
                <a:solidFill>
                  <a:srgbClr val="686868"/>
                </a:solidFill>
                <a:latin typeface="Arial"/>
                <a:ea typeface="Arial"/>
                <a:cs typeface="Arial"/>
              </a:defRPr>
            </a:lvl8pPr>
            <a:lvl9pPr algn="r">
              <a:defRPr sz="1125" b="0">
                <a:solidFill>
                  <a:srgbClr val="686868"/>
                </a:solidFill>
                <a:latin typeface="Arial"/>
                <a:ea typeface="Arial"/>
                <a:cs typeface="Arial"/>
              </a:defRPr>
            </a:lvl9pPr>
          </a:lstStyle>
          <a:p>
            <a:pPr algn="r">
              <a:defRPr sz="1125" b="0">
                <a:solidFill>
                  <a:srgbClr val="686868"/>
                </a:solidFill>
                <a:latin typeface="Arial"/>
                <a:ea typeface="Arial"/>
                <a:cs typeface="Arial"/>
              </a:defRPr>
            </a:pPr>
            <a:r>
              <a:rPr sz="1125" b="0">
                <a:solidFill>
                  <a:srgbClr val="686868"/>
                </a:solidFill>
                <a:latin typeface="Arial"/>
                <a:ea typeface="Arial"/>
                <a:cs typeface="Arial"/>
              </a:rPr>
              <a:t>DAY 01  ·  6</a:t>
            </a:r>
          </a:p>
        </p:txBody>
      </p:sp>
      <p:pic>
        <p:nvPicPr>
          <p:cNvPr id="4" name="">
            <a:extLst>
              <a:ext uri="{FF2B5EF4-FFF2-40B4-BE49-F238E27FC236}">
                <ns2:creationId id="{ED742B28-4B27-4DBF-A191-5EE67198331D}"/>
              </a:ext>
            </a:extLst>
          </p:cNvPr>
          <p:cNvPicPr>
            <a:picLocks noChangeAspect="1"/>
          </p:cNvPicPr>
          <p:nvPr/>
        </p:nvPicPr>
        <p:blipFill>
          <a:blip r:embed="Rce1833389bbc4a1f"/>
          <a:stretch/>
        </p:blipFill>
        <p:spPr>
          <a:xfrm>
            <a:off x="609600" y="1743131"/>
            <a:ext cx="7762875" cy="4286137"/>
          </a:xfrm>
          <a:prstGeom prst="rect">
            <a:avLst/>
          </a:prstGeom>
        </p:spPr>
      </p:pic>
      <p:sp>
        <p:nvSpPr>
          <p:cNvPr id="5" name="marker-41">
            <a:extLst>
              <a:ext uri="{FF2B5EF4-FFF2-40B4-BE49-F238E27FC236}">
                <ns2:creationId id="{33085D23-23E3-46F1-8051-01549A84296B}"/>
              </a:ext>
            </a:extLst>
          </p:cNvPr>
          <p:cNvSpPr>
            <a:spLocks noGrp="1"/>
          </p:cNvSpPr>
          <p:nvPr/>
        </p:nvSpPr>
        <p:spPr>
          <a:xfrm>
            <a:off x="8810625" y="1809750"/>
            <a:ext cx="381000" cy="381000"/>
          </a:xfrm>
          <a:prstGeom prst="ellipse">
            <a:avLst/>
          </a:prstGeom>
          <a:solidFill>
            <a:srgbClr val="D1372D"/>
          </a:solidFill>
          <a:ln w="0">
            <a:noFill/>
          </a:ln>
        </p:spPr>
      </p:sp>
      <p:sp>
        <p:nvSpPr>
          <p:cNvPr id="6" name="text-42">
            <a:extLst>
              <a:ext uri="{FF2B5EF4-FFF2-40B4-BE49-F238E27FC236}">
                <ns2:creationId id="{AADFD581-7F97-43B9-831E-867CB10F633A}"/>
              </a:ext>
            </a:extLst>
          </p:cNvPr>
          <p:cNvSpPr>
            <a:spLocks noGrp="1"/>
          </p:cNvSpPr>
          <p:nvPr/>
        </p:nvSpPr>
        <p:spPr>
          <a:xfrm>
            <a:off x="8810625" y="1847850"/>
            <a:ext cx="381000" cy="295275"/>
          </a:xfrm>
          <a:prstGeom prst="rect">
            <a:avLst/>
          </a:prstGeom>
          <a:noFill/>
          <a:ln w="0">
            <a:noFill/>
          </a:ln>
        </p:spPr>
        <p:txBody>
          <a:bodyPr anchor="t">
            <a:noAutofit/>
          </a:bodyPr>
          <a:lstStyle>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1</a:t>
            </a:r>
          </a:p>
        </p:txBody>
      </p:sp>
      <p:sp>
        <p:nvSpPr>
          <p:cNvPr id="7" name="text-43">
            <a:extLst>
              <a:ext uri="{FF2B5EF4-FFF2-40B4-BE49-F238E27FC236}">
                <ns2:creationId id="{A3A59E77-705D-4F20-B816-BFCCB0FB13AE}"/>
              </a:ext>
            </a:extLst>
          </p:cNvPr>
          <p:cNvSpPr>
            <a:spLocks noGrp="1"/>
          </p:cNvSpPr>
          <p:nvPr/>
        </p:nvSpPr>
        <p:spPr>
          <a:xfrm>
            <a:off x="9344025" y="1781175"/>
            <a:ext cx="2228850" cy="1066800"/>
          </a:xfrm>
          <a:prstGeom prst="rect">
            <a:avLst/>
          </a:prstGeom>
          <a:noFill/>
          <a:ln w="0">
            <a:noFill/>
          </a:ln>
        </p:spPr>
        <p:txBody>
          <a:bodyPr anchor="t">
            <a:noAutofit/>
          </a:bodyPr>
          <a:lstStyle>
            <a:defPPr algn="l">
              <a:defRPr sz="2100" b="0">
                <a:solidFill>
                  <a:srgbClr val="1C1C1C"/>
                </a:solidFill>
                <a:latin typeface="Arial"/>
                <a:ea typeface="Arial"/>
                <a:cs typeface="Arial"/>
              </a:defRPr>
            </a:defPPr>
            <a:lvl1pPr algn="l">
              <a:defRPr sz="2100" b="0">
                <a:solidFill>
                  <a:srgbClr val="1C1C1C"/>
                </a:solidFill>
                <a:latin typeface="Arial"/>
                <a:ea typeface="Arial"/>
                <a:cs typeface="Arial"/>
              </a:defRPr>
            </a:lvl1pPr>
            <a:lvl2pPr algn="l">
              <a:defRPr sz="2100" b="0">
                <a:solidFill>
                  <a:srgbClr val="1C1C1C"/>
                </a:solidFill>
                <a:latin typeface="Arial"/>
                <a:ea typeface="Arial"/>
                <a:cs typeface="Arial"/>
              </a:defRPr>
            </a:lvl2pPr>
            <a:lvl3pPr algn="l">
              <a:defRPr sz="2100" b="0">
                <a:solidFill>
                  <a:srgbClr val="1C1C1C"/>
                </a:solidFill>
                <a:latin typeface="Arial"/>
                <a:ea typeface="Arial"/>
                <a:cs typeface="Arial"/>
              </a:defRPr>
            </a:lvl3pPr>
            <a:lvl4pPr algn="l">
              <a:defRPr sz="2100" b="0">
                <a:solidFill>
                  <a:srgbClr val="1C1C1C"/>
                </a:solidFill>
                <a:latin typeface="Arial"/>
                <a:ea typeface="Arial"/>
                <a:cs typeface="Arial"/>
              </a:defRPr>
            </a:lvl4pPr>
            <a:lvl5pPr algn="l">
              <a:defRPr sz="2100" b="0">
                <a:solidFill>
                  <a:srgbClr val="1C1C1C"/>
                </a:solidFill>
                <a:latin typeface="Arial"/>
                <a:ea typeface="Arial"/>
                <a:cs typeface="Arial"/>
              </a:defRPr>
            </a:lvl5pPr>
            <a:lvl6pPr algn="l">
              <a:defRPr sz="2100" b="0">
                <a:solidFill>
                  <a:srgbClr val="1C1C1C"/>
                </a:solidFill>
                <a:latin typeface="Arial"/>
                <a:ea typeface="Arial"/>
                <a:cs typeface="Arial"/>
              </a:defRPr>
            </a:lvl6pPr>
            <a:lvl7pPr algn="l">
              <a:defRPr sz="2100" b="0">
                <a:solidFill>
                  <a:srgbClr val="1C1C1C"/>
                </a:solidFill>
                <a:latin typeface="Arial"/>
                <a:ea typeface="Arial"/>
                <a:cs typeface="Arial"/>
              </a:defRPr>
            </a:lvl7pPr>
            <a:lvl8pPr algn="l">
              <a:defRPr sz="2100" b="0">
                <a:solidFill>
                  <a:srgbClr val="1C1C1C"/>
                </a:solidFill>
                <a:latin typeface="Arial"/>
                <a:ea typeface="Arial"/>
                <a:cs typeface="Arial"/>
              </a:defRPr>
            </a:lvl8pPr>
            <a:lvl9pPr algn="l">
              <a:defRPr sz="2100" b="0">
                <a:solidFill>
                  <a:srgbClr val="1C1C1C"/>
                </a:solidFill>
                <a:latin typeface="Arial"/>
                <a:ea typeface="Arial"/>
                <a:cs typeface="Arial"/>
              </a:defRPr>
            </a:lvl9pPr>
          </a:lstStyle>
          <a:p>
            <a:pPr algn="l">
              <a:defRPr sz="2100" b="0">
                <a:solidFill>
                  <a:srgbClr val="1C1C1C"/>
                </a:solidFill>
                <a:latin typeface="Arial"/>
                <a:ea typeface="Arial"/>
                <a:cs typeface="Arial"/>
              </a:defRPr>
            </a:pPr>
            <a:r>
              <a:rPr sz="2100" b="0">
                <a:solidFill>
                  <a:srgbClr val="1C1C1C"/>
                </a:solidFill>
                <a:latin typeface="Arial"/>
                <a:ea typeface="Arial"/>
                <a:cs typeface="Arial"/>
              </a:rPr>
              <a:t>Select today’s project</a:t>
            </a:r>
          </a:p>
        </p:txBody>
      </p:sp>
      <p:sp>
        <p:nvSpPr>
          <p:cNvPr id="8" name="marker-44">
            <a:extLst>
              <a:ext uri="{FF2B5EF4-FFF2-40B4-BE49-F238E27FC236}">
                <ns2:creationId id="{012D9D89-5C97-4C15-B0D9-42EAC6105927}"/>
              </a:ext>
            </a:extLst>
          </p:cNvPr>
          <p:cNvSpPr>
            <a:spLocks noGrp="1"/>
          </p:cNvSpPr>
          <p:nvPr/>
        </p:nvSpPr>
        <p:spPr>
          <a:xfrm>
            <a:off x="8810625" y="3162300"/>
            <a:ext cx="381000" cy="381000"/>
          </a:xfrm>
          <a:prstGeom prst="ellipse">
            <a:avLst/>
          </a:prstGeom>
          <a:solidFill>
            <a:srgbClr val="D1372D"/>
          </a:solidFill>
          <a:ln w="0">
            <a:noFill/>
          </a:ln>
        </p:spPr>
      </p:sp>
      <p:sp>
        <p:nvSpPr>
          <p:cNvPr id="9" name="text-45">
            <a:extLst>
              <a:ext uri="{FF2B5EF4-FFF2-40B4-BE49-F238E27FC236}">
                <ns2:creationId id="{8D00A41E-8595-4CC9-A2E0-B6BCCB74C5EF}"/>
              </a:ext>
            </a:extLst>
          </p:cNvPr>
          <p:cNvSpPr>
            <a:spLocks noGrp="1"/>
          </p:cNvSpPr>
          <p:nvPr/>
        </p:nvSpPr>
        <p:spPr>
          <a:xfrm>
            <a:off x="8810625" y="3200400"/>
            <a:ext cx="381000" cy="295275"/>
          </a:xfrm>
          <a:prstGeom prst="rect">
            <a:avLst/>
          </a:prstGeom>
          <a:noFill/>
          <a:ln w="0">
            <a:noFill/>
          </a:ln>
        </p:spPr>
        <p:txBody>
          <a:bodyPr anchor="t">
            <a:noAutofit/>
          </a:bodyPr>
          <a:lstStyle>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2</a:t>
            </a:r>
          </a:p>
        </p:txBody>
      </p:sp>
      <p:sp>
        <p:nvSpPr>
          <p:cNvPr id="10" name="text-46">
            <a:extLst>
              <a:ext uri="{FF2B5EF4-FFF2-40B4-BE49-F238E27FC236}">
                <ns2:creationId id="{9E72F76A-D352-4F85-8437-03B9FDE60C1E}"/>
              </a:ext>
            </a:extLst>
          </p:cNvPr>
          <p:cNvSpPr>
            <a:spLocks noGrp="1"/>
          </p:cNvSpPr>
          <p:nvPr/>
        </p:nvSpPr>
        <p:spPr>
          <a:xfrm>
            <a:off x="9344025" y="3133725"/>
            <a:ext cx="2228850" cy="1066800"/>
          </a:xfrm>
          <a:prstGeom prst="rect">
            <a:avLst/>
          </a:prstGeom>
          <a:noFill/>
          <a:ln w="0">
            <a:noFill/>
          </a:ln>
        </p:spPr>
        <p:txBody>
          <a:bodyPr anchor="t">
            <a:noAutofit/>
          </a:bodyPr>
          <a:lstStyle>
            <a:defPPr algn="l">
              <a:defRPr sz="2100" b="0">
                <a:solidFill>
                  <a:srgbClr val="1C1C1C"/>
                </a:solidFill>
                <a:latin typeface="Arial"/>
                <a:ea typeface="Arial"/>
                <a:cs typeface="Arial"/>
              </a:defRPr>
            </a:defPPr>
            <a:lvl1pPr algn="l">
              <a:defRPr sz="2100" b="0">
                <a:solidFill>
                  <a:srgbClr val="1C1C1C"/>
                </a:solidFill>
                <a:latin typeface="Arial"/>
                <a:ea typeface="Arial"/>
                <a:cs typeface="Arial"/>
              </a:defRPr>
            </a:lvl1pPr>
            <a:lvl2pPr algn="l">
              <a:defRPr sz="2100" b="0">
                <a:solidFill>
                  <a:srgbClr val="1C1C1C"/>
                </a:solidFill>
                <a:latin typeface="Arial"/>
                <a:ea typeface="Arial"/>
                <a:cs typeface="Arial"/>
              </a:defRPr>
            </a:lvl2pPr>
            <a:lvl3pPr algn="l">
              <a:defRPr sz="2100" b="0">
                <a:solidFill>
                  <a:srgbClr val="1C1C1C"/>
                </a:solidFill>
                <a:latin typeface="Arial"/>
                <a:ea typeface="Arial"/>
                <a:cs typeface="Arial"/>
              </a:defRPr>
            </a:lvl3pPr>
            <a:lvl4pPr algn="l">
              <a:defRPr sz="2100" b="0">
                <a:solidFill>
                  <a:srgbClr val="1C1C1C"/>
                </a:solidFill>
                <a:latin typeface="Arial"/>
                <a:ea typeface="Arial"/>
                <a:cs typeface="Arial"/>
              </a:defRPr>
            </a:lvl4pPr>
            <a:lvl5pPr algn="l">
              <a:defRPr sz="2100" b="0">
                <a:solidFill>
                  <a:srgbClr val="1C1C1C"/>
                </a:solidFill>
                <a:latin typeface="Arial"/>
                <a:ea typeface="Arial"/>
                <a:cs typeface="Arial"/>
              </a:defRPr>
            </a:lvl5pPr>
            <a:lvl6pPr algn="l">
              <a:defRPr sz="2100" b="0">
                <a:solidFill>
                  <a:srgbClr val="1C1C1C"/>
                </a:solidFill>
                <a:latin typeface="Arial"/>
                <a:ea typeface="Arial"/>
                <a:cs typeface="Arial"/>
              </a:defRPr>
            </a:lvl6pPr>
            <a:lvl7pPr algn="l">
              <a:defRPr sz="2100" b="0">
                <a:solidFill>
                  <a:srgbClr val="1C1C1C"/>
                </a:solidFill>
                <a:latin typeface="Arial"/>
                <a:ea typeface="Arial"/>
                <a:cs typeface="Arial"/>
              </a:defRPr>
            </a:lvl7pPr>
            <a:lvl8pPr algn="l">
              <a:defRPr sz="2100" b="0">
                <a:solidFill>
                  <a:srgbClr val="1C1C1C"/>
                </a:solidFill>
                <a:latin typeface="Arial"/>
                <a:ea typeface="Arial"/>
                <a:cs typeface="Arial"/>
              </a:defRPr>
            </a:lvl8pPr>
            <a:lvl9pPr algn="l">
              <a:defRPr sz="2100" b="0">
                <a:solidFill>
                  <a:srgbClr val="1C1C1C"/>
                </a:solidFill>
                <a:latin typeface="Arial"/>
                <a:ea typeface="Arial"/>
                <a:cs typeface="Arial"/>
              </a:defRPr>
            </a:lvl9pPr>
          </a:lstStyle>
          <a:p>
            <a:pPr algn="l">
              <a:defRPr sz="2100" b="0">
                <a:solidFill>
                  <a:srgbClr val="1C1C1C"/>
                </a:solidFill>
                <a:latin typeface="Arial"/>
                <a:ea typeface="Arial"/>
                <a:cs typeface="Arial"/>
              </a:defRPr>
            </a:pPr>
            <a:r>
              <a:rPr sz="2100" b="0">
                <a:solidFill>
                  <a:srgbClr val="1C1C1C"/>
                </a:solidFill>
                <a:latin typeface="Arial"/>
                <a:ea typeface="Arial"/>
                <a:cs typeface="Arial"/>
              </a:rPr>
              <a:t>Check access before sending</a:t>
            </a:r>
          </a:p>
        </p:txBody>
      </p:sp>
      <p:sp>
        <p:nvSpPr>
          <p:cNvPr id="11" name="marker-47">
            <a:extLst>
              <a:ext uri="{FF2B5EF4-FFF2-40B4-BE49-F238E27FC236}">
                <ns2:creationId id="{745A1411-DD49-4473-94A8-06D321B5325E}"/>
              </a:ext>
            </a:extLst>
          </p:cNvPr>
          <p:cNvSpPr>
            <a:spLocks noGrp="1"/>
          </p:cNvSpPr>
          <p:nvPr/>
        </p:nvSpPr>
        <p:spPr>
          <a:xfrm>
            <a:off x="8810625" y="4514850"/>
            <a:ext cx="381000" cy="381000"/>
          </a:xfrm>
          <a:prstGeom prst="ellipse">
            <a:avLst/>
          </a:prstGeom>
          <a:solidFill>
            <a:srgbClr val="D1372D"/>
          </a:solidFill>
          <a:ln w="0">
            <a:noFill/>
          </a:ln>
        </p:spPr>
      </p:sp>
      <p:sp>
        <p:nvSpPr>
          <p:cNvPr id="12" name="text-48">
            <a:extLst>
              <a:ext uri="{FF2B5EF4-FFF2-40B4-BE49-F238E27FC236}">
                <ns2:creationId id="{EF83B878-2483-4427-A74B-D0EC3F6B88F4}"/>
              </a:ext>
            </a:extLst>
          </p:cNvPr>
          <p:cNvSpPr>
            <a:spLocks noGrp="1"/>
          </p:cNvSpPr>
          <p:nvPr/>
        </p:nvSpPr>
        <p:spPr>
          <a:xfrm>
            <a:off x="8810625" y="4552950"/>
            <a:ext cx="381000" cy="295275"/>
          </a:xfrm>
          <a:prstGeom prst="rect">
            <a:avLst/>
          </a:prstGeom>
          <a:noFill/>
          <a:ln w="0">
            <a:noFill/>
          </a:ln>
        </p:spPr>
        <p:txBody>
          <a:bodyPr anchor="t">
            <a:noAutofit/>
          </a:bodyPr>
          <a:lstStyle>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3</a:t>
            </a:r>
          </a:p>
        </p:txBody>
      </p:sp>
      <p:sp>
        <p:nvSpPr>
          <p:cNvPr id="13" name="text-49">
            <a:extLst>
              <a:ext uri="{FF2B5EF4-FFF2-40B4-BE49-F238E27FC236}">
                <ns2:creationId id="{D6CB0012-D526-46B8-AD81-B8EB11EB551C}"/>
              </a:ext>
            </a:extLst>
          </p:cNvPr>
          <p:cNvSpPr>
            <a:spLocks noGrp="1"/>
          </p:cNvSpPr>
          <p:nvPr/>
        </p:nvSpPr>
        <p:spPr>
          <a:xfrm>
            <a:off x="9344025" y="4486275"/>
            <a:ext cx="2228850" cy="1066800"/>
          </a:xfrm>
          <a:prstGeom prst="rect">
            <a:avLst/>
          </a:prstGeom>
          <a:noFill/>
          <a:ln w="0">
            <a:noFill/>
          </a:ln>
        </p:spPr>
        <p:txBody>
          <a:bodyPr anchor="t">
            <a:noAutofit/>
          </a:bodyPr>
          <a:lstStyle>
            <a:defPPr algn="l">
              <a:defRPr sz="2100" b="0">
                <a:solidFill>
                  <a:srgbClr val="1C1C1C"/>
                </a:solidFill>
                <a:latin typeface="Arial"/>
                <a:ea typeface="Arial"/>
                <a:cs typeface="Arial"/>
              </a:defRPr>
            </a:defPPr>
            <a:lvl1pPr algn="l">
              <a:defRPr sz="2100" b="0">
                <a:solidFill>
                  <a:srgbClr val="1C1C1C"/>
                </a:solidFill>
                <a:latin typeface="Arial"/>
                <a:ea typeface="Arial"/>
                <a:cs typeface="Arial"/>
              </a:defRPr>
            </a:lvl1pPr>
            <a:lvl2pPr algn="l">
              <a:defRPr sz="2100" b="0">
                <a:solidFill>
                  <a:srgbClr val="1C1C1C"/>
                </a:solidFill>
                <a:latin typeface="Arial"/>
                <a:ea typeface="Arial"/>
                <a:cs typeface="Arial"/>
              </a:defRPr>
            </a:lvl2pPr>
            <a:lvl3pPr algn="l">
              <a:defRPr sz="2100" b="0">
                <a:solidFill>
                  <a:srgbClr val="1C1C1C"/>
                </a:solidFill>
                <a:latin typeface="Arial"/>
                <a:ea typeface="Arial"/>
                <a:cs typeface="Arial"/>
              </a:defRPr>
            </a:lvl3pPr>
            <a:lvl4pPr algn="l">
              <a:defRPr sz="2100" b="0">
                <a:solidFill>
                  <a:srgbClr val="1C1C1C"/>
                </a:solidFill>
                <a:latin typeface="Arial"/>
                <a:ea typeface="Arial"/>
                <a:cs typeface="Arial"/>
              </a:defRPr>
            </a:lvl4pPr>
            <a:lvl5pPr algn="l">
              <a:defRPr sz="2100" b="0">
                <a:solidFill>
                  <a:srgbClr val="1C1C1C"/>
                </a:solidFill>
                <a:latin typeface="Arial"/>
                <a:ea typeface="Arial"/>
                <a:cs typeface="Arial"/>
              </a:defRPr>
            </a:lvl5pPr>
            <a:lvl6pPr algn="l">
              <a:defRPr sz="2100" b="0">
                <a:solidFill>
                  <a:srgbClr val="1C1C1C"/>
                </a:solidFill>
                <a:latin typeface="Arial"/>
                <a:ea typeface="Arial"/>
                <a:cs typeface="Arial"/>
              </a:defRPr>
            </a:lvl6pPr>
            <a:lvl7pPr algn="l">
              <a:defRPr sz="2100" b="0">
                <a:solidFill>
                  <a:srgbClr val="1C1C1C"/>
                </a:solidFill>
                <a:latin typeface="Arial"/>
                <a:ea typeface="Arial"/>
                <a:cs typeface="Arial"/>
              </a:defRPr>
            </a:lvl7pPr>
            <a:lvl8pPr algn="l">
              <a:defRPr sz="2100" b="0">
                <a:solidFill>
                  <a:srgbClr val="1C1C1C"/>
                </a:solidFill>
                <a:latin typeface="Arial"/>
                <a:ea typeface="Arial"/>
                <a:cs typeface="Arial"/>
              </a:defRPr>
            </a:lvl8pPr>
            <a:lvl9pPr algn="l">
              <a:defRPr sz="2100" b="0">
                <a:solidFill>
                  <a:srgbClr val="1C1C1C"/>
                </a:solidFill>
                <a:latin typeface="Arial"/>
                <a:ea typeface="Arial"/>
                <a:cs typeface="Arial"/>
              </a:defRPr>
            </a:lvl9pPr>
          </a:lstStyle>
          <a:p>
            <a:pPr algn="l">
              <a:defRPr sz="2100" b="0">
                <a:solidFill>
                  <a:srgbClr val="1C1C1C"/>
                </a:solidFill>
                <a:latin typeface="Arial"/>
                <a:ea typeface="Arial"/>
                <a:cs typeface="Arial"/>
              </a:defRPr>
            </a:pPr>
            <a:r>
              <a:rPr sz="2100" b="0">
                <a:solidFill>
                  <a:srgbClr val="1C1C1C"/>
                </a:solidFill>
                <a:latin typeface="Arial"/>
                <a:ea typeface="Arial"/>
                <a:cs typeface="Arial"/>
              </a:rPr>
              <a:t>Inspect the resulting files</a:t>
            </a:r>
          </a:p>
        </p:txBody>
      </p:sp>
    </p:spTree>
    <p:extLst>
      <p:ext uri="{BB962C8B-B14F-4D97-AF65-F5344CB8AC3E}">
        <ns4:creationId val="1789305799"/>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E7EEE6"/>
        </a:solidFill>
      </p:bgPr>
    </p:bg>
    <p:spTree>
      <p:nvGrpSpPr>
        <p:cNvPr id="1" name=""/>
        <p:cNvGrpSpPr/>
        <p:nvPr/>
      </p:nvGrpSpPr>
      <p:grpSpPr>
        <a:xfrm/>
      </p:grpSpPr>
      <p:sp>
        <p:nvSpPr>
          <p:cNvPr id="5" name="text-50">
            <a:extLst>
              <a:ext uri="{FF2B5EF4-FFF2-40B4-BE49-F238E27FC236}">
                <ns2:creationId id="{14479E52-74C1-4DDA-9E8E-53494531D9C5}"/>
              </a:ext>
            </a:extLst>
          </p:cNvPr>
          <p:cNvSpPr>
            <a:spLocks noGrp="1"/>
          </p:cNvSpPr>
          <p:nvPr/>
        </p:nvSpPr>
        <p:spPr>
          <a:xfrm>
            <a:off x="609600" y="419100"/>
            <a:ext cx="10972800" cy="723900"/>
          </a:xfrm>
          <a:prstGeom prst="rect">
            <a:avLst/>
          </a:prstGeom>
          <a:noFill/>
          <a:ln w="0">
            <a:noFill/>
          </a:ln>
        </p:spPr>
        <p:txBody>
          <a:bodyPr anchor="t">
            <a:noAutofit/>
          </a:bodyPr>
          <a:lstStyle>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a:pPr algn="ctr">
              <a:defRPr sz="3600" b="1">
                <a:solidFill>
                  <a:srgbClr val="1C1C1C"/>
                </a:solidFill>
                <a:latin typeface="Arial"/>
                <a:ea typeface="Arial"/>
                <a:cs typeface="Arial"/>
              </a:defRPr>
            </a:pPr>
            <a:r>
              <a:rPr sz="3600" b="1">
                <a:solidFill>
                  <a:srgbClr val="1C1C1C"/>
                </a:solidFill>
                <a:latin typeface="Arial"/>
                <a:ea typeface="Arial"/>
                <a:cs typeface="Arial"/>
              </a:rPr>
              <a:t>The request to give Codex</a:t>
            </a:r>
          </a:p>
        </p:txBody>
      </p:sp>
      <p:sp>
        <p:nvSpPr>
          <p:cNvPr id="2" name="text-51">
            <a:extLst>
              <a:ext uri="{FF2B5EF4-FFF2-40B4-BE49-F238E27FC236}">
                <ns2:creationId id="{33391ED6-5DE6-430B-9C9D-7E766857DCB4}"/>
              </a:ext>
            </a:extLst>
          </p:cNvPr>
          <p:cNvSpPr>
            <a:spLocks noGrp="1"/>
          </p:cNvSpPr>
          <p:nvPr/>
        </p:nvSpPr>
        <p:spPr>
          <a:xfrm>
            <a:off x="609600" y="6486525"/>
            <a:ext cx="4286250" cy="228600"/>
          </a:xfrm>
          <a:prstGeom prst="rect">
            <a:avLst/>
          </a:prstGeom>
          <a:noFill/>
          <a:ln w="0">
            <a:noFill/>
          </a:ln>
        </p:spPr>
        <p:txBody>
          <a:bodyPr anchor="t">
            <a:noAutofit/>
          </a:bodyPr>
          <a:lstStyle>
            <a:defPPr algn="l">
              <a:defRPr sz="1125" b="0">
                <a:solidFill>
                  <a:srgbClr val="686868"/>
                </a:solidFill>
                <a:latin typeface="Arial"/>
                <a:ea typeface="Arial"/>
                <a:cs typeface="Arial"/>
              </a:defRPr>
            </a:defPPr>
            <a:lvl1pPr algn="l">
              <a:defRPr sz="1125" b="0">
                <a:solidFill>
                  <a:srgbClr val="686868"/>
                </a:solidFill>
                <a:latin typeface="Arial"/>
                <a:ea typeface="Arial"/>
                <a:cs typeface="Arial"/>
              </a:defRPr>
            </a:lvl1pPr>
            <a:lvl2pPr algn="l">
              <a:defRPr sz="1125" b="0">
                <a:solidFill>
                  <a:srgbClr val="686868"/>
                </a:solidFill>
                <a:latin typeface="Arial"/>
                <a:ea typeface="Arial"/>
                <a:cs typeface="Arial"/>
              </a:defRPr>
            </a:lvl2pPr>
            <a:lvl3pPr algn="l">
              <a:defRPr sz="1125" b="0">
                <a:solidFill>
                  <a:srgbClr val="686868"/>
                </a:solidFill>
                <a:latin typeface="Arial"/>
                <a:ea typeface="Arial"/>
                <a:cs typeface="Arial"/>
              </a:defRPr>
            </a:lvl3pPr>
            <a:lvl4pPr algn="l">
              <a:defRPr sz="1125" b="0">
                <a:solidFill>
                  <a:srgbClr val="686868"/>
                </a:solidFill>
                <a:latin typeface="Arial"/>
                <a:ea typeface="Arial"/>
                <a:cs typeface="Arial"/>
              </a:defRPr>
            </a:lvl4pPr>
            <a:lvl5pPr algn="l">
              <a:defRPr sz="1125" b="0">
                <a:solidFill>
                  <a:srgbClr val="686868"/>
                </a:solidFill>
                <a:latin typeface="Arial"/>
                <a:ea typeface="Arial"/>
                <a:cs typeface="Arial"/>
              </a:defRPr>
            </a:lvl5pPr>
            <a:lvl6pPr algn="l">
              <a:defRPr sz="1125" b="0">
                <a:solidFill>
                  <a:srgbClr val="686868"/>
                </a:solidFill>
                <a:latin typeface="Arial"/>
                <a:ea typeface="Arial"/>
                <a:cs typeface="Arial"/>
              </a:defRPr>
            </a:lvl6pPr>
            <a:lvl7pPr algn="l">
              <a:defRPr sz="1125" b="0">
                <a:solidFill>
                  <a:srgbClr val="686868"/>
                </a:solidFill>
                <a:latin typeface="Arial"/>
                <a:ea typeface="Arial"/>
                <a:cs typeface="Arial"/>
              </a:defRPr>
            </a:lvl7pPr>
            <a:lvl8pPr algn="l">
              <a:defRPr sz="1125" b="0">
                <a:solidFill>
                  <a:srgbClr val="686868"/>
                </a:solidFill>
                <a:latin typeface="Arial"/>
                <a:ea typeface="Arial"/>
                <a:cs typeface="Arial"/>
              </a:defRPr>
            </a:lvl8pPr>
            <a:lvl9pPr algn="l">
              <a:defRPr sz="1125" b="0">
                <a:solidFill>
                  <a:srgbClr val="686868"/>
                </a:solidFill>
                <a:latin typeface="Arial"/>
                <a:ea typeface="Arial"/>
                <a:cs typeface="Arial"/>
              </a:defRPr>
            </a:lvl9pPr>
          </a:lstStyle>
          <a:p>
            <a:pPr algn="l">
              <a:defRPr sz="1125" b="0">
                <a:solidFill>
                  <a:srgbClr val="686868"/>
                </a:solidFill>
                <a:latin typeface="Arial"/>
                <a:ea typeface="Arial"/>
                <a:cs typeface="Arial"/>
              </a:defRPr>
            </a:pPr>
            <a:r>
              <a:rPr sz="1125" b="0">
                <a:solidFill>
                  <a:srgbClr val="686868"/>
                </a:solidFill>
                <a:latin typeface="Arial"/>
                <a:ea typeface="Arial"/>
                <a:cs typeface="Arial"/>
              </a:rPr>
              <a:t>CODEX &amp; COFFEE</a:t>
            </a:r>
          </a:p>
        </p:txBody>
      </p:sp>
      <p:sp>
        <p:nvSpPr>
          <p:cNvPr id="3" name="text-52">
            <a:extLst>
              <a:ext uri="{FF2B5EF4-FFF2-40B4-BE49-F238E27FC236}">
                <ns2:creationId id="{9EDF37E6-653C-41C2-A21D-B46FA07BE8AB}"/>
              </a:ext>
            </a:extLst>
          </p:cNvPr>
          <p:cNvSpPr>
            <a:spLocks noGrp="1"/>
          </p:cNvSpPr>
          <p:nvPr/>
        </p:nvSpPr>
        <p:spPr>
          <a:xfrm>
            <a:off x="9525000" y="6486525"/>
            <a:ext cx="2057400" cy="228600"/>
          </a:xfrm>
          <a:prstGeom prst="rect">
            <a:avLst/>
          </a:prstGeom>
          <a:noFill/>
          <a:ln w="0">
            <a:noFill/>
          </a:ln>
        </p:spPr>
        <p:txBody>
          <a:bodyPr anchor="t">
            <a:noAutofit/>
          </a:bodyPr>
          <a:lstStyle>
            <a:defPPr algn="r">
              <a:defRPr sz="1125" b="0">
                <a:solidFill>
                  <a:srgbClr val="686868"/>
                </a:solidFill>
                <a:latin typeface="Arial"/>
                <a:ea typeface="Arial"/>
                <a:cs typeface="Arial"/>
              </a:defRPr>
            </a:defPPr>
            <a:lvl1pPr algn="r">
              <a:defRPr sz="1125" b="0">
                <a:solidFill>
                  <a:srgbClr val="686868"/>
                </a:solidFill>
                <a:latin typeface="Arial"/>
                <a:ea typeface="Arial"/>
                <a:cs typeface="Arial"/>
              </a:defRPr>
            </a:lvl1pPr>
            <a:lvl2pPr algn="r">
              <a:defRPr sz="1125" b="0">
                <a:solidFill>
                  <a:srgbClr val="686868"/>
                </a:solidFill>
                <a:latin typeface="Arial"/>
                <a:ea typeface="Arial"/>
                <a:cs typeface="Arial"/>
              </a:defRPr>
            </a:lvl2pPr>
            <a:lvl3pPr algn="r">
              <a:defRPr sz="1125" b="0">
                <a:solidFill>
                  <a:srgbClr val="686868"/>
                </a:solidFill>
                <a:latin typeface="Arial"/>
                <a:ea typeface="Arial"/>
                <a:cs typeface="Arial"/>
              </a:defRPr>
            </a:lvl3pPr>
            <a:lvl4pPr algn="r">
              <a:defRPr sz="1125" b="0">
                <a:solidFill>
                  <a:srgbClr val="686868"/>
                </a:solidFill>
                <a:latin typeface="Arial"/>
                <a:ea typeface="Arial"/>
                <a:cs typeface="Arial"/>
              </a:defRPr>
            </a:lvl4pPr>
            <a:lvl5pPr algn="r">
              <a:defRPr sz="1125" b="0">
                <a:solidFill>
                  <a:srgbClr val="686868"/>
                </a:solidFill>
                <a:latin typeface="Arial"/>
                <a:ea typeface="Arial"/>
                <a:cs typeface="Arial"/>
              </a:defRPr>
            </a:lvl5pPr>
            <a:lvl6pPr algn="r">
              <a:defRPr sz="1125" b="0">
                <a:solidFill>
                  <a:srgbClr val="686868"/>
                </a:solidFill>
                <a:latin typeface="Arial"/>
                <a:ea typeface="Arial"/>
                <a:cs typeface="Arial"/>
              </a:defRPr>
            </a:lvl6pPr>
            <a:lvl7pPr algn="r">
              <a:defRPr sz="1125" b="0">
                <a:solidFill>
                  <a:srgbClr val="686868"/>
                </a:solidFill>
                <a:latin typeface="Arial"/>
                <a:ea typeface="Arial"/>
                <a:cs typeface="Arial"/>
              </a:defRPr>
            </a:lvl7pPr>
            <a:lvl8pPr algn="r">
              <a:defRPr sz="1125" b="0">
                <a:solidFill>
                  <a:srgbClr val="686868"/>
                </a:solidFill>
                <a:latin typeface="Arial"/>
                <a:ea typeface="Arial"/>
                <a:cs typeface="Arial"/>
              </a:defRPr>
            </a:lvl8pPr>
            <a:lvl9pPr algn="r">
              <a:defRPr sz="1125" b="0">
                <a:solidFill>
                  <a:srgbClr val="686868"/>
                </a:solidFill>
                <a:latin typeface="Arial"/>
                <a:ea typeface="Arial"/>
                <a:cs typeface="Arial"/>
              </a:defRPr>
            </a:lvl9pPr>
          </a:lstStyle>
          <a:p>
            <a:pPr algn="r">
              <a:defRPr sz="1125" b="0">
                <a:solidFill>
                  <a:srgbClr val="686868"/>
                </a:solidFill>
                <a:latin typeface="Arial"/>
                <a:ea typeface="Arial"/>
                <a:cs typeface="Arial"/>
              </a:defRPr>
            </a:pPr>
            <a:r>
              <a:rPr sz="1125" b="0">
                <a:solidFill>
                  <a:srgbClr val="686868"/>
                </a:solidFill>
                <a:latin typeface="Arial"/>
                <a:ea typeface="Arial"/>
                <a:cs typeface="Arial"/>
              </a:rPr>
              <a:t>DAY 01  ·  7</a:t>
            </a:r>
          </a:p>
        </p:txBody>
      </p:sp>
      <p:sp>
        <p:nvSpPr>
          <p:cNvPr id="4" name="text-53">
            <a:extLst>
              <a:ext uri="{FF2B5EF4-FFF2-40B4-BE49-F238E27FC236}">
                <ns2:creationId id="{302A1BFC-93F2-41E8-98B3-C0BDCD9CD13E}"/>
              </a:ext>
            </a:extLst>
          </p:cNvPr>
          <p:cNvSpPr>
            <a:spLocks noGrp="1"/>
          </p:cNvSpPr>
          <p:nvPr/>
        </p:nvSpPr>
        <p:spPr>
          <a:xfrm>
            <a:off x="914400" y="1781175"/>
            <a:ext cx="10363200" cy="4048125"/>
          </a:xfrm>
          <a:prstGeom prst="rect">
            <a:avLst/>
          </a:prstGeom>
          <a:noFill/>
          <a:ln w="0">
            <a:noFill/>
          </a:ln>
        </p:spPr>
        <p:txBody>
          <a:bodyPr anchor="t">
            <a:noAutofit/>
          </a:bodyPr>
          <a:lstStyle>
            <a:defPPr algn="l">
              <a:defRPr sz="2550" b="0">
                <a:solidFill>
                  <a:srgbClr val="284D3C"/>
                </a:solidFill>
                <a:latin typeface="Arial"/>
                <a:ea typeface="Arial"/>
                <a:cs typeface="Arial"/>
              </a:defRPr>
            </a:defPPr>
            <a:lvl1pPr algn="l">
              <a:defRPr sz="2550" b="0">
                <a:solidFill>
                  <a:srgbClr val="284D3C"/>
                </a:solidFill>
                <a:latin typeface="Arial"/>
                <a:ea typeface="Arial"/>
                <a:cs typeface="Arial"/>
              </a:defRPr>
            </a:lvl1pPr>
            <a:lvl2pPr algn="l">
              <a:defRPr sz="2550" b="0">
                <a:solidFill>
                  <a:srgbClr val="284D3C"/>
                </a:solidFill>
                <a:latin typeface="Arial"/>
                <a:ea typeface="Arial"/>
                <a:cs typeface="Arial"/>
              </a:defRPr>
            </a:lvl2pPr>
            <a:lvl3pPr algn="l">
              <a:defRPr sz="2550" b="0">
                <a:solidFill>
                  <a:srgbClr val="284D3C"/>
                </a:solidFill>
                <a:latin typeface="Arial"/>
                <a:ea typeface="Arial"/>
                <a:cs typeface="Arial"/>
              </a:defRPr>
            </a:lvl3pPr>
            <a:lvl4pPr algn="l">
              <a:defRPr sz="2550" b="0">
                <a:solidFill>
                  <a:srgbClr val="284D3C"/>
                </a:solidFill>
                <a:latin typeface="Arial"/>
                <a:ea typeface="Arial"/>
                <a:cs typeface="Arial"/>
              </a:defRPr>
            </a:lvl4pPr>
            <a:lvl5pPr algn="l">
              <a:defRPr sz="2550" b="0">
                <a:solidFill>
                  <a:srgbClr val="284D3C"/>
                </a:solidFill>
                <a:latin typeface="Arial"/>
                <a:ea typeface="Arial"/>
                <a:cs typeface="Arial"/>
              </a:defRPr>
            </a:lvl5pPr>
            <a:lvl6pPr algn="l">
              <a:defRPr sz="2550" b="0">
                <a:solidFill>
                  <a:srgbClr val="284D3C"/>
                </a:solidFill>
                <a:latin typeface="Arial"/>
                <a:ea typeface="Arial"/>
                <a:cs typeface="Arial"/>
              </a:defRPr>
            </a:lvl6pPr>
            <a:lvl7pPr algn="l">
              <a:defRPr sz="2550" b="0">
                <a:solidFill>
                  <a:srgbClr val="284D3C"/>
                </a:solidFill>
                <a:latin typeface="Arial"/>
                <a:ea typeface="Arial"/>
                <a:cs typeface="Arial"/>
              </a:defRPr>
            </a:lvl7pPr>
            <a:lvl8pPr algn="l">
              <a:defRPr sz="2550" b="0">
                <a:solidFill>
                  <a:srgbClr val="284D3C"/>
                </a:solidFill>
                <a:latin typeface="Arial"/>
                <a:ea typeface="Arial"/>
                <a:cs typeface="Arial"/>
              </a:defRPr>
            </a:lvl8pPr>
            <a:lvl9pPr algn="l">
              <a:defRPr sz="2550" b="0">
                <a:solidFill>
                  <a:srgbClr val="284D3C"/>
                </a:solidFill>
                <a:latin typeface="Arial"/>
                <a:ea typeface="Arial"/>
                <a:cs typeface="Arial"/>
              </a:defRPr>
            </a:lvl9pPr>
          </a:lstStyle>
          <a:p>
            <a:pPr algn="l">
              <a:defRPr sz="2550" b="0">
                <a:solidFill>
                  <a:srgbClr val="284D3C"/>
                </a:solidFill>
                <a:latin typeface="Arial"/>
                <a:ea typeface="Arial"/>
                <a:cs typeface="Arial"/>
              </a:defRPr>
            </a:pPr>
            <a:r>
              <a:rPr sz="2550" b="0">
                <a:solidFill>
                  <a:srgbClr val="284D3C"/>
                </a:solidFill>
                <a:latin typeface="Arial"/>
                <a:ea typeface="Arial"/>
                <a:cs typeface="Arial"/>
              </a:rPr>
              <a:t>Inspect this workshop-site folder without changing files or installing anything. Map its files, guidance, and existing checks. Find contradictions and stale instructions, citing exact paths. Distinguish facts from assumptions. Recommend one small next task with a concrete success check. Do not delete or fix anything yet.</a:t>
            </a:r>
          </a:p>
        </p:txBody>
      </p:sp>
    </p:spTree>
    <p:extLst>
      <p:ext uri="{BB962C8B-B14F-4D97-AF65-F5344CB8AC3E}">
        <ns3:creationId val="1080828664"/>
      </p:ext>
    </p:extLst>
  </p:cSld>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8F5F0"/>
        </a:solidFill>
      </p:bgPr>
    </p:bg>
    <p:spTree>
      <p:nvGrpSpPr>
        <p:cNvPr id="1" name=""/>
        <p:cNvGrpSpPr/>
        <p:nvPr/>
      </p:nvGrpSpPr>
      <p:grpSpPr>
        <a:xfrm/>
      </p:grpSpPr>
      <p:sp>
        <p:nvSpPr>
          <p:cNvPr id="10" name="text-54">
            <a:extLst>
              <a:ext uri="{FF2B5EF4-FFF2-40B4-BE49-F238E27FC236}">
                <ns2:creationId id="{B3238D55-3927-4D8F-9594-8B681A0E480B}"/>
              </a:ext>
            </a:extLst>
          </p:cNvPr>
          <p:cNvSpPr>
            <a:spLocks noGrp="1"/>
          </p:cNvSpPr>
          <p:nvPr/>
        </p:nvSpPr>
        <p:spPr>
          <a:xfrm>
            <a:off x="609600" y="419100"/>
            <a:ext cx="10972800" cy="723900"/>
          </a:xfrm>
          <a:prstGeom prst="rect">
            <a:avLst/>
          </a:prstGeom>
          <a:noFill/>
          <a:ln w="0">
            <a:noFill/>
          </a:ln>
        </p:spPr>
        <p:txBody>
          <a:bodyPr anchor="t">
            <a:noAutofit/>
          </a:bodyPr>
          <a:lstStyle>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a:pPr algn="ctr">
              <a:defRPr sz="3600" b="1">
                <a:solidFill>
                  <a:srgbClr val="1C1C1C"/>
                </a:solidFill>
                <a:latin typeface="Arial"/>
                <a:ea typeface="Arial"/>
                <a:cs typeface="Arial"/>
              </a:defRPr>
            </a:pPr>
            <a:r>
              <a:rPr sz="3600" b="1">
                <a:solidFill>
                  <a:srgbClr val="1C1C1C"/>
                </a:solidFill>
                <a:latin typeface="Arial"/>
                <a:ea typeface="Arial"/>
                <a:cs typeface="Arial"/>
              </a:rPr>
              <a:t>Follow the evidence</a:t>
            </a:r>
          </a:p>
        </p:txBody>
      </p:sp>
      <p:sp>
        <p:nvSpPr>
          <p:cNvPr id="2" name="text-55">
            <a:extLst>
              <a:ext uri="{FF2B5EF4-FFF2-40B4-BE49-F238E27FC236}">
                <ns2:creationId id="{DDDDB097-0D15-4DBE-96DF-BDFD0065FA31}"/>
              </a:ext>
            </a:extLst>
          </p:cNvPr>
          <p:cNvSpPr>
            <a:spLocks noGrp="1"/>
          </p:cNvSpPr>
          <p:nvPr/>
        </p:nvSpPr>
        <p:spPr>
          <a:xfrm>
            <a:off x="609600" y="6486525"/>
            <a:ext cx="4286250" cy="228600"/>
          </a:xfrm>
          <a:prstGeom prst="rect">
            <a:avLst/>
          </a:prstGeom>
          <a:noFill/>
          <a:ln w="0">
            <a:noFill/>
          </a:ln>
        </p:spPr>
        <p:txBody>
          <a:bodyPr anchor="t">
            <a:noAutofit/>
          </a:bodyPr>
          <a:lstStyle>
            <a:defPPr algn="l">
              <a:defRPr sz="1125" b="0">
                <a:solidFill>
                  <a:srgbClr val="686868"/>
                </a:solidFill>
                <a:latin typeface="Arial"/>
                <a:ea typeface="Arial"/>
                <a:cs typeface="Arial"/>
              </a:defRPr>
            </a:defPPr>
            <a:lvl1pPr algn="l">
              <a:defRPr sz="1125" b="0">
                <a:solidFill>
                  <a:srgbClr val="686868"/>
                </a:solidFill>
                <a:latin typeface="Arial"/>
                <a:ea typeface="Arial"/>
                <a:cs typeface="Arial"/>
              </a:defRPr>
            </a:lvl1pPr>
            <a:lvl2pPr algn="l">
              <a:defRPr sz="1125" b="0">
                <a:solidFill>
                  <a:srgbClr val="686868"/>
                </a:solidFill>
                <a:latin typeface="Arial"/>
                <a:ea typeface="Arial"/>
                <a:cs typeface="Arial"/>
              </a:defRPr>
            </a:lvl2pPr>
            <a:lvl3pPr algn="l">
              <a:defRPr sz="1125" b="0">
                <a:solidFill>
                  <a:srgbClr val="686868"/>
                </a:solidFill>
                <a:latin typeface="Arial"/>
                <a:ea typeface="Arial"/>
                <a:cs typeface="Arial"/>
              </a:defRPr>
            </a:lvl3pPr>
            <a:lvl4pPr algn="l">
              <a:defRPr sz="1125" b="0">
                <a:solidFill>
                  <a:srgbClr val="686868"/>
                </a:solidFill>
                <a:latin typeface="Arial"/>
                <a:ea typeface="Arial"/>
                <a:cs typeface="Arial"/>
              </a:defRPr>
            </a:lvl4pPr>
            <a:lvl5pPr algn="l">
              <a:defRPr sz="1125" b="0">
                <a:solidFill>
                  <a:srgbClr val="686868"/>
                </a:solidFill>
                <a:latin typeface="Arial"/>
                <a:ea typeface="Arial"/>
                <a:cs typeface="Arial"/>
              </a:defRPr>
            </a:lvl5pPr>
            <a:lvl6pPr algn="l">
              <a:defRPr sz="1125" b="0">
                <a:solidFill>
                  <a:srgbClr val="686868"/>
                </a:solidFill>
                <a:latin typeface="Arial"/>
                <a:ea typeface="Arial"/>
                <a:cs typeface="Arial"/>
              </a:defRPr>
            </a:lvl6pPr>
            <a:lvl7pPr algn="l">
              <a:defRPr sz="1125" b="0">
                <a:solidFill>
                  <a:srgbClr val="686868"/>
                </a:solidFill>
                <a:latin typeface="Arial"/>
                <a:ea typeface="Arial"/>
                <a:cs typeface="Arial"/>
              </a:defRPr>
            </a:lvl7pPr>
            <a:lvl8pPr algn="l">
              <a:defRPr sz="1125" b="0">
                <a:solidFill>
                  <a:srgbClr val="686868"/>
                </a:solidFill>
                <a:latin typeface="Arial"/>
                <a:ea typeface="Arial"/>
                <a:cs typeface="Arial"/>
              </a:defRPr>
            </a:lvl8pPr>
            <a:lvl9pPr algn="l">
              <a:defRPr sz="1125" b="0">
                <a:solidFill>
                  <a:srgbClr val="686868"/>
                </a:solidFill>
                <a:latin typeface="Arial"/>
                <a:ea typeface="Arial"/>
                <a:cs typeface="Arial"/>
              </a:defRPr>
            </a:lvl9pPr>
          </a:lstStyle>
          <a:p>
            <a:pPr algn="l">
              <a:defRPr sz="1125" b="0">
                <a:solidFill>
                  <a:srgbClr val="686868"/>
                </a:solidFill>
                <a:latin typeface="Arial"/>
                <a:ea typeface="Arial"/>
                <a:cs typeface="Arial"/>
              </a:defRPr>
            </a:pPr>
            <a:r>
              <a:rPr sz="1125" b="0">
                <a:solidFill>
                  <a:srgbClr val="686868"/>
                </a:solidFill>
                <a:latin typeface="Arial"/>
                <a:ea typeface="Arial"/>
                <a:cs typeface="Arial"/>
              </a:rPr>
              <a:t>CODEX &amp; COFFEE</a:t>
            </a:r>
          </a:p>
        </p:txBody>
      </p:sp>
      <p:sp>
        <p:nvSpPr>
          <p:cNvPr id="3" name="text-56">
            <a:extLst>
              <a:ext uri="{FF2B5EF4-FFF2-40B4-BE49-F238E27FC236}">
                <ns2:creationId id="{143D0BDB-A41C-41E5-8ECB-EECB8DA1EB9F}"/>
              </a:ext>
            </a:extLst>
          </p:cNvPr>
          <p:cNvSpPr>
            <a:spLocks noGrp="1"/>
          </p:cNvSpPr>
          <p:nvPr/>
        </p:nvSpPr>
        <p:spPr>
          <a:xfrm>
            <a:off x="9525000" y="6486525"/>
            <a:ext cx="2057400" cy="228600"/>
          </a:xfrm>
          <a:prstGeom prst="rect">
            <a:avLst/>
          </a:prstGeom>
          <a:noFill/>
          <a:ln w="0">
            <a:noFill/>
          </a:ln>
        </p:spPr>
        <p:txBody>
          <a:bodyPr anchor="t">
            <a:noAutofit/>
          </a:bodyPr>
          <a:lstStyle>
            <a:defPPr algn="r">
              <a:defRPr sz="1125" b="0">
                <a:solidFill>
                  <a:srgbClr val="686868"/>
                </a:solidFill>
                <a:latin typeface="Arial"/>
                <a:ea typeface="Arial"/>
                <a:cs typeface="Arial"/>
              </a:defRPr>
            </a:defPPr>
            <a:lvl1pPr algn="r">
              <a:defRPr sz="1125" b="0">
                <a:solidFill>
                  <a:srgbClr val="686868"/>
                </a:solidFill>
                <a:latin typeface="Arial"/>
                <a:ea typeface="Arial"/>
                <a:cs typeface="Arial"/>
              </a:defRPr>
            </a:lvl1pPr>
            <a:lvl2pPr algn="r">
              <a:defRPr sz="1125" b="0">
                <a:solidFill>
                  <a:srgbClr val="686868"/>
                </a:solidFill>
                <a:latin typeface="Arial"/>
                <a:ea typeface="Arial"/>
                <a:cs typeface="Arial"/>
              </a:defRPr>
            </a:lvl2pPr>
            <a:lvl3pPr algn="r">
              <a:defRPr sz="1125" b="0">
                <a:solidFill>
                  <a:srgbClr val="686868"/>
                </a:solidFill>
                <a:latin typeface="Arial"/>
                <a:ea typeface="Arial"/>
                <a:cs typeface="Arial"/>
              </a:defRPr>
            </a:lvl3pPr>
            <a:lvl4pPr algn="r">
              <a:defRPr sz="1125" b="0">
                <a:solidFill>
                  <a:srgbClr val="686868"/>
                </a:solidFill>
                <a:latin typeface="Arial"/>
                <a:ea typeface="Arial"/>
                <a:cs typeface="Arial"/>
              </a:defRPr>
            </a:lvl4pPr>
            <a:lvl5pPr algn="r">
              <a:defRPr sz="1125" b="0">
                <a:solidFill>
                  <a:srgbClr val="686868"/>
                </a:solidFill>
                <a:latin typeface="Arial"/>
                <a:ea typeface="Arial"/>
                <a:cs typeface="Arial"/>
              </a:defRPr>
            </a:lvl5pPr>
            <a:lvl6pPr algn="r">
              <a:defRPr sz="1125" b="0">
                <a:solidFill>
                  <a:srgbClr val="686868"/>
                </a:solidFill>
                <a:latin typeface="Arial"/>
                <a:ea typeface="Arial"/>
                <a:cs typeface="Arial"/>
              </a:defRPr>
            </a:lvl6pPr>
            <a:lvl7pPr algn="r">
              <a:defRPr sz="1125" b="0">
                <a:solidFill>
                  <a:srgbClr val="686868"/>
                </a:solidFill>
                <a:latin typeface="Arial"/>
                <a:ea typeface="Arial"/>
                <a:cs typeface="Arial"/>
              </a:defRPr>
            </a:lvl7pPr>
            <a:lvl8pPr algn="r">
              <a:defRPr sz="1125" b="0">
                <a:solidFill>
                  <a:srgbClr val="686868"/>
                </a:solidFill>
                <a:latin typeface="Arial"/>
                <a:ea typeface="Arial"/>
                <a:cs typeface="Arial"/>
              </a:defRPr>
            </a:lvl8pPr>
            <a:lvl9pPr algn="r">
              <a:defRPr sz="1125" b="0">
                <a:solidFill>
                  <a:srgbClr val="686868"/>
                </a:solidFill>
                <a:latin typeface="Arial"/>
                <a:ea typeface="Arial"/>
                <a:cs typeface="Arial"/>
              </a:defRPr>
            </a:lvl9pPr>
          </a:lstStyle>
          <a:p>
            <a:pPr algn="r">
              <a:defRPr sz="1125" b="0">
                <a:solidFill>
                  <a:srgbClr val="686868"/>
                </a:solidFill>
                <a:latin typeface="Arial"/>
                <a:ea typeface="Arial"/>
                <a:cs typeface="Arial"/>
              </a:defRPr>
            </a:pPr>
            <a:r>
              <a:rPr sz="1125" b="0">
                <a:solidFill>
                  <a:srgbClr val="686868"/>
                </a:solidFill>
                <a:latin typeface="Arial"/>
                <a:ea typeface="Arial"/>
                <a:cs typeface="Arial"/>
              </a:rPr>
              <a:t>DAY 01  ·  8</a:t>
            </a:r>
          </a:p>
        </p:txBody>
      </p:sp>
      <p:sp>
        <p:nvSpPr>
          <p:cNvPr id="4" name="shape-57">
            <a:extLst>
              <a:ext uri="{FF2B5EF4-FFF2-40B4-BE49-F238E27FC236}">
                <ns2:creationId id="{EEAE2748-42C1-4E9A-BA0D-452AD6F8ED28}"/>
              </a:ext>
            </a:extLst>
          </p:cNvPr>
          <p:cNvSpPr>
            <a:spLocks noGrp="1"/>
          </p:cNvSpPr>
          <p:nvPr/>
        </p:nvSpPr>
        <p:spPr>
          <a:xfrm>
            <a:off x="838200" y="1752600"/>
            <a:ext cx="10515600" cy="4076700"/>
          </a:xfrm>
          <a:prstGeom prst="rect">
            <a:avLst/>
          </a:prstGeom>
          <a:solidFill>
            <a:srgbClr val="EEEAE3"/>
          </a:solidFill>
          <a:ln w="0">
            <a:noFill/>
          </a:ln>
        </p:spPr>
      </p:sp>
      <p:sp>
        <p:nvSpPr>
          <p:cNvPr id="5" name="text-58">
            <a:extLst>
              <a:ext uri="{FF2B5EF4-FFF2-40B4-BE49-F238E27FC236}">
                <ns2:creationId id="{B02E077B-F10B-4429-AC0C-55BEF1341F5E}"/>
              </a:ext>
            </a:extLst>
          </p:cNvPr>
          <p:cNvSpPr>
            <a:spLocks noGrp="1"/>
          </p:cNvSpPr>
          <p:nvPr/>
        </p:nvSpPr>
        <p:spPr>
          <a:xfrm>
            <a:off x="1123950" y="2028825"/>
            <a:ext cx="9906000" cy="390525"/>
          </a:xfrm>
          <a:prstGeom prst="rect">
            <a:avLst/>
          </a:prstGeom>
          <a:noFill/>
          <a:ln w="0">
            <a:noFill/>
          </a:ln>
        </p:spPr>
        <p:txBody>
          <a:bodyPr anchor="t">
            <a:noAutofit/>
          </a:bodyPr>
          <a:lstStyle>
            <a:defPPr algn="l">
              <a:defRPr sz="1725" b="1">
                <a:solidFill>
                  <a:srgbClr val="D1372D"/>
                </a:solidFill>
                <a:latin typeface="Arial"/>
                <a:ea typeface="Arial"/>
                <a:cs typeface="Arial"/>
              </a:defRPr>
            </a:defPPr>
            <a:lvl1pPr algn="l">
              <a:defRPr sz="1725" b="1">
                <a:solidFill>
                  <a:srgbClr val="D1372D"/>
                </a:solidFill>
                <a:latin typeface="Arial"/>
                <a:ea typeface="Arial"/>
                <a:cs typeface="Arial"/>
              </a:defRPr>
            </a:lvl1pPr>
            <a:lvl2pPr algn="l">
              <a:defRPr sz="1725" b="1">
                <a:solidFill>
                  <a:srgbClr val="D1372D"/>
                </a:solidFill>
                <a:latin typeface="Arial"/>
                <a:ea typeface="Arial"/>
                <a:cs typeface="Arial"/>
              </a:defRPr>
            </a:lvl2pPr>
            <a:lvl3pPr algn="l">
              <a:defRPr sz="1725" b="1">
                <a:solidFill>
                  <a:srgbClr val="D1372D"/>
                </a:solidFill>
                <a:latin typeface="Arial"/>
                <a:ea typeface="Arial"/>
                <a:cs typeface="Arial"/>
              </a:defRPr>
            </a:lvl3pPr>
            <a:lvl4pPr algn="l">
              <a:defRPr sz="1725" b="1">
                <a:solidFill>
                  <a:srgbClr val="D1372D"/>
                </a:solidFill>
                <a:latin typeface="Arial"/>
                <a:ea typeface="Arial"/>
                <a:cs typeface="Arial"/>
              </a:defRPr>
            </a:lvl4pPr>
            <a:lvl5pPr algn="l">
              <a:defRPr sz="1725" b="1">
                <a:solidFill>
                  <a:srgbClr val="D1372D"/>
                </a:solidFill>
                <a:latin typeface="Arial"/>
                <a:ea typeface="Arial"/>
                <a:cs typeface="Arial"/>
              </a:defRPr>
            </a:lvl5pPr>
            <a:lvl6pPr algn="l">
              <a:defRPr sz="1725" b="1">
                <a:solidFill>
                  <a:srgbClr val="D1372D"/>
                </a:solidFill>
                <a:latin typeface="Arial"/>
                <a:ea typeface="Arial"/>
                <a:cs typeface="Arial"/>
              </a:defRPr>
            </a:lvl6pPr>
            <a:lvl7pPr algn="l">
              <a:defRPr sz="1725" b="1">
                <a:solidFill>
                  <a:srgbClr val="D1372D"/>
                </a:solidFill>
                <a:latin typeface="Arial"/>
                <a:ea typeface="Arial"/>
                <a:cs typeface="Arial"/>
              </a:defRPr>
            </a:lvl7pPr>
            <a:lvl8pPr algn="l">
              <a:defRPr sz="1725" b="1">
                <a:solidFill>
                  <a:srgbClr val="D1372D"/>
                </a:solidFill>
                <a:latin typeface="Arial"/>
                <a:ea typeface="Arial"/>
                <a:cs typeface="Arial"/>
              </a:defRPr>
            </a:lvl8pPr>
            <a:lvl9pPr algn="l">
              <a:defRPr sz="1725" b="1">
                <a:solidFill>
                  <a:srgbClr val="D1372D"/>
                </a:solidFill>
                <a:latin typeface="Arial"/>
                <a:ea typeface="Arial"/>
                <a:cs typeface="Arial"/>
              </a:defRPr>
            </a:lvl9pPr>
          </a:lstStyle>
          <a:p>
            <a:pPr algn="l">
              <a:defRPr sz="1725" b="1">
                <a:solidFill>
                  <a:srgbClr val="D1372D"/>
                </a:solidFill>
                <a:latin typeface="Arial"/>
                <a:ea typeface="Arial"/>
                <a:cs typeface="Arial"/>
              </a:defRPr>
            </a:pPr>
            <a:r>
              <a:rPr sz="1725" b="1">
                <a:solidFill>
                  <a:srgbClr val="D1372D"/>
                </a:solidFill>
                <a:latin typeface="Arial"/>
                <a:ea typeface="Arial"/>
                <a:cs typeface="Arial"/>
              </a:rPr>
              <a:t>LOOK FOR</a:t>
            </a:r>
          </a:p>
        </p:txBody>
      </p:sp>
      <p:sp>
        <p:nvSpPr>
          <p:cNvPr id="6" name="text-59">
            <a:extLst>
              <a:ext uri="{FF2B5EF4-FFF2-40B4-BE49-F238E27FC236}">
                <ns2:creationId id="{7B362D24-7B14-4D57-B44D-22FB71656C43}"/>
              </a:ext>
            </a:extLst>
          </p:cNvPr>
          <p:cNvSpPr>
            <a:spLocks noGrp="1"/>
          </p:cNvSpPr>
          <p:nvPr/>
        </p:nvSpPr>
        <p:spPr>
          <a:xfrm>
            <a:off x="1123950" y="2733675"/>
            <a:ext cx="9906000" cy="542925"/>
          </a:xfrm>
          <a:prstGeom prst="rect">
            <a:avLst/>
          </a:prstGeom>
          <a:noFill/>
          <a:ln w="0">
            <a:noFill/>
          </a:ln>
        </p:spPr>
        <p:txBody>
          <a:bodyPr anchor="t">
            <a:noAutofit/>
          </a:bodyPr>
          <a:lstStyle>
            <a:defPPr algn="l">
              <a:defRPr sz="2325" b="0">
                <a:solidFill>
                  <a:srgbClr val="1C1C1C"/>
                </a:solidFill>
                <a:latin typeface="Arial"/>
                <a:ea typeface="Arial"/>
                <a:cs typeface="Arial"/>
              </a:defRPr>
            </a:defPPr>
            <a:lvl1pPr algn="l">
              <a:defRPr sz="2325" b="0">
                <a:solidFill>
                  <a:srgbClr val="1C1C1C"/>
                </a:solidFill>
                <a:latin typeface="Arial"/>
                <a:ea typeface="Arial"/>
                <a:cs typeface="Arial"/>
              </a:defRPr>
            </a:lvl1pPr>
            <a:lvl2pPr algn="l">
              <a:defRPr sz="2325" b="0">
                <a:solidFill>
                  <a:srgbClr val="1C1C1C"/>
                </a:solidFill>
                <a:latin typeface="Arial"/>
                <a:ea typeface="Arial"/>
                <a:cs typeface="Arial"/>
              </a:defRPr>
            </a:lvl2pPr>
            <a:lvl3pPr algn="l">
              <a:defRPr sz="2325" b="0">
                <a:solidFill>
                  <a:srgbClr val="1C1C1C"/>
                </a:solidFill>
                <a:latin typeface="Arial"/>
                <a:ea typeface="Arial"/>
                <a:cs typeface="Arial"/>
              </a:defRPr>
            </a:lvl3pPr>
            <a:lvl4pPr algn="l">
              <a:defRPr sz="2325" b="0">
                <a:solidFill>
                  <a:srgbClr val="1C1C1C"/>
                </a:solidFill>
                <a:latin typeface="Arial"/>
                <a:ea typeface="Arial"/>
                <a:cs typeface="Arial"/>
              </a:defRPr>
            </a:lvl4pPr>
            <a:lvl5pPr algn="l">
              <a:defRPr sz="2325" b="0">
                <a:solidFill>
                  <a:srgbClr val="1C1C1C"/>
                </a:solidFill>
                <a:latin typeface="Arial"/>
                <a:ea typeface="Arial"/>
                <a:cs typeface="Arial"/>
              </a:defRPr>
            </a:lvl5pPr>
            <a:lvl6pPr algn="l">
              <a:defRPr sz="2325" b="0">
                <a:solidFill>
                  <a:srgbClr val="1C1C1C"/>
                </a:solidFill>
                <a:latin typeface="Arial"/>
                <a:ea typeface="Arial"/>
                <a:cs typeface="Arial"/>
              </a:defRPr>
            </a:lvl6pPr>
            <a:lvl7pPr algn="l">
              <a:defRPr sz="2325" b="0">
                <a:solidFill>
                  <a:srgbClr val="1C1C1C"/>
                </a:solidFill>
                <a:latin typeface="Arial"/>
                <a:ea typeface="Arial"/>
                <a:cs typeface="Arial"/>
              </a:defRPr>
            </a:lvl7pPr>
            <a:lvl8pPr algn="l">
              <a:defRPr sz="2325" b="0">
                <a:solidFill>
                  <a:srgbClr val="1C1C1C"/>
                </a:solidFill>
                <a:latin typeface="Arial"/>
                <a:ea typeface="Arial"/>
                <a:cs typeface="Arial"/>
              </a:defRPr>
            </a:lvl8pPr>
            <a:lvl9pPr algn="l">
              <a:defRPr sz="2325" b="0">
                <a:solidFill>
                  <a:srgbClr val="1C1C1C"/>
                </a:solidFill>
                <a:latin typeface="Arial"/>
                <a:ea typeface="Arial"/>
                <a:cs typeface="Arial"/>
              </a:defRPr>
            </a:lvl9pPr>
          </a:lstStyle>
          <a:p>
            <a:pPr algn="l">
              <a:defRPr sz="2325" b="0">
                <a:solidFill>
                  <a:srgbClr val="1C1C1C"/>
                </a:solidFill>
                <a:latin typeface="Arial"/>
                <a:ea typeface="Arial"/>
                <a:cs typeface="Arial"/>
              </a:defRPr>
            </a:pPr>
            <a:r>
              <a:rPr sz="2325" b="0">
                <a:solidFill>
                  <a:srgbClr val="1C1C1C"/>
                </a:solidFill>
                <a:latin typeface="Arial"/>
                <a:ea typeface="Arial"/>
                <a:cs typeface="Arial"/>
              </a:rPr>
              <a:t>README.md → current workshop description</a:t>
            </a:r>
          </a:p>
        </p:txBody>
      </p:sp>
      <p:sp>
        <p:nvSpPr>
          <p:cNvPr id="7" name="text-60">
            <a:extLst>
              <a:ext uri="{FF2B5EF4-FFF2-40B4-BE49-F238E27FC236}">
                <ns2:creationId id="{50BF0AEB-E77E-4728-A9A0-064ED7C32118}"/>
              </a:ext>
            </a:extLst>
          </p:cNvPr>
          <p:cNvSpPr>
            <a:spLocks noGrp="1"/>
          </p:cNvSpPr>
          <p:nvPr/>
        </p:nvSpPr>
        <p:spPr>
          <a:xfrm>
            <a:off x="1123950" y="3362325"/>
            <a:ext cx="9906000" cy="542925"/>
          </a:xfrm>
          <a:prstGeom prst="rect">
            <a:avLst/>
          </a:prstGeom>
          <a:noFill/>
          <a:ln w="0">
            <a:noFill/>
          </a:ln>
        </p:spPr>
        <p:txBody>
          <a:bodyPr anchor="t">
            <a:noAutofit/>
          </a:bodyPr>
          <a:lstStyle>
            <a:defPPr algn="l">
              <a:defRPr sz="2325" b="0">
                <a:solidFill>
                  <a:srgbClr val="1C1C1C"/>
                </a:solidFill>
                <a:latin typeface="Arial"/>
                <a:ea typeface="Arial"/>
                <a:cs typeface="Arial"/>
              </a:defRPr>
            </a:defPPr>
            <a:lvl1pPr algn="l">
              <a:defRPr sz="2325" b="0">
                <a:solidFill>
                  <a:srgbClr val="1C1C1C"/>
                </a:solidFill>
                <a:latin typeface="Arial"/>
                <a:ea typeface="Arial"/>
                <a:cs typeface="Arial"/>
              </a:defRPr>
            </a:lvl1pPr>
            <a:lvl2pPr algn="l">
              <a:defRPr sz="2325" b="0">
                <a:solidFill>
                  <a:srgbClr val="1C1C1C"/>
                </a:solidFill>
                <a:latin typeface="Arial"/>
                <a:ea typeface="Arial"/>
                <a:cs typeface="Arial"/>
              </a:defRPr>
            </a:lvl2pPr>
            <a:lvl3pPr algn="l">
              <a:defRPr sz="2325" b="0">
                <a:solidFill>
                  <a:srgbClr val="1C1C1C"/>
                </a:solidFill>
                <a:latin typeface="Arial"/>
                <a:ea typeface="Arial"/>
                <a:cs typeface="Arial"/>
              </a:defRPr>
            </a:lvl3pPr>
            <a:lvl4pPr algn="l">
              <a:defRPr sz="2325" b="0">
                <a:solidFill>
                  <a:srgbClr val="1C1C1C"/>
                </a:solidFill>
                <a:latin typeface="Arial"/>
                <a:ea typeface="Arial"/>
                <a:cs typeface="Arial"/>
              </a:defRPr>
            </a:lvl4pPr>
            <a:lvl5pPr algn="l">
              <a:defRPr sz="2325" b="0">
                <a:solidFill>
                  <a:srgbClr val="1C1C1C"/>
                </a:solidFill>
                <a:latin typeface="Arial"/>
                <a:ea typeface="Arial"/>
                <a:cs typeface="Arial"/>
              </a:defRPr>
            </a:lvl5pPr>
            <a:lvl6pPr algn="l">
              <a:defRPr sz="2325" b="0">
                <a:solidFill>
                  <a:srgbClr val="1C1C1C"/>
                </a:solidFill>
                <a:latin typeface="Arial"/>
                <a:ea typeface="Arial"/>
                <a:cs typeface="Arial"/>
              </a:defRPr>
            </a:lvl6pPr>
            <a:lvl7pPr algn="l">
              <a:defRPr sz="2325" b="0">
                <a:solidFill>
                  <a:srgbClr val="1C1C1C"/>
                </a:solidFill>
                <a:latin typeface="Arial"/>
                <a:ea typeface="Arial"/>
                <a:cs typeface="Arial"/>
              </a:defRPr>
            </a:lvl7pPr>
            <a:lvl8pPr algn="l">
              <a:defRPr sz="2325" b="0">
                <a:solidFill>
                  <a:srgbClr val="1C1C1C"/>
                </a:solidFill>
                <a:latin typeface="Arial"/>
                <a:ea typeface="Arial"/>
                <a:cs typeface="Arial"/>
              </a:defRPr>
            </a:lvl8pPr>
            <a:lvl9pPr algn="l">
              <a:defRPr sz="2325" b="0">
                <a:solidFill>
                  <a:srgbClr val="1C1C1C"/>
                </a:solidFill>
                <a:latin typeface="Arial"/>
                <a:ea typeface="Arial"/>
                <a:cs typeface="Arial"/>
              </a:defRPr>
            </a:lvl9pPr>
          </a:lstStyle>
          <a:p>
            <a:pPr algn="l">
              <a:defRPr sz="2325" b="0">
                <a:solidFill>
                  <a:srgbClr val="1C1C1C"/>
                </a:solidFill>
                <a:latin typeface="Arial"/>
                <a:ea typeface="Arial"/>
                <a:cs typeface="Arial"/>
              </a:defRPr>
            </a:pPr>
            <a:r>
              <a:rPr sz="2325" b="0">
                <a:solidFill>
                  <a:srgbClr val="1C1C1C"/>
                </a:solidFill>
                <a:latin typeface="Arial"/>
                <a:ea typeface="Arial"/>
                <a:cs typeface="Arial"/>
              </a:rPr>
              <a:t>planning-notes.md → older capacity claim</a:t>
            </a:r>
          </a:p>
        </p:txBody>
      </p:sp>
      <p:sp>
        <p:nvSpPr>
          <p:cNvPr id="8" name="text-61">
            <a:extLst>
              <a:ext uri="{FF2B5EF4-FFF2-40B4-BE49-F238E27FC236}">
                <ns2:creationId id="{7C438F21-E98A-4577-859C-8FF945F34D82}"/>
              </a:ext>
            </a:extLst>
          </p:cNvPr>
          <p:cNvSpPr>
            <a:spLocks noGrp="1"/>
          </p:cNvSpPr>
          <p:nvPr/>
        </p:nvSpPr>
        <p:spPr>
          <a:xfrm>
            <a:off x="1123950" y="3990975"/>
            <a:ext cx="9906000" cy="542925"/>
          </a:xfrm>
          <a:prstGeom prst="rect">
            <a:avLst/>
          </a:prstGeom>
          <a:noFill/>
          <a:ln w="0">
            <a:noFill/>
          </a:ln>
        </p:spPr>
        <p:txBody>
          <a:bodyPr anchor="t">
            <a:noAutofit/>
          </a:bodyPr>
          <a:lstStyle>
            <a:defPPr algn="l">
              <a:defRPr sz="2325" b="0">
                <a:solidFill>
                  <a:srgbClr val="1C1C1C"/>
                </a:solidFill>
                <a:latin typeface="Arial"/>
                <a:ea typeface="Arial"/>
                <a:cs typeface="Arial"/>
              </a:defRPr>
            </a:defPPr>
            <a:lvl1pPr algn="l">
              <a:defRPr sz="2325" b="0">
                <a:solidFill>
                  <a:srgbClr val="1C1C1C"/>
                </a:solidFill>
                <a:latin typeface="Arial"/>
                <a:ea typeface="Arial"/>
                <a:cs typeface="Arial"/>
              </a:defRPr>
            </a:lvl1pPr>
            <a:lvl2pPr algn="l">
              <a:defRPr sz="2325" b="0">
                <a:solidFill>
                  <a:srgbClr val="1C1C1C"/>
                </a:solidFill>
                <a:latin typeface="Arial"/>
                <a:ea typeface="Arial"/>
                <a:cs typeface="Arial"/>
              </a:defRPr>
            </a:lvl2pPr>
            <a:lvl3pPr algn="l">
              <a:defRPr sz="2325" b="0">
                <a:solidFill>
                  <a:srgbClr val="1C1C1C"/>
                </a:solidFill>
                <a:latin typeface="Arial"/>
                <a:ea typeface="Arial"/>
                <a:cs typeface="Arial"/>
              </a:defRPr>
            </a:lvl3pPr>
            <a:lvl4pPr algn="l">
              <a:defRPr sz="2325" b="0">
                <a:solidFill>
                  <a:srgbClr val="1C1C1C"/>
                </a:solidFill>
                <a:latin typeface="Arial"/>
                <a:ea typeface="Arial"/>
                <a:cs typeface="Arial"/>
              </a:defRPr>
            </a:lvl4pPr>
            <a:lvl5pPr algn="l">
              <a:defRPr sz="2325" b="0">
                <a:solidFill>
                  <a:srgbClr val="1C1C1C"/>
                </a:solidFill>
                <a:latin typeface="Arial"/>
                <a:ea typeface="Arial"/>
                <a:cs typeface="Arial"/>
              </a:defRPr>
            </a:lvl5pPr>
            <a:lvl6pPr algn="l">
              <a:defRPr sz="2325" b="0">
                <a:solidFill>
                  <a:srgbClr val="1C1C1C"/>
                </a:solidFill>
                <a:latin typeface="Arial"/>
                <a:ea typeface="Arial"/>
                <a:cs typeface="Arial"/>
              </a:defRPr>
            </a:lvl6pPr>
            <a:lvl7pPr algn="l">
              <a:defRPr sz="2325" b="0">
                <a:solidFill>
                  <a:srgbClr val="1C1C1C"/>
                </a:solidFill>
                <a:latin typeface="Arial"/>
                <a:ea typeface="Arial"/>
                <a:cs typeface="Arial"/>
              </a:defRPr>
            </a:lvl7pPr>
            <a:lvl8pPr algn="l">
              <a:defRPr sz="2325" b="0">
                <a:solidFill>
                  <a:srgbClr val="1C1C1C"/>
                </a:solidFill>
                <a:latin typeface="Arial"/>
                <a:ea typeface="Arial"/>
                <a:cs typeface="Arial"/>
              </a:defRPr>
            </a:lvl8pPr>
            <a:lvl9pPr algn="l">
              <a:defRPr sz="2325" b="0">
                <a:solidFill>
                  <a:srgbClr val="1C1C1C"/>
                </a:solidFill>
                <a:latin typeface="Arial"/>
                <a:ea typeface="Arial"/>
                <a:cs typeface="Arial"/>
              </a:defRPr>
            </a:lvl9pPr>
          </a:lstStyle>
          <a:p>
            <a:pPr algn="l">
              <a:defRPr sz="2325" b="0">
                <a:solidFill>
                  <a:srgbClr val="1C1C1C"/>
                </a:solidFill>
                <a:latin typeface="Arial"/>
                <a:ea typeface="Arial"/>
                <a:cs typeface="Arial"/>
              </a:defRPr>
            </a:pPr>
            <a:r>
              <a:rPr sz="2325" b="0">
                <a:solidFill>
                  <a:srgbClr val="1C1C1C"/>
                </a:solidFill>
                <a:latin typeface="Arial"/>
                <a:ea typeface="Arial"/>
                <a:cs typeface="Arial"/>
              </a:rPr>
              <a:t>site.html → published-looking example</a:t>
            </a:r>
          </a:p>
        </p:txBody>
      </p:sp>
      <p:sp>
        <p:nvSpPr>
          <p:cNvPr id="9" name="text-62">
            <a:extLst>
              <a:ext uri="{FF2B5EF4-FFF2-40B4-BE49-F238E27FC236}">
                <ns2:creationId id="{B4F6DAE0-C5AF-4CE8-A205-CF916F9A7A6D}"/>
              </a:ext>
            </a:extLst>
          </p:cNvPr>
          <p:cNvSpPr>
            <a:spLocks noGrp="1"/>
          </p:cNvSpPr>
          <p:nvPr/>
        </p:nvSpPr>
        <p:spPr>
          <a:xfrm>
            <a:off x="1123950" y="4619625"/>
            <a:ext cx="9906000" cy="542925"/>
          </a:xfrm>
          <a:prstGeom prst="rect">
            <a:avLst/>
          </a:prstGeom>
          <a:noFill/>
          <a:ln w="0">
            <a:noFill/>
          </a:ln>
        </p:spPr>
        <p:txBody>
          <a:bodyPr anchor="t">
            <a:noAutofit/>
          </a:bodyPr>
          <a:lstStyle>
            <a:defPPr algn="l">
              <a:defRPr sz="2325" b="0">
                <a:solidFill>
                  <a:srgbClr val="1C1C1C"/>
                </a:solidFill>
                <a:latin typeface="Arial"/>
                <a:ea typeface="Arial"/>
                <a:cs typeface="Arial"/>
              </a:defRPr>
            </a:defPPr>
            <a:lvl1pPr algn="l">
              <a:defRPr sz="2325" b="0">
                <a:solidFill>
                  <a:srgbClr val="1C1C1C"/>
                </a:solidFill>
                <a:latin typeface="Arial"/>
                <a:ea typeface="Arial"/>
                <a:cs typeface="Arial"/>
              </a:defRPr>
            </a:lvl1pPr>
            <a:lvl2pPr algn="l">
              <a:defRPr sz="2325" b="0">
                <a:solidFill>
                  <a:srgbClr val="1C1C1C"/>
                </a:solidFill>
                <a:latin typeface="Arial"/>
                <a:ea typeface="Arial"/>
                <a:cs typeface="Arial"/>
              </a:defRPr>
            </a:lvl2pPr>
            <a:lvl3pPr algn="l">
              <a:defRPr sz="2325" b="0">
                <a:solidFill>
                  <a:srgbClr val="1C1C1C"/>
                </a:solidFill>
                <a:latin typeface="Arial"/>
                <a:ea typeface="Arial"/>
                <a:cs typeface="Arial"/>
              </a:defRPr>
            </a:lvl3pPr>
            <a:lvl4pPr algn="l">
              <a:defRPr sz="2325" b="0">
                <a:solidFill>
                  <a:srgbClr val="1C1C1C"/>
                </a:solidFill>
                <a:latin typeface="Arial"/>
                <a:ea typeface="Arial"/>
                <a:cs typeface="Arial"/>
              </a:defRPr>
            </a:lvl4pPr>
            <a:lvl5pPr algn="l">
              <a:defRPr sz="2325" b="0">
                <a:solidFill>
                  <a:srgbClr val="1C1C1C"/>
                </a:solidFill>
                <a:latin typeface="Arial"/>
                <a:ea typeface="Arial"/>
                <a:cs typeface="Arial"/>
              </a:defRPr>
            </a:lvl5pPr>
            <a:lvl6pPr algn="l">
              <a:defRPr sz="2325" b="0">
                <a:solidFill>
                  <a:srgbClr val="1C1C1C"/>
                </a:solidFill>
                <a:latin typeface="Arial"/>
                <a:ea typeface="Arial"/>
                <a:cs typeface="Arial"/>
              </a:defRPr>
            </a:lvl6pPr>
            <a:lvl7pPr algn="l">
              <a:defRPr sz="2325" b="0">
                <a:solidFill>
                  <a:srgbClr val="1C1C1C"/>
                </a:solidFill>
                <a:latin typeface="Arial"/>
                <a:ea typeface="Arial"/>
                <a:cs typeface="Arial"/>
              </a:defRPr>
            </a:lvl7pPr>
            <a:lvl8pPr algn="l">
              <a:defRPr sz="2325" b="0">
                <a:solidFill>
                  <a:srgbClr val="1C1C1C"/>
                </a:solidFill>
                <a:latin typeface="Arial"/>
                <a:ea typeface="Arial"/>
                <a:cs typeface="Arial"/>
              </a:defRPr>
            </a:lvl8pPr>
            <a:lvl9pPr algn="l">
              <a:defRPr sz="2325" b="0">
                <a:solidFill>
                  <a:srgbClr val="1C1C1C"/>
                </a:solidFill>
                <a:latin typeface="Arial"/>
                <a:ea typeface="Arial"/>
                <a:cs typeface="Arial"/>
              </a:defRPr>
            </a:lvl9pPr>
          </a:lstStyle>
          <a:p>
            <a:pPr algn="l">
              <a:defRPr sz="2325" b="0">
                <a:solidFill>
                  <a:srgbClr val="1C1C1C"/>
                </a:solidFill>
                <a:latin typeface="Arial"/>
                <a:ea typeface="Arial"/>
                <a:cs typeface="Arial"/>
              </a:defRPr>
            </a:pPr>
            <a:r>
              <a:rPr sz="2325" b="0">
                <a:solidFill>
                  <a:srgbClr val="1C1C1C"/>
                </a:solidFill>
                <a:latin typeface="Arial"/>
                <a:ea typeface="Arial"/>
                <a:cs typeface="Arial"/>
              </a:rPr>
              <a:t>Audit → discrepancy + next decision</a:t>
            </a:r>
          </a:p>
        </p:txBody>
      </p:sp>
    </p:spTree>
    <p:extLst>
      <p:ext uri="{BB962C8B-B14F-4D97-AF65-F5344CB8AC3E}">
        <ns3:creationId val="918819895"/>
      </p:ext>
    </p:extLst>
  </p:cSld>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8F5F0"/>
        </a:solidFill>
      </p:bgPr>
    </p:bg>
    <p:spTree>
      <p:nvGrpSpPr>
        <p:cNvPr id="1" name=""/>
        <p:cNvGrpSpPr/>
        <p:nvPr/>
      </p:nvGrpSpPr>
      <p:grpSpPr>
        <a:xfrm/>
      </p:grpSpPr>
      <p:sp>
        <p:nvSpPr>
          <p:cNvPr id="13" name="text-63">
            <a:extLst>
              <a:ext uri="{FF2B5EF4-FFF2-40B4-BE49-F238E27FC236}">
                <ns2:creationId id="{1472F324-C8E3-4225-8029-D46CBDCF522D}"/>
              </a:ext>
            </a:extLst>
          </p:cNvPr>
          <p:cNvSpPr>
            <a:spLocks noGrp="1"/>
          </p:cNvSpPr>
          <p:nvPr/>
        </p:nvSpPr>
        <p:spPr>
          <a:xfrm>
            <a:off x="609600" y="419100"/>
            <a:ext cx="10972800" cy="723900"/>
          </a:xfrm>
          <a:prstGeom prst="rect">
            <a:avLst/>
          </a:prstGeom>
          <a:noFill/>
          <a:ln w="0">
            <a:noFill/>
          </a:ln>
        </p:spPr>
        <p:txBody>
          <a:bodyPr anchor="t">
            <a:noAutofit/>
          </a:bodyPr>
          <a:lstStyle>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a:pPr algn="ctr">
              <a:defRPr sz="3600" b="1">
                <a:solidFill>
                  <a:srgbClr val="1C1C1C"/>
                </a:solidFill>
                <a:latin typeface="Arial"/>
                <a:ea typeface="Arial"/>
                <a:cs typeface="Arial"/>
              </a:defRPr>
            </a:pPr>
            <a:r>
              <a:rPr sz="3600" b="1">
                <a:solidFill>
                  <a:srgbClr val="1C1C1C"/>
                </a:solidFill>
                <a:latin typeface="Arial"/>
                <a:ea typeface="Arial"/>
                <a:cs typeface="Arial"/>
              </a:rPr>
              <a:t>Check before moving on</a:t>
            </a:r>
          </a:p>
        </p:txBody>
      </p:sp>
      <p:sp>
        <p:nvSpPr>
          <p:cNvPr id="2" name="text-64">
            <a:extLst>
              <a:ext uri="{FF2B5EF4-FFF2-40B4-BE49-F238E27FC236}">
                <ns2:creationId id="{0478A29B-DDFD-43E5-85BF-BCBDF55C5449}"/>
              </a:ext>
            </a:extLst>
          </p:cNvPr>
          <p:cNvSpPr>
            <a:spLocks noGrp="1"/>
          </p:cNvSpPr>
          <p:nvPr/>
        </p:nvSpPr>
        <p:spPr>
          <a:xfrm>
            <a:off x="609600" y="6486525"/>
            <a:ext cx="4286250" cy="228600"/>
          </a:xfrm>
          <a:prstGeom prst="rect">
            <a:avLst/>
          </a:prstGeom>
          <a:noFill/>
          <a:ln w="0">
            <a:noFill/>
          </a:ln>
        </p:spPr>
        <p:txBody>
          <a:bodyPr anchor="t">
            <a:noAutofit/>
          </a:bodyPr>
          <a:lstStyle>
            <a:defPPr algn="l">
              <a:defRPr sz="1125" b="0">
                <a:solidFill>
                  <a:srgbClr val="686868"/>
                </a:solidFill>
                <a:latin typeface="Arial"/>
                <a:ea typeface="Arial"/>
                <a:cs typeface="Arial"/>
              </a:defRPr>
            </a:defPPr>
            <a:lvl1pPr algn="l">
              <a:defRPr sz="1125" b="0">
                <a:solidFill>
                  <a:srgbClr val="686868"/>
                </a:solidFill>
                <a:latin typeface="Arial"/>
                <a:ea typeface="Arial"/>
                <a:cs typeface="Arial"/>
              </a:defRPr>
            </a:lvl1pPr>
            <a:lvl2pPr algn="l">
              <a:defRPr sz="1125" b="0">
                <a:solidFill>
                  <a:srgbClr val="686868"/>
                </a:solidFill>
                <a:latin typeface="Arial"/>
                <a:ea typeface="Arial"/>
                <a:cs typeface="Arial"/>
              </a:defRPr>
            </a:lvl2pPr>
            <a:lvl3pPr algn="l">
              <a:defRPr sz="1125" b="0">
                <a:solidFill>
                  <a:srgbClr val="686868"/>
                </a:solidFill>
                <a:latin typeface="Arial"/>
                <a:ea typeface="Arial"/>
                <a:cs typeface="Arial"/>
              </a:defRPr>
            </a:lvl3pPr>
            <a:lvl4pPr algn="l">
              <a:defRPr sz="1125" b="0">
                <a:solidFill>
                  <a:srgbClr val="686868"/>
                </a:solidFill>
                <a:latin typeface="Arial"/>
                <a:ea typeface="Arial"/>
                <a:cs typeface="Arial"/>
              </a:defRPr>
            </a:lvl4pPr>
            <a:lvl5pPr algn="l">
              <a:defRPr sz="1125" b="0">
                <a:solidFill>
                  <a:srgbClr val="686868"/>
                </a:solidFill>
                <a:latin typeface="Arial"/>
                <a:ea typeface="Arial"/>
                <a:cs typeface="Arial"/>
              </a:defRPr>
            </a:lvl5pPr>
            <a:lvl6pPr algn="l">
              <a:defRPr sz="1125" b="0">
                <a:solidFill>
                  <a:srgbClr val="686868"/>
                </a:solidFill>
                <a:latin typeface="Arial"/>
                <a:ea typeface="Arial"/>
                <a:cs typeface="Arial"/>
              </a:defRPr>
            </a:lvl6pPr>
            <a:lvl7pPr algn="l">
              <a:defRPr sz="1125" b="0">
                <a:solidFill>
                  <a:srgbClr val="686868"/>
                </a:solidFill>
                <a:latin typeface="Arial"/>
                <a:ea typeface="Arial"/>
                <a:cs typeface="Arial"/>
              </a:defRPr>
            </a:lvl7pPr>
            <a:lvl8pPr algn="l">
              <a:defRPr sz="1125" b="0">
                <a:solidFill>
                  <a:srgbClr val="686868"/>
                </a:solidFill>
                <a:latin typeface="Arial"/>
                <a:ea typeface="Arial"/>
                <a:cs typeface="Arial"/>
              </a:defRPr>
            </a:lvl8pPr>
            <a:lvl9pPr algn="l">
              <a:defRPr sz="1125" b="0">
                <a:solidFill>
                  <a:srgbClr val="686868"/>
                </a:solidFill>
                <a:latin typeface="Arial"/>
                <a:ea typeface="Arial"/>
                <a:cs typeface="Arial"/>
              </a:defRPr>
            </a:lvl9pPr>
          </a:lstStyle>
          <a:p>
            <a:pPr algn="l">
              <a:defRPr sz="1125" b="0">
                <a:solidFill>
                  <a:srgbClr val="686868"/>
                </a:solidFill>
                <a:latin typeface="Arial"/>
                <a:ea typeface="Arial"/>
                <a:cs typeface="Arial"/>
              </a:defRPr>
            </a:pPr>
            <a:r>
              <a:rPr sz="1125" b="0">
                <a:solidFill>
                  <a:srgbClr val="686868"/>
                </a:solidFill>
                <a:latin typeface="Arial"/>
                <a:ea typeface="Arial"/>
                <a:cs typeface="Arial"/>
              </a:rPr>
              <a:t>CODEX &amp; COFFEE</a:t>
            </a:r>
          </a:p>
        </p:txBody>
      </p:sp>
      <p:sp>
        <p:nvSpPr>
          <p:cNvPr id="3" name="text-65">
            <a:extLst>
              <a:ext uri="{FF2B5EF4-FFF2-40B4-BE49-F238E27FC236}">
                <ns2:creationId id="{BE157E62-CC73-4B6B-A7DC-2B2C18EE2BA2}"/>
              </a:ext>
            </a:extLst>
          </p:cNvPr>
          <p:cNvSpPr>
            <a:spLocks noGrp="1"/>
          </p:cNvSpPr>
          <p:nvPr/>
        </p:nvSpPr>
        <p:spPr>
          <a:xfrm>
            <a:off x="9525000" y="6486525"/>
            <a:ext cx="2057400" cy="228600"/>
          </a:xfrm>
          <a:prstGeom prst="rect">
            <a:avLst/>
          </a:prstGeom>
          <a:noFill/>
          <a:ln w="0">
            <a:noFill/>
          </a:ln>
        </p:spPr>
        <p:txBody>
          <a:bodyPr anchor="t">
            <a:noAutofit/>
          </a:bodyPr>
          <a:lstStyle>
            <a:defPPr algn="r">
              <a:defRPr sz="1125" b="0">
                <a:solidFill>
                  <a:srgbClr val="686868"/>
                </a:solidFill>
                <a:latin typeface="Arial"/>
                <a:ea typeface="Arial"/>
                <a:cs typeface="Arial"/>
              </a:defRPr>
            </a:defPPr>
            <a:lvl1pPr algn="r">
              <a:defRPr sz="1125" b="0">
                <a:solidFill>
                  <a:srgbClr val="686868"/>
                </a:solidFill>
                <a:latin typeface="Arial"/>
                <a:ea typeface="Arial"/>
                <a:cs typeface="Arial"/>
              </a:defRPr>
            </a:lvl1pPr>
            <a:lvl2pPr algn="r">
              <a:defRPr sz="1125" b="0">
                <a:solidFill>
                  <a:srgbClr val="686868"/>
                </a:solidFill>
                <a:latin typeface="Arial"/>
                <a:ea typeface="Arial"/>
                <a:cs typeface="Arial"/>
              </a:defRPr>
            </a:lvl2pPr>
            <a:lvl3pPr algn="r">
              <a:defRPr sz="1125" b="0">
                <a:solidFill>
                  <a:srgbClr val="686868"/>
                </a:solidFill>
                <a:latin typeface="Arial"/>
                <a:ea typeface="Arial"/>
                <a:cs typeface="Arial"/>
              </a:defRPr>
            </a:lvl3pPr>
            <a:lvl4pPr algn="r">
              <a:defRPr sz="1125" b="0">
                <a:solidFill>
                  <a:srgbClr val="686868"/>
                </a:solidFill>
                <a:latin typeface="Arial"/>
                <a:ea typeface="Arial"/>
                <a:cs typeface="Arial"/>
              </a:defRPr>
            </a:lvl4pPr>
            <a:lvl5pPr algn="r">
              <a:defRPr sz="1125" b="0">
                <a:solidFill>
                  <a:srgbClr val="686868"/>
                </a:solidFill>
                <a:latin typeface="Arial"/>
                <a:ea typeface="Arial"/>
                <a:cs typeface="Arial"/>
              </a:defRPr>
            </a:lvl5pPr>
            <a:lvl6pPr algn="r">
              <a:defRPr sz="1125" b="0">
                <a:solidFill>
                  <a:srgbClr val="686868"/>
                </a:solidFill>
                <a:latin typeface="Arial"/>
                <a:ea typeface="Arial"/>
                <a:cs typeface="Arial"/>
              </a:defRPr>
            </a:lvl6pPr>
            <a:lvl7pPr algn="r">
              <a:defRPr sz="1125" b="0">
                <a:solidFill>
                  <a:srgbClr val="686868"/>
                </a:solidFill>
                <a:latin typeface="Arial"/>
                <a:ea typeface="Arial"/>
                <a:cs typeface="Arial"/>
              </a:defRPr>
            </a:lvl7pPr>
            <a:lvl8pPr algn="r">
              <a:defRPr sz="1125" b="0">
                <a:solidFill>
                  <a:srgbClr val="686868"/>
                </a:solidFill>
                <a:latin typeface="Arial"/>
                <a:ea typeface="Arial"/>
                <a:cs typeface="Arial"/>
              </a:defRPr>
            </a:lvl8pPr>
            <a:lvl9pPr algn="r">
              <a:defRPr sz="1125" b="0">
                <a:solidFill>
                  <a:srgbClr val="686868"/>
                </a:solidFill>
                <a:latin typeface="Arial"/>
                <a:ea typeface="Arial"/>
                <a:cs typeface="Arial"/>
              </a:defRPr>
            </a:lvl9pPr>
          </a:lstStyle>
          <a:p>
            <a:pPr algn="r">
              <a:defRPr sz="1125" b="0">
                <a:solidFill>
                  <a:srgbClr val="686868"/>
                </a:solidFill>
                <a:latin typeface="Arial"/>
                <a:ea typeface="Arial"/>
                <a:cs typeface="Arial"/>
              </a:defRPr>
            </a:pPr>
            <a:r>
              <a:rPr sz="1125" b="0">
                <a:solidFill>
                  <a:srgbClr val="686868"/>
                </a:solidFill>
                <a:latin typeface="Arial"/>
                <a:ea typeface="Arial"/>
                <a:cs typeface="Arial"/>
              </a:rPr>
              <a:t>DAY 01  ·  9</a:t>
            </a:r>
          </a:p>
        </p:txBody>
      </p:sp>
      <p:sp>
        <p:nvSpPr>
          <p:cNvPr id="4" name="marker-66">
            <a:extLst>
              <a:ext uri="{FF2B5EF4-FFF2-40B4-BE49-F238E27FC236}">
                <ns2:creationId id="{32F7624A-83EF-4B1E-90F4-DD8A0D4B2C15}"/>
              </a:ext>
            </a:extLst>
          </p:cNvPr>
          <p:cNvSpPr>
            <a:spLocks noGrp="1"/>
          </p:cNvSpPr>
          <p:nvPr/>
        </p:nvSpPr>
        <p:spPr>
          <a:xfrm>
            <a:off x="838200" y="2038350"/>
            <a:ext cx="381000" cy="381000"/>
          </a:xfrm>
          <a:prstGeom prst="ellipse">
            <a:avLst/>
          </a:prstGeom>
          <a:solidFill>
            <a:srgbClr val="D1372D"/>
          </a:solidFill>
          <a:ln w="0">
            <a:noFill/>
          </a:ln>
        </p:spPr>
      </p:sp>
      <p:sp>
        <p:nvSpPr>
          <p:cNvPr id="5" name="text-67">
            <a:extLst>
              <a:ext uri="{FF2B5EF4-FFF2-40B4-BE49-F238E27FC236}">
                <ns2:creationId id="{A5F210E1-818B-44F4-A92F-747AFFBBF1DC}"/>
              </a:ext>
            </a:extLst>
          </p:cNvPr>
          <p:cNvSpPr>
            <a:spLocks noGrp="1"/>
          </p:cNvSpPr>
          <p:nvPr/>
        </p:nvSpPr>
        <p:spPr>
          <a:xfrm>
            <a:off x="838200" y="2076450"/>
            <a:ext cx="381000" cy="295275"/>
          </a:xfrm>
          <a:prstGeom prst="rect">
            <a:avLst/>
          </a:prstGeom>
          <a:noFill/>
          <a:ln w="0">
            <a:noFill/>
          </a:ln>
        </p:spPr>
        <p:txBody>
          <a:bodyPr anchor="t">
            <a:noAutofit/>
          </a:bodyPr>
          <a:lstStyle>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1</a:t>
            </a:r>
          </a:p>
        </p:txBody>
      </p:sp>
      <p:sp>
        <p:nvSpPr>
          <p:cNvPr id="6" name="text-68">
            <a:extLst>
              <a:ext uri="{FF2B5EF4-FFF2-40B4-BE49-F238E27FC236}">
                <ns2:creationId id="{19C15C5C-6B98-47FD-8E0C-79FDC345E3E9}"/>
              </a:ext>
            </a:extLst>
          </p:cNvPr>
          <p:cNvSpPr>
            <a:spLocks noGrp="1"/>
          </p:cNvSpPr>
          <p:nvPr/>
        </p:nvSpPr>
        <p:spPr>
          <a:xfrm>
            <a:off x="1466850" y="2019300"/>
            <a:ext cx="9848850" cy="876300"/>
          </a:xfrm>
          <a:prstGeom prst="rect">
            <a:avLst/>
          </a:prstGeom>
          <a:noFill/>
          <a:ln w="0">
            <a:noFill/>
          </a:ln>
        </p:spPr>
        <p:txBody>
          <a:bodyPr anchor="t">
            <a:noAutofit/>
          </a:bodyPr>
          <a:lstStyle>
            <a:defPPr algn="l">
              <a:defRPr sz="2475" b="0">
                <a:solidFill>
                  <a:srgbClr val="1C1C1C"/>
                </a:solidFill>
                <a:latin typeface="Arial"/>
                <a:ea typeface="Arial"/>
                <a:cs typeface="Arial"/>
              </a:defRPr>
            </a:defPPr>
            <a:lvl1pPr algn="l">
              <a:defRPr sz="2475" b="0">
                <a:solidFill>
                  <a:srgbClr val="1C1C1C"/>
                </a:solidFill>
                <a:latin typeface="Arial"/>
                <a:ea typeface="Arial"/>
                <a:cs typeface="Arial"/>
              </a:defRPr>
            </a:lvl1pPr>
            <a:lvl2pPr algn="l">
              <a:defRPr sz="2475" b="0">
                <a:solidFill>
                  <a:srgbClr val="1C1C1C"/>
                </a:solidFill>
                <a:latin typeface="Arial"/>
                <a:ea typeface="Arial"/>
                <a:cs typeface="Arial"/>
              </a:defRPr>
            </a:lvl2pPr>
            <a:lvl3pPr algn="l">
              <a:defRPr sz="2475" b="0">
                <a:solidFill>
                  <a:srgbClr val="1C1C1C"/>
                </a:solidFill>
                <a:latin typeface="Arial"/>
                <a:ea typeface="Arial"/>
                <a:cs typeface="Arial"/>
              </a:defRPr>
            </a:lvl3pPr>
            <a:lvl4pPr algn="l">
              <a:defRPr sz="2475" b="0">
                <a:solidFill>
                  <a:srgbClr val="1C1C1C"/>
                </a:solidFill>
                <a:latin typeface="Arial"/>
                <a:ea typeface="Arial"/>
                <a:cs typeface="Arial"/>
              </a:defRPr>
            </a:lvl4pPr>
            <a:lvl5pPr algn="l">
              <a:defRPr sz="2475" b="0">
                <a:solidFill>
                  <a:srgbClr val="1C1C1C"/>
                </a:solidFill>
                <a:latin typeface="Arial"/>
                <a:ea typeface="Arial"/>
                <a:cs typeface="Arial"/>
              </a:defRPr>
            </a:lvl5pPr>
            <a:lvl6pPr algn="l">
              <a:defRPr sz="2475" b="0">
                <a:solidFill>
                  <a:srgbClr val="1C1C1C"/>
                </a:solidFill>
                <a:latin typeface="Arial"/>
                <a:ea typeface="Arial"/>
                <a:cs typeface="Arial"/>
              </a:defRPr>
            </a:lvl6pPr>
            <a:lvl7pPr algn="l">
              <a:defRPr sz="2475" b="0">
                <a:solidFill>
                  <a:srgbClr val="1C1C1C"/>
                </a:solidFill>
                <a:latin typeface="Arial"/>
                <a:ea typeface="Arial"/>
                <a:cs typeface="Arial"/>
              </a:defRPr>
            </a:lvl7pPr>
            <a:lvl8pPr algn="l">
              <a:defRPr sz="2475" b="0">
                <a:solidFill>
                  <a:srgbClr val="1C1C1C"/>
                </a:solidFill>
                <a:latin typeface="Arial"/>
                <a:ea typeface="Arial"/>
                <a:cs typeface="Arial"/>
              </a:defRPr>
            </a:lvl8pPr>
            <a:lvl9pPr algn="l">
              <a:defRPr sz="2475" b="0">
                <a:solidFill>
                  <a:srgbClr val="1C1C1C"/>
                </a:solidFill>
                <a:latin typeface="Arial"/>
                <a:ea typeface="Arial"/>
                <a:cs typeface="Arial"/>
              </a:defRPr>
            </a:lvl9pPr>
          </a:lstStyle>
          <a:p>
            <a:pPr algn="l">
              <a:defRPr sz="2475" b="0">
                <a:solidFill>
                  <a:srgbClr val="1C1C1C"/>
                </a:solidFill>
                <a:latin typeface="Arial"/>
                <a:ea typeface="Arial"/>
                <a:cs typeface="Arial"/>
              </a:defRPr>
            </a:pPr>
            <a:r>
              <a:rPr sz="2475" b="0">
                <a:solidFill>
                  <a:srgbClr val="1C1C1C"/>
                </a:solidFill>
                <a:latin typeface="Arial"/>
                <a:ea typeface="Arial"/>
                <a:cs typeface="Arial"/>
              </a:rPr>
              <a:t>No files changed during the audit</a:t>
            </a:r>
          </a:p>
        </p:txBody>
      </p:sp>
      <p:sp>
        <p:nvSpPr>
          <p:cNvPr id="7" name="marker-69">
            <a:extLst>
              <a:ext uri="{FF2B5EF4-FFF2-40B4-BE49-F238E27FC236}">
                <ns2:creationId id="{ADF7C926-AE16-4F25-8809-5A046AC0FDC7}"/>
              </a:ext>
            </a:extLst>
          </p:cNvPr>
          <p:cNvSpPr>
            <a:spLocks noGrp="1"/>
          </p:cNvSpPr>
          <p:nvPr/>
        </p:nvSpPr>
        <p:spPr>
          <a:xfrm>
            <a:off x="838200" y="3305175"/>
            <a:ext cx="381000" cy="381000"/>
          </a:xfrm>
          <a:prstGeom prst="ellipse">
            <a:avLst/>
          </a:prstGeom>
          <a:solidFill>
            <a:srgbClr val="D1372D"/>
          </a:solidFill>
          <a:ln w="0">
            <a:noFill/>
          </a:ln>
        </p:spPr>
      </p:sp>
      <p:sp>
        <p:nvSpPr>
          <p:cNvPr id="8" name="text-70">
            <a:extLst>
              <a:ext uri="{FF2B5EF4-FFF2-40B4-BE49-F238E27FC236}">
                <ns2:creationId id="{1CB02A5B-AD0C-405F-A6BA-2B84E4566220}"/>
              </a:ext>
            </a:extLst>
          </p:cNvPr>
          <p:cNvSpPr>
            <a:spLocks noGrp="1"/>
          </p:cNvSpPr>
          <p:nvPr/>
        </p:nvSpPr>
        <p:spPr>
          <a:xfrm>
            <a:off x="838200" y="3343275"/>
            <a:ext cx="381000" cy="295275"/>
          </a:xfrm>
          <a:prstGeom prst="rect">
            <a:avLst/>
          </a:prstGeom>
          <a:noFill/>
          <a:ln w="0">
            <a:noFill/>
          </a:ln>
        </p:spPr>
        <p:txBody>
          <a:bodyPr anchor="t">
            <a:noAutofit/>
          </a:bodyPr>
          <a:lstStyle>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2</a:t>
            </a:r>
          </a:p>
        </p:txBody>
      </p:sp>
      <p:sp>
        <p:nvSpPr>
          <p:cNvPr id="9" name="text-71">
            <a:extLst>
              <a:ext uri="{FF2B5EF4-FFF2-40B4-BE49-F238E27FC236}">
                <ns2:creationId id="{99D20890-3A65-4BB3-8E6E-77E8612F7085}"/>
              </a:ext>
            </a:extLst>
          </p:cNvPr>
          <p:cNvSpPr>
            <a:spLocks noGrp="1"/>
          </p:cNvSpPr>
          <p:nvPr/>
        </p:nvSpPr>
        <p:spPr>
          <a:xfrm>
            <a:off x="1466850" y="3286125"/>
            <a:ext cx="9848850" cy="876300"/>
          </a:xfrm>
          <a:prstGeom prst="rect">
            <a:avLst/>
          </a:prstGeom>
          <a:noFill/>
          <a:ln w="0">
            <a:noFill/>
          </a:ln>
        </p:spPr>
        <p:txBody>
          <a:bodyPr anchor="t">
            <a:noAutofit/>
          </a:bodyPr>
          <a:lstStyle>
            <a:defPPr algn="l">
              <a:defRPr sz="2475" b="0">
                <a:solidFill>
                  <a:srgbClr val="1C1C1C"/>
                </a:solidFill>
                <a:latin typeface="Arial"/>
                <a:ea typeface="Arial"/>
                <a:cs typeface="Arial"/>
              </a:defRPr>
            </a:defPPr>
            <a:lvl1pPr algn="l">
              <a:defRPr sz="2475" b="0">
                <a:solidFill>
                  <a:srgbClr val="1C1C1C"/>
                </a:solidFill>
                <a:latin typeface="Arial"/>
                <a:ea typeface="Arial"/>
                <a:cs typeface="Arial"/>
              </a:defRPr>
            </a:lvl1pPr>
            <a:lvl2pPr algn="l">
              <a:defRPr sz="2475" b="0">
                <a:solidFill>
                  <a:srgbClr val="1C1C1C"/>
                </a:solidFill>
                <a:latin typeface="Arial"/>
                <a:ea typeface="Arial"/>
                <a:cs typeface="Arial"/>
              </a:defRPr>
            </a:lvl2pPr>
            <a:lvl3pPr algn="l">
              <a:defRPr sz="2475" b="0">
                <a:solidFill>
                  <a:srgbClr val="1C1C1C"/>
                </a:solidFill>
                <a:latin typeface="Arial"/>
                <a:ea typeface="Arial"/>
                <a:cs typeface="Arial"/>
              </a:defRPr>
            </a:lvl3pPr>
            <a:lvl4pPr algn="l">
              <a:defRPr sz="2475" b="0">
                <a:solidFill>
                  <a:srgbClr val="1C1C1C"/>
                </a:solidFill>
                <a:latin typeface="Arial"/>
                <a:ea typeface="Arial"/>
                <a:cs typeface="Arial"/>
              </a:defRPr>
            </a:lvl4pPr>
            <a:lvl5pPr algn="l">
              <a:defRPr sz="2475" b="0">
                <a:solidFill>
                  <a:srgbClr val="1C1C1C"/>
                </a:solidFill>
                <a:latin typeface="Arial"/>
                <a:ea typeface="Arial"/>
                <a:cs typeface="Arial"/>
              </a:defRPr>
            </a:lvl5pPr>
            <a:lvl6pPr algn="l">
              <a:defRPr sz="2475" b="0">
                <a:solidFill>
                  <a:srgbClr val="1C1C1C"/>
                </a:solidFill>
                <a:latin typeface="Arial"/>
                <a:ea typeface="Arial"/>
                <a:cs typeface="Arial"/>
              </a:defRPr>
            </a:lvl6pPr>
            <a:lvl7pPr algn="l">
              <a:defRPr sz="2475" b="0">
                <a:solidFill>
                  <a:srgbClr val="1C1C1C"/>
                </a:solidFill>
                <a:latin typeface="Arial"/>
                <a:ea typeface="Arial"/>
                <a:cs typeface="Arial"/>
              </a:defRPr>
            </a:lvl7pPr>
            <a:lvl8pPr algn="l">
              <a:defRPr sz="2475" b="0">
                <a:solidFill>
                  <a:srgbClr val="1C1C1C"/>
                </a:solidFill>
                <a:latin typeface="Arial"/>
                <a:ea typeface="Arial"/>
                <a:cs typeface="Arial"/>
              </a:defRPr>
            </a:lvl8pPr>
            <a:lvl9pPr algn="l">
              <a:defRPr sz="2475" b="0">
                <a:solidFill>
                  <a:srgbClr val="1C1C1C"/>
                </a:solidFill>
                <a:latin typeface="Arial"/>
                <a:ea typeface="Arial"/>
                <a:cs typeface="Arial"/>
              </a:defRPr>
            </a:lvl9pPr>
          </a:lstStyle>
          <a:p>
            <a:pPr algn="l">
              <a:defRPr sz="2475" b="0">
                <a:solidFill>
                  <a:srgbClr val="1C1C1C"/>
                </a:solidFill>
                <a:latin typeface="Arial"/>
                <a:ea typeface="Arial"/>
                <a:cs typeface="Arial"/>
              </a:defRPr>
            </a:pPr>
            <a:r>
              <a:rPr sz="2475" b="0">
                <a:solidFill>
                  <a:srgbClr val="1C1C1C"/>
                </a:solidFill>
                <a:latin typeface="Arial"/>
                <a:ea typeface="Arial"/>
                <a:cs typeface="Arial"/>
              </a:rPr>
              <a:t>Every finding has a path or is marked unknown</a:t>
            </a:r>
          </a:p>
        </p:txBody>
      </p:sp>
      <p:sp>
        <p:nvSpPr>
          <p:cNvPr id="10" name="marker-72">
            <a:extLst>
              <a:ext uri="{FF2B5EF4-FFF2-40B4-BE49-F238E27FC236}">
                <ns2:creationId id="{EA686EE9-B4C5-4575-8ADD-BF02181741F2}"/>
              </a:ext>
            </a:extLst>
          </p:cNvPr>
          <p:cNvSpPr>
            <a:spLocks noGrp="1"/>
          </p:cNvSpPr>
          <p:nvPr/>
        </p:nvSpPr>
        <p:spPr>
          <a:xfrm>
            <a:off x="838200" y="4572000"/>
            <a:ext cx="381000" cy="381000"/>
          </a:xfrm>
          <a:prstGeom prst="ellipse">
            <a:avLst/>
          </a:prstGeom>
          <a:solidFill>
            <a:srgbClr val="D1372D"/>
          </a:solidFill>
          <a:ln w="0">
            <a:noFill/>
          </a:ln>
        </p:spPr>
      </p:sp>
      <p:sp>
        <p:nvSpPr>
          <p:cNvPr id="11" name="text-73">
            <a:extLst>
              <a:ext uri="{FF2B5EF4-FFF2-40B4-BE49-F238E27FC236}">
                <ns2:creationId id="{D861FEC4-2E0B-4F3F-B2AB-0D5ED59AB498}"/>
              </a:ext>
            </a:extLst>
          </p:cNvPr>
          <p:cNvSpPr>
            <a:spLocks noGrp="1"/>
          </p:cNvSpPr>
          <p:nvPr/>
        </p:nvSpPr>
        <p:spPr>
          <a:xfrm>
            <a:off x="838200" y="4610100"/>
            <a:ext cx="381000" cy="295275"/>
          </a:xfrm>
          <a:prstGeom prst="rect">
            <a:avLst/>
          </a:prstGeom>
          <a:noFill/>
          <a:ln w="0">
            <a:noFill/>
          </a:ln>
        </p:spPr>
        <p:txBody>
          <a:bodyPr anchor="t">
            <a:noAutofit/>
          </a:bodyPr>
          <a:lstStyle>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3</a:t>
            </a:r>
          </a:p>
        </p:txBody>
      </p:sp>
      <p:sp>
        <p:nvSpPr>
          <p:cNvPr id="12" name="text-74">
            <a:extLst>
              <a:ext uri="{FF2B5EF4-FFF2-40B4-BE49-F238E27FC236}">
                <ns2:creationId id="{A08C183C-E49A-4448-8E75-AE73255B1C4F}"/>
              </a:ext>
            </a:extLst>
          </p:cNvPr>
          <p:cNvSpPr>
            <a:spLocks noGrp="1"/>
          </p:cNvSpPr>
          <p:nvPr/>
        </p:nvSpPr>
        <p:spPr>
          <a:xfrm>
            <a:off x="1466850" y="4552950"/>
            <a:ext cx="9848850" cy="876300"/>
          </a:xfrm>
          <a:prstGeom prst="rect">
            <a:avLst/>
          </a:prstGeom>
          <a:noFill/>
          <a:ln w="0">
            <a:noFill/>
          </a:ln>
        </p:spPr>
        <p:txBody>
          <a:bodyPr anchor="t">
            <a:noAutofit/>
          </a:bodyPr>
          <a:lstStyle>
            <a:defPPr algn="l">
              <a:defRPr sz="2475" b="0">
                <a:solidFill>
                  <a:srgbClr val="1C1C1C"/>
                </a:solidFill>
                <a:latin typeface="Arial"/>
                <a:ea typeface="Arial"/>
                <a:cs typeface="Arial"/>
              </a:defRPr>
            </a:defPPr>
            <a:lvl1pPr algn="l">
              <a:defRPr sz="2475" b="0">
                <a:solidFill>
                  <a:srgbClr val="1C1C1C"/>
                </a:solidFill>
                <a:latin typeface="Arial"/>
                <a:ea typeface="Arial"/>
                <a:cs typeface="Arial"/>
              </a:defRPr>
            </a:lvl1pPr>
            <a:lvl2pPr algn="l">
              <a:defRPr sz="2475" b="0">
                <a:solidFill>
                  <a:srgbClr val="1C1C1C"/>
                </a:solidFill>
                <a:latin typeface="Arial"/>
                <a:ea typeface="Arial"/>
                <a:cs typeface="Arial"/>
              </a:defRPr>
            </a:lvl2pPr>
            <a:lvl3pPr algn="l">
              <a:defRPr sz="2475" b="0">
                <a:solidFill>
                  <a:srgbClr val="1C1C1C"/>
                </a:solidFill>
                <a:latin typeface="Arial"/>
                <a:ea typeface="Arial"/>
                <a:cs typeface="Arial"/>
              </a:defRPr>
            </a:lvl3pPr>
            <a:lvl4pPr algn="l">
              <a:defRPr sz="2475" b="0">
                <a:solidFill>
                  <a:srgbClr val="1C1C1C"/>
                </a:solidFill>
                <a:latin typeface="Arial"/>
                <a:ea typeface="Arial"/>
                <a:cs typeface="Arial"/>
              </a:defRPr>
            </a:lvl4pPr>
            <a:lvl5pPr algn="l">
              <a:defRPr sz="2475" b="0">
                <a:solidFill>
                  <a:srgbClr val="1C1C1C"/>
                </a:solidFill>
                <a:latin typeface="Arial"/>
                <a:ea typeface="Arial"/>
                <a:cs typeface="Arial"/>
              </a:defRPr>
            </a:lvl5pPr>
            <a:lvl6pPr algn="l">
              <a:defRPr sz="2475" b="0">
                <a:solidFill>
                  <a:srgbClr val="1C1C1C"/>
                </a:solidFill>
                <a:latin typeface="Arial"/>
                <a:ea typeface="Arial"/>
                <a:cs typeface="Arial"/>
              </a:defRPr>
            </a:lvl6pPr>
            <a:lvl7pPr algn="l">
              <a:defRPr sz="2475" b="0">
                <a:solidFill>
                  <a:srgbClr val="1C1C1C"/>
                </a:solidFill>
                <a:latin typeface="Arial"/>
                <a:ea typeface="Arial"/>
                <a:cs typeface="Arial"/>
              </a:defRPr>
            </a:lvl7pPr>
            <a:lvl8pPr algn="l">
              <a:defRPr sz="2475" b="0">
                <a:solidFill>
                  <a:srgbClr val="1C1C1C"/>
                </a:solidFill>
                <a:latin typeface="Arial"/>
                <a:ea typeface="Arial"/>
                <a:cs typeface="Arial"/>
              </a:defRPr>
            </a:lvl8pPr>
            <a:lvl9pPr algn="l">
              <a:defRPr sz="2475" b="0">
                <a:solidFill>
                  <a:srgbClr val="1C1C1C"/>
                </a:solidFill>
                <a:latin typeface="Arial"/>
                <a:ea typeface="Arial"/>
                <a:cs typeface="Arial"/>
              </a:defRPr>
            </a:lvl9pPr>
          </a:lstStyle>
          <a:p>
            <a:pPr algn="l">
              <a:defRPr sz="2475" b="0">
                <a:solidFill>
                  <a:srgbClr val="1C1C1C"/>
                </a:solidFill>
                <a:latin typeface="Arial"/>
                <a:ea typeface="Arial"/>
                <a:cs typeface="Arial"/>
              </a:defRPr>
            </a:pPr>
            <a:r>
              <a:rPr sz="2475" b="0">
                <a:solidFill>
                  <a:srgbClr val="1C1C1C"/>
                </a:solidFill>
                <a:latin typeface="Arial"/>
                <a:ea typeface="Arial"/>
                <a:cs typeface="Arial"/>
              </a:rPr>
              <a:t>The proposed task has a visible success check</a:t>
            </a:r>
          </a:p>
        </p:txBody>
      </p:sp>
    </p:spTree>
    <p:extLst>
      <p:ext uri="{BB962C8B-B14F-4D97-AF65-F5344CB8AC3E}">
        <ns3:creationId val="1049754511"/>
      </p:ext>
    </p:extLst>
  </p:cSld>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8F5F0"/>
        </a:solidFill>
      </p:bgPr>
    </p:bg>
    <p:spTree>
      <p:nvGrpSpPr>
        <p:cNvPr id="1" name=""/>
        <p:cNvGrpSpPr/>
        <p:nvPr/>
      </p:nvGrpSpPr>
      <p:grpSpPr>
        <a:xfrm/>
      </p:grpSpPr>
      <p:sp>
        <p:nvSpPr>
          <p:cNvPr id="9" name="text-75">
            <a:extLst>
              <a:ext uri="{FF2B5EF4-FFF2-40B4-BE49-F238E27FC236}">
                <ns2:creationId id="{487B56A4-5988-4143-8E61-7673470463C1}"/>
              </a:ext>
            </a:extLst>
          </p:cNvPr>
          <p:cNvSpPr>
            <a:spLocks noGrp="1"/>
          </p:cNvSpPr>
          <p:nvPr/>
        </p:nvSpPr>
        <p:spPr>
          <a:xfrm>
            <a:off x="609600" y="419100"/>
            <a:ext cx="10972800" cy="723900"/>
          </a:xfrm>
          <a:prstGeom prst="rect">
            <a:avLst/>
          </a:prstGeom>
          <a:noFill/>
          <a:ln w="0">
            <a:noFill/>
          </a:ln>
        </p:spPr>
        <p:txBody>
          <a:bodyPr anchor="t">
            <a:noAutofit/>
          </a:bodyPr>
          <a:lstStyle>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a:pPr algn="ctr">
              <a:defRPr sz="3600" b="1">
                <a:solidFill>
                  <a:srgbClr val="1C1C1C"/>
                </a:solidFill>
                <a:latin typeface="Arial"/>
                <a:ea typeface="Arial"/>
                <a:cs typeface="Arial"/>
              </a:defRPr>
            </a:pPr>
            <a:r>
              <a:rPr sz="3600" b="1">
                <a:solidFill>
                  <a:srgbClr val="1C1C1C"/>
                </a:solidFill>
                <a:latin typeface="Arial"/>
                <a:ea typeface="Arial"/>
                <a:cs typeface="Arial"/>
              </a:rPr>
              <a:t>Take the method to your own work</a:t>
            </a:r>
          </a:p>
        </p:txBody>
      </p:sp>
      <p:sp>
        <p:nvSpPr>
          <p:cNvPr id="2" name="text-76">
            <a:extLst>
              <a:ext uri="{FF2B5EF4-FFF2-40B4-BE49-F238E27FC236}">
                <ns2:creationId id="{18F3704F-B6AF-4D3D-9FA1-2E62B123DDDC}"/>
              </a:ext>
            </a:extLst>
          </p:cNvPr>
          <p:cNvSpPr>
            <a:spLocks noGrp="1"/>
          </p:cNvSpPr>
          <p:nvPr/>
        </p:nvSpPr>
        <p:spPr>
          <a:xfrm>
            <a:off x="609600" y="6486525"/>
            <a:ext cx="4286250" cy="228600"/>
          </a:xfrm>
          <a:prstGeom prst="rect">
            <a:avLst/>
          </a:prstGeom>
          <a:noFill/>
          <a:ln w="0">
            <a:noFill/>
          </a:ln>
        </p:spPr>
        <p:txBody>
          <a:bodyPr anchor="t">
            <a:noAutofit/>
          </a:bodyPr>
          <a:lstStyle>
            <a:defPPr algn="l">
              <a:defRPr sz="1125" b="0">
                <a:solidFill>
                  <a:srgbClr val="686868"/>
                </a:solidFill>
                <a:latin typeface="Arial"/>
                <a:ea typeface="Arial"/>
                <a:cs typeface="Arial"/>
              </a:defRPr>
            </a:defPPr>
            <a:lvl1pPr algn="l">
              <a:defRPr sz="1125" b="0">
                <a:solidFill>
                  <a:srgbClr val="686868"/>
                </a:solidFill>
                <a:latin typeface="Arial"/>
                <a:ea typeface="Arial"/>
                <a:cs typeface="Arial"/>
              </a:defRPr>
            </a:lvl1pPr>
            <a:lvl2pPr algn="l">
              <a:defRPr sz="1125" b="0">
                <a:solidFill>
                  <a:srgbClr val="686868"/>
                </a:solidFill>
                <a:latin typeface="Arial"/>
                <a:ea typeface="Arial"/>
                <a:cs typeface="Arial"/>
              </a:defRPr>
            </a:lvl2pPr>
            <a:lvl3pPr algn="l">
              <a:defRPr sz="1125" b="0">
                <a:solidFill>
                  <a:srgbClr val="686868"/>
                </a:solidFill>
                <a:latin typeface="Arial"/>
                <a:ea typeface="Arial"/>
                <a:cs typeface="Arial"/>
              </a:defRPr>
            </a:lvl3pPr>
            <a:lvl4pPr algn="l">
              <a:defRPr sz="1125" b="0">
                <a:solidFill>
                  <a:srgbClr val="686868"/>
                </a:solidFill>
                <a:latin typeface="Arial"/>
                <a:ea typeface="Arial"/>
                <a:cs typeface="Arial"/>
              </a:defRPr>
            </a:lvl4pPr>
            <a:lvl5pPr algn="l">
              <a:defRPr sz="1125" b="0">
                <a:solidFill>
                  <a:srgbClr val="686868"/>
                </a:solidFill>
                <a:latin typeface="Arial"/>
                <a:ea typeface="Arial"/>
                <a:cs typeface="Arial"/>
              </a:defRPr>
            </a:lvl5pPr>
            <a:lvl6pPr algn="l">
              <a:defRPr sz="1125" b="0">
                <a:solidFill>
                  <a:srgbClr val="686868"/>
                </a:solidFill>
                <a:latin typeface="Arial"/>
                <a:ea typeface="Arial"/>
                <a:cs typeface="Arial"/>
              </a:defRPr>
            </a:lvl6pPr>
            <a:lvl7pPr algn="l">
              <a:defRPr sz="1125" b="0">
                <a:solidFill>
                  <a:srgbClr val="686868"/>
                </a:solidFill>
                <a:latin typeface="Arial"/>
                <a:ea typeface="Arial"/>
                <a:cs typeface="Arial"/>
              </a:defRPr>
            </a:lvl7pPr>
            <a:lvl8pPr algn="l">
              <a:defRPr sz="1125" b="0">
                <a:solidFill>
                  <a:srgbClr val="686868"/>
                </a:solidFill>
                <a:latin typeface="Arial"/>
                <a:ea typeface="Arial"/>
                <a:cs typeface="Arial"/>
              </a:defRPr>
            </a:lvl8pPr>
            <a:lvl9pPr algn="l">
              <a:defRPr sz="1125" b="0">
                <a:solidFill>
                  <a:srgbClr val="686868"/>
                </a:solidFill>
                <a:latin typeface="Arial"/>
                <a:ea typeface="Arial"/>
                <a:cs typeface="Arial"/>
              </a:defRPr>
            </a:lvl9pPr>
          </a:lstStyle>
          <a:p>
            <a:pPr algn="l">
              <a:defRPr sz="1125" b="0">
                <a:solidFill>
                  <a:srgbClr val="686868"/>
                </a:solidFill>
                <a:latin typeface="Arial"/>
                <a:ea typeface="Arial"/>
                <a:cs typeface="Arial"/>
              </a:defRPr>
            </a:pPr>
            <a:r>
              <a:rPr sz="1125" b="0">
                <a:solidFill>
                  <a:srgbClr val="686868"/>
                </a:solidFill>
                <a:latin typeface="Arial"/>
                <a:ea typeface="Arial"/>
                <a:cs typeface="Arial"/>
              </a:rPr>
              <a:t>CODEX &amp; COFFEE</a:t>
            </a:r>
          </a:p>
        </p:txBody>
      </p:sp>
      <p:sp>
        <p:nvSpPr>
          <p:cNvPr id="3" name="text-77">
            <a:extLst>
              <a:ext uri="{FF2B5EF4-FFF2-40B4-BE49-F238E27FC236}">
                <ns2:creationId id="{80A8411D-9B7D-4771-B2B1-C45A46697EE8}"/>
              </a:ext>
            </a:extLst>
          </p:cNvPr>
          <p:cNvSpPr>
            <a:spLocks noGrp="1"/>
          </p:cNvSpPr>
          <p:nvPr/>
        </p:nvSpPr>
        <p:spPr>
          <a:xfrm>
            <a:off x="9525000" y="6486525"/>
            <a:ext cx="2057400" cy="228600"/>
          </a:xfrm>
          <a:prstGeom prst="rect">
            <a:avLst/>
          </a:prstGeom>
          <a:noFill/>
          <a:ln w="0">
            <a:noFill/>
          </a:ln>
        </p:spPr>
        <p:txBody>
          <a:bodyPr anchor="t">
            <a:noAutofit/>
          </a:bodyPr>
          <a:lstStyle>
            <a:defPPr algn="r">
              <a:defRPr sz="1125" b="0">
                <a:solidFill>
                  <a:srgbClr val="686868"/>
                </a:solidFill>
                <a:latin typeface="Arial"/>
                <a:ea typeface="Arial"/>
                <a:cs typeface="Arial"/>
              </a:defRPr>
            </a:defPPr>
            <a:lvl1pPr algn="r">
              <a:defRPr sz="1125" b="0">
                <a:solidFill>
                  <a:srgbClr val="686868"/>
                </a:solidFill>
                <a:latin typeface="Arial"/>
                <a:ea typeface="Arial"/>
                <a:cs typeface="Arial"/>
              </a:defRPr>
            </a:lvl1pPr>
            <a:lvl2pPr algn="r">
              <a:defRPr sz="1125" b="0">
                <a:solidFill>
                  <a:srgbClr val="686868"/>
                </a:solidFill>
                <a:latin typeface="Arial"/>
                <a:ea typeface="Arial"/>
                <a:cs typeface="Arial"/>
              </a:defRPr>
            </a:lvl2pPr>
            <a:lvl3pPr algn="r">
              <a:defRPr sz="1125" b="0">
                <a:solidFill>
                  <a:srgbClr val="686868"/>
                </a:solidFill>
                <a:latin typeface="Arial"/>
                <a:ea typeface="Arial"/>
                <a:cs typeface="Arial"/>
              </a:defRPr>
            </a:lvl3pPr>
            <a:lvl4pPr algn="r">
              <a:defRPr sz="1125" b="0">
                <a:solidFill>
                  <a:srgbClr val="686868"/>
                </a:solidFill>
                <a:latin typeface="Arial"/>
                <a:ea typeface="Arial"/>
                <a:cs typeface="Arial"/>
              </a:defRPr>
            </a:lvl4pPr>
            <a:lvl5pPr algn="r">
              <a:defRPr sz="1125" b="0">
                <a:solidFill>
                  <a:srgbClr val="686868"/>
                </a:solidFill>
                <a:latin typeface="Arial"/>
                <a:ea typeface="Arial"/>
                <a:cs typeface="Arial"/>
              </a:defRPr>
            </a:lvl5pPr>
            <a:lvl6pPr algn="r">
              <a:defRPr sz="1125" b="0">
                <a:solidFill>
                  <a:srgbClr val="686868"/>
                </a:solidFill>
                <a:latin typeface="Arial"/>
                <a:ea typeface="Arial"/>
                <a:cs typeface="Arial"/>
              </a:defRPr>
            </a:lvl6pPr>
            <a:lvl7pPr algn="r">
              <a:defRPr sz="1125" b="0">
                <a:solidFill>
                  <a:srgbClr val="686868"/>
                </a:solidFill>
                <a:latin typeface="Arial"/>
                <a:ea typeface="Arial"/>
                <a:cs typeface="Arial"/>
              </a:defRPr>
            </a:lvl7pPr>
            <a:lvl8pPr algn="r">
              <a:defRPr sz="1125" b="0">
                <a:solidFill>
                  <a:srgbClr val="686868"/>
                </a:solidFill>
                <a:latin typeface="Arial"/>
                <a:ea typeface="Arial"/>
                <a:cs typeface="Arial"/>
              </a:defRPr>
            </a:lvl8pPr>
            <a:lvl9pPr algn="r">
              <a:defRPr sz="1125" b="0">
                <a:solidFill>
                  <a:srgbClr val="686868"/>
                </a:solidFill>
                <a:latin typeface="Arial"/>
                <a:ea typeface="Arial"/>
                <a:cs typeface="Arial"/>
              </a:defRPr>
            </a:lvl9pPr>
          </a:lstStyle>
          <a:p>
            <a:pPr algn="r">
              <a:defRPr sz="1125" b="0">
                <a:solidFill>
                  <a:srgbClr val="686868"/>
                </a:solidFill>
                <a:latin typeface="Arial"/>
                <a:ea typeface="Arial"/>
                <a:cs typeface="Arial"/>
              </a:defRPr>
            </a:pPr>
            <a:r>
              <a:rPr sz="1125" b="0">
                <a:solidFill>
                  <a:srgbClr val="686868"/>
                </a:solidFill>
                <a:latin typeface="Arial"/>
                <a:ea typeface="Arial"/>
                <a:cs typeface="Arial"/>
              </a:rPr>
              <a:t>DAY 01  ·  10</a:t>
            </a:r>
          </a:p>
        </p:txBody>
      </p:sp>
      <p:sp>
        <p:nvSpPr>
          <p:cNvPr id="4" name="text-78">
            <a:extLst>
              <a:ext uri="{FF2B5EF4-FFF2-40B4-BE49-F238E27FC236}">
                <ns2:creationId id="{038E657D-17A7-484F-A808-3ED97E3ED655}"/>
              </a:ext>
            </a:extLst>
          </p:cNvPr>
          <p:cNvSpPr>
            <a:spLocks noGrp="1"/>
          </p:cNvSpPr>
          <p:nvPr/>
        </p:nvSpPr>
        <p:spPr>
          <a:xfrm>
            <a:off x="838200" y="1724025"/>
            <a:ext cx="10515600" cy="1390650"/>
          </a:xfrm>
          <a:prstGeom prst="rect">
            <a:avLst/>
          </a:prstGeom>
          <a:noFill/>
          <a:ln w="0">
            <a:noFill/>
          </a:ln>
        </p:spPr>
        <p:txBody>
          <a:bodyPr anchor="t">
            <a:noAutofit/>
          </a:bodyPr>
          <a:lstStyle>
            <a:defPPr algn="l">
              <a:defRPr sz="3375" b="1">
                <a:solidFill>
                  <a:srgbClr val="1C1C1C"/>
                </a:solidFill>
                <a:latin typeface="Arial"/>
                <a:ea typeface="Arial"/>
                <a:cs typeface="Arial"/>
              </a:defRPr>
            </a:defPPr>
            <a:lvl1pPr algn="l">
              <a:defRPr sz="3375" b="1">
                <a:solidFill>
                  <a:srgbClr val="1C1C1C"/>
                </a:solidFill>
                <a:latin typeface="Arial"/>
                <a:ea typeface="Arial"/>
                <a:cs typeface="Arial"/>
              </a:defRPr>
            </a:lvl1pPr>
            <a:lvl2pPr algn="l">
              <a:defRPr sz="3375" b="1">
                <a:solidFill>
                  <a:srgbClr val="1C1C1C"/>
                </a:solidFill>
                <a:latin typeface="Arial"/>
                <a:ea typeface="Arial"/>
                <a:cs typeface="Arial"/>
              </a:defRPr>
            </a:lvl2pPr>
            <a:lvl3pPr algn="l">
              <a:defRPr sz="3375" b="1">
                <a:solidFill>
                  <a:srgbClr val="1C1C1C"/>
                </a:solidFill>
                <a:latin typeface="Arial"/>
                <a:ea typeface="Arial"/>
                <a:cs typeface="Arial"/>
              </a:defRPr>
            </a:lvl3pPr>
            <a:lvl4pPr algn="l">
              <a:defRPr sz="3375" b="1">
                <a:solidFill>
                  <a:srgbClr val="1C1C1C"/>
                </a:solidFill>
                <a:latin typeface="Arial"/>
                <a:ea typeface="Arial"/>
                <a:cs typeface="Arial"/>
              </a:defRPr>
            </a:lvl4pPr>
            <a:lvl5pPr algn="l">
              <a:defRPr sz="3375" b="1">
                <a:solidFill>
                  <a:srgbClr val="1C1C1C"/>
                </a:solidFill>
                <a:latin typeface="Arial"/>
                <a:ea typeface="Arial"/>
                <a:cs typeface="Arial"/>
              </a:defRPr>
            </a:lvl5pPr>
            <a:lvl6pPr algn="l">
              <a:defRPr sz="3375" b="1">
                <a:solidFill>
                  <a:srgbClr val="1C1C1C"/>
                </a:solidFill>
                <a:latin typeface="Arial"/>
                <a:ea typeface="Arial"/>
                <a:cs typeface="Arial"/>
              </a:defRPr>
            </a:lvl6pPr>
            <a:lvl7pPr algn="l">
              <a:defRPr sz="3375" b="1">
                <a:solidFill>
                  <a:srgbClr val="1C1C1C"/>
                </a:solidFill>
                <a:latin typeface="Arial"/>
                <a:ea typeface="Arial"/>
                <a:cs typeface="Arial"/>
              </a:defRPr>
            </a:lvl7pPr>
            <a:lvl8pPr algn="l">
              <a:defRPr sz="3375" b="1">
                <a:solidFill>
                  <a:srgbClr val="1C1C1C"/>
                </a:solidFill>
                <a:latin typeface="Arial"/>
                <a:ea typeface="Arial"/>
                <a:cs typeface="Arial"/>
              </a:defRPr>
            </a:lvl8pPr>
            <a:lvl9pPr algn="l">
              <a:defRPr sz="3375" b="1">
                <a:solidFill>
                  <a:srgbClr val="1C1C1C"/>
                </a:solidFill>
                <a:latin typeface="Arial"/>
                <a:ea typeface="Arial"/>
                <a:cs typeface="Arial"/>
              </a:defRPr>
            </a:lvl9pPr>
          </a:lstStyle>
          <a:p>
            <a:pPr algn="l">
              <a:defRPr sz="3375" b="1">
                <a:solidFill>
                  <a:srgbClr val="1C1C1C"/>
                </a:solidFill>
                <a:latin typeface="Arial"/>
                <a:ea typeface="Arial"/>
                <a:cs typeface="Arial"/>
              </a:defRPr>
            </a:pPr>
            <a:r>
              <a:rPr sz="3375" b="1">
                <a:solidFill>
                  <a:srgbClr val="1C1C1C"/>
                </a:solidFill>
                <a:latin typeface="Arial"/>
                <a:ea typeface="Arial"/>
                <a:cs typeface="Arial"/>
              </a:rPr>
              <a:t>Write down one repeated friction in your own project</a:t>
            </a:r>
          </a:p>
        </p:txBody>
      </p:sp>
      <p:sp>
        <p:nvSpPr>
          <p:cNvPr id="5" name="shape-79">
            <a:extLst>
              <a:ext uri="{FF2B5EF4-FFF2-40B4-BE49-F238E27FC236}">
                <ns2:creationId id="{E741AB27-DEB2-4B3F-A389-34F1AB4EFCAB}"/>
              </a:ext>
            </a:extLst>
          </p:cNvPr>
          <p:cNvSpPr>
            <a:spLocks noGrp="1"/>
          </p:cNvSpPr>
          <p:nvPr/>
        </p:nvSpPr>
        <p:spPr>
          <a:xfrm>
            <a:off x="838200" y="3714750"/>
            <a:ext cx="10515600" cy="19050"/>
          </a:xfrm>
          <a:prstGeom prst="rect">
            <a:avLst/>
          </a:prstGeom>
          <a:solidFill>
            <a:srgbClr val="D1372D"/>
          </a:solidFill>
          <a:ln w="0">
            <a:noFill/>
          </a:ln>
        </p:spPr>
      </p:sp>
      <p:sp>
        <p:nvSpPr>
          <p:cNvPr id="6" name="text-80">
            <a:extLst>
              <a:ext uri="{FF2B5EF4-FFF2-40B4-BE49-F238E27FC236}">
                <ns2:creationId id="{5A827C5F-0AFE-41DA-86BD-911400B2EEFA}"/>
              </a:ext>
            </a:extLst>
          </p:cNvPr>
          <p:cNvSpPr>
            <a:spLocks noGrp="1"/>
          </p:cNvSpPr>
          <p:nvPr/>
        </p:nvSpPr>
        <p:spPr>
          <a:xfrm>
            <a:off x="838200" y="4171950"/>
            <a:ext cx="2286000" cy="381000"/>
          </a:xfrm>
          <a:prstGeom prst="rect">
            <a:avLst/>
          </a:prstGeom>
          <a:noFill/>
          <a:ln w="0">
            <a:noFill/>
          </a:ln>
        </p:spPr>
        <p:txBody>
          <a:bodyPr anchor="t">
            <a:noAutofit/>
          </a:bodyPr>
          <a:lstStyle>
            <a:defPPr algn="l">
              <a:defRPr sz="1725" b="1">
                <a:solidFill>
                  <a:srgbClr val="D1372D"/>
                </a:solidFill>
                <a:latin typeface="Arial"/>
                <a:ea typeface="Arial"/>
                <a:cs typeface="Arial"/>
              </a:defRPr>
            </a:defPPr>
            <a:lvl1pPr algn="l">
              <a:defRPr sz="1725" b="1">
                <a:solidFill>
                  <a:srgbClr val="D1372D"/>
                </a:solidFill>
                <a:latin typeface="Arial"/>
                <a:ea typeface="Arial"/>
                <a:cs typeface="Arial"/>
              </a:defRPr>
            </a:lvl1pPr>
            <a:lvl2pPr algn="l">
              <a:defRPr sz="1725" b="1">
                <a:solidFill>
                  <a:srgbClr val="D1372D"/>
                </a:solidFill>
                <a:latin typeface="Arial"/>
                <a:ea typeface="Arial"/>
                <a:cs typeface="Arial"/>
              </a:defRPr>
            </a:lvl2pPr>
            <a:lvl3pPr algn="l">
              <a:defRPr sz="1725" b="1">
                <a:solidFill>
                  <a:srgbClr val="D1372D"/>
                </a:solidFill>
                <a:latin typeface="Arial"/>
                <a:ea typeface="Arial"/>
                <a:cs typeface="Arial"/>
              </a:defRPr>
            </a:lvl3pPr>
            <a:lvl4pPr algn="l">
              <a:defRPr sz="1725" b="1">
                <a:solidFill>
                  <a:srgbClr val="D1372D"/>
                </a:solidFill>
                <a:latin typeface="Arial"/>
                <a:ea typeface="Arial"/>
                <a:cs typeface="Arial"/>
              </a:defRPr>
            </a:lvl4pPr>
            <a:lvl5pPr algn="l">
              <a:defRPr sz="1725" b="1">
                <a:solidFill>
                  <a:srgbClr val="D1372D"/>
                </a:solidFill>
                <a:latin typeface="Arial"/>
                <a:ea typeface="Arial"/>
                <a:cs typeface="Arial"/>
              </a:defRPr>
            </a:lvl5pPr>
            <a:lvl6pPr algn="l">
              <a:defRPr sz="1725" b="1">
                <a:solidFill>
                  <a:srgbClr val="D1372D"/>
                </a:solidFill>
                <a:latin typeface="Arial"/>
                <a:ea typeface="Arial"/>
                <a:cs typeface="Arial"/>
              </a:defRPr>
            </a:lvl6pPr>
            <a:lvl7pPr algn="l">
              <a:defRPr sz="1725" b="1">
                <a:solidFill>
                  <a:srgbClr val="D1372D"/>
                </a:solidFill>
                <a:latin typeface="Arial"/>
                <a:ea typeface="Arial"/>
                <a:cs typeface="Arial"/>
              </a:defRPr>
            </a:lvl7pPr>
            <a:lvl8pPr algn="l">
              <a:defRPr sz="1725" b="1">
                <a:solidFill>
                  <a:srgbClr val="D1372D"/>
                </a:solidFill>
                <a:latin typeface="Arial"/>
                <a:ea typeface="Arial"/>
                <a:cs typeface="Arial"/>
              </a:defRPr>
            </a:lvl8pPr>
            <a:lvl9pPr algn="l">
              <a:defRPr sz="1725" b="1">
                <a:solidFill>
                  <a:srgbClr val="D1372D"/>
                </a:solidFill>
                <a:latin typeface="Arial"/>
                <a:ea typeface="Arial"/>
                <a:cs typeface="Arial"/>
              </a:defRPr>
            </a:lvl9pPr>
          </a:lstStyle>
          <a:p>
            <a:pPr algn="l">
              <a:defRPr sz="1725" b="1">
                <a:solidFill>
                  <a:srgbClr val="D1372D"/>
                </a:solidFill>
                <a:latin typeface="Arial"/>
                <a:ea typeface="Arial"/>
                <a:cs typeface="Arial"/>
              </a:defRPr>
            </a:pPr>
            <a:r>
              <a:rPr sz="1725" b="1">
                <a:solidFill>
                  <a:srgbClr val="D1372D"/>
                </a:solidFill>
                <a:latin typeface="Arial"/>
                <a:ea typeface="Arial"/>
                <a:cs typeface="Arial"/>
              </a:rPr>
              <a:t>TRY IT</a:t>
            </a:r>
          </a:p>
        </p:txBody>
      </p:sp>
      <p:sp>
        <p:nvSpPr>
          <p:cNvPr id="7" name="text-81">
            <a:extLst>
              <a:ext uri="{FF2B5EF4-FFF2-40B4-BE49-F238E27FC236}">
                <ns2:creationId id="{B8BEFED9-14B9-4475-934A-60B3261373D9}"/>
              </a:ext>
            </a:extLst>
          </p:cNvPr>
          <p:cNvSpPr>
            <a:spLocks noGrp="1"/>
          </p:cNvSpPr>
          <p:nvPr/>
        </p:nvSpPr>
        <p:spPr>
          <a:xfrm>
            <a:off x="3333750" y="4114800"/>
            <a:ext cx="8020050" cy="1343025"/>
          </a:xfrm>
          <a:prstGeom prst="rect">
            <a:avLst/>
          </a:prstGeom>
          <a:noFill/>
          <a:ln w="0">
            <a:noFill/>
          </a:ln>
        </p:spPr>
        <p:txBody>
          <a:bodyPr anchor="t">
            <a:noAutofit/>
          </a:bodyPr>
          <a:lstStyle>
            <a:defPPr algn="l">
              <a:defRPr sz="2475" b="0">
                <a:solidFill>
                  <a:srgbClr val="1C1C1C"/>
                </a:solidFill>
                <a:latin typeface="Arial"/>
                <a:ea typeface="Arial"/>
                <a:cs typeface="Arial"/>
              </a:defRPr>
            </a:defPPr>
            <a:lvl1pPr algn="l">
              <a:defRPr sz="2475" b="0">
                <a:solidFill>
                  <a:srgbClr val="1C1C1C"/>
                </a:solidFill>
                <a:latin typeface="Arial"/>
                <a:ea typeface="Arial"/>
                <a:cs typeface="Arial"/>
              </a:defRPr>
            </a:lvl1pPr>
            <a:lvl2pPr algn="l">
              <a:defRPr sz="2475" b="0">
                <a:solidFill>
                  <a:srgbClr val="1C1C1C"/>
                </a:solidFill>
                <a:latin typeface="Arial"/>
                <a:ea typeface="Arial"/>
                <a:cs typeface="Arial"/>
              </a:defRPr>
            </a:lvl2pPr>
            <a:lvl3pPr algn="l">
              <a:defRPr sz="2475" b="0">
                <a:solidFill>
                  <a:srgbClr val="1C1C1C"/>
                </a:solidFill>
                <a:latin typeface="Arial"/>
                <a:ea typeface="Arial"/>
                <a:cs typeface="Arial"/>
              </a:defRPr>
            </a:lvl3pPr>
            <a:lvl4pPr algn="l">
              <a:defRPr sz="2475" b="0">
                <a:solidFill>
                  <a:srgbClr val="1C1C1C"/>
                </a:solidFill>
                <a:latin typeface="Arial"/>
                <a:ea typeface="Arial"/>
                <a:cs typeface="Arial"/>
              </a:defRPr>
            </a:lvl4pPr>
            <a:lvl5pPr algn="l">
              <a:defRPr sz="2475" b="0">
                <a:solidFill>
                  <a:srgbClr val="1C1C1C"/>
                </a:solidFill>
                <a:latin typeface="Arial"/>
                <a:ea typeface="Arial"/>
                <a:cs typeface="Arial"/>
              </a:defRPr>
            </a:lvl5pPr>
            <a:lvl6pPr algn="l">
              <a:defRPr sz="2475" b="0">
                <a:solidFill>
                  <a:srgbClr val="1C1C1C"/>
                </a:solidFill>
                <a:latin typeface="Arial"/>
                <a:ea typeface="Arial"/>
                <a:cs typeface="Arial"/>
              </a:defRPr>
            </a:lvl6pPr>
            <a:lvl7pPr algn="l">
              <a:defRPr sz="2475" b="0">
                <a:solidFill>
                  <a:srgbClr val="1C1C1C"/>
                </a:solidFill>
                <a:latin typeface="Arial"/>
                <a:ea typeface="Arial"/>
                <a:cs typeface="Arial"/>
              </a:defRPr>
            </a:lvl7pPr>
            <a:lvl8pPr algn="l">
              <a:defRPr sz="2475" b="0">
                <a:solidFill>
                  <a:srgbClr val="1C1C1C"/>
                </a:solidFill>
                <a:latin typeface="Arial"/>
                <a:ea typeface="Arial"/>
                <a:cs typeface="Arial"/>
              </a:defRPr>
            </a:lvl8pPr>
            <a:lvl9pPr algn="l">
              <a:defRPr sz="2475" b="0">
                <a:solidFill>
                  <a:srgbClr val="1C1C1C"/>
                </a:solidFill>
                <a:latin typeface="Arial"/>
                <a:ea typeface="Arial"/>
                <a:cs typeface="Arial"/>
              </a:defRPr>
            </a:lvl9pPr>
          </a:lstStyle>
          <a:p>
            <a:pPr algn="l">
              <a:defRPr sz="2475" b="0">
                <a:solidFill>
                  <a:srgbClr val="1C1C1C"/>
                </a:solidFill>
                <a:latin typeface="Arial"/>
                <a:ea typeface="Arial"/>
                <a:cs typeface="Arial"/>
              </a:defRPr>
            </a:pPr>
            <a:r>
              <a:rPr sz="2475" b="0">
                <a:solidFill>
                  <a:srgbClr val="1C1C1C"/>
                </a:solidFill>
                <a:latin typeface="Arial"/>
                <a:ea typeface="Arial"/>
                <a:cs typeface="Arial"/>
              </a:rPr>
              <a:t>Choose one folder. Name its input, output, owner, and current check.</a:t>
            </a:r>
          </a:p>
        </p:txBody>
      </p:sp>
      <p:sp>
        <p:nvSpPr>
          <p:cNvPr id="8" name="text-82">
            <a:extLst>
              <a:ext uri="{FF2B5EF4-FFF2-40B4-BE49-F238E27FC236}">
                <ns2:creationId id="{0256D50F-F94D-47C7-BB63-9ACC21D01DE0}"/>
              </a:ext>
            </a:extLst>
          </p:cNvPr>
          <p:cNvSpPr>
            <a:spLocks noGrp="1"/>
          </p:cNvSpPr>
          <p:nvPr/>
        </p:nvSpPr>
        <p:spPr>
          <a:xfrm>
            <a:off x="838200" y="5838825"/>
            <a:ext cx="10515600" cy="400050"/>
          </a:xfrm>
          <a:prstGeom prst="rect">
            <a:avLst/>
          </a:prstGeom>
          <a:noFill/>
          <a:ln w="0">
            <a:noFill/>
          </a:ln>
        </p:spPr>
        <p:txBody>
          <a:bodyPr anchor="t">
            <a:noAutofit/>
          </a:bodyPr>
          <a:lstStyle>
            <a:defPPr algn="l">
              <a:defRPr sz="1950" b="0">
                <a:solidFill>
                  <a:srgbClr val="686868"/>
                </a:solidFill>
                <a:latin typeface="Arial"/>
                <a:ea typeface="Arial"/>
                <a:cs typeface="Arial"/>
              </a:defRPr>
            </a:defPPr>
            <a:lvl1pPr algn="l">
              <a:defRPr sz="1950" b="0">
                <a:solidFill>
                  <a:srgbClr val="686868"/>
                </a:solidFill>
                <a:latin typeface="Arial"/>
                <a:ea typeface="Arial"/>
                <a:cs typeface="Arial"/>
              </a:defRPr>
            </a:lvl1pPr>
            <a:lvl2pPr algn="l">
              <a:defRPr sz="1950" b="0">
                <a:solidFill>
                  <a:srgbClr val="686868"/>
                </a:solidFill>
                <a:latin typeface="Arial"/>
                <a:ea typeface="Arial"/>
                <a:cs typeface="Arial"/>
              </a:defRPr>
            </a:lvl2pPr>
            <a:lvl3pPr algn="l">
              <a:defRPr sz="1950" b="0">
                <a:solidFill>
                  <a:srgbClr val="686868"/>
                </a:solidFill>
                <a:latin typeface="Arial"/>
                <a:ea typeface="Arial"/>
                <a:cs typeface="Arial"/>
              </a:defRPr>
            </a:lvl3pPr>
            <a:lvl4pPr algn="l">
              <a:defRPr sz="1950" b="0">
                <a:solidFill>
                  <a:srgbClr val="686868"/>
                </a:solidFill>
                <a:latin typeface="Arial"/>
                <a:ea typeface="Arial"/>
                <a:cs typeface="Arial"/>
              </a:defRPr>
            </a:lvl4pPr>
            <a:lvl5pPr algn="l">
              <a:defRPr sz="1950" b="0">
                <a:solidFill>
                  <a:srgbClr val="686868"/>
                </a:solidFill>
                <a:latin typeface="Arial"/>
                <a:ea typeface="Arial"/>
                <a:cs typeface="Arial"/>
              </a:defRPr>
            </a:lvl5pPr>
            <a:lvl6pPr algn="l">
              <a:defRPr sz="1950" b="0">
                <a:solidFill>
                  <a:srgbClr val="686868"/>
                </a:solidFill>
                <a:latin typeface="Arial"/>
                <a:ea typeface="Arial"/>
                <a:cs typeface="Arial"/>
              </a:defRPr>
            </a:lvl6pPr>
            <a:lvl7pPr algn="l">
              <a:defRPr sz="1950" b="0">
                <a:solidFill>
                  <a:srgbClr val="686868"/>
                </a:solidFill>
                <a:latin typeface="Arial"/>
                <a:ea typeface="Arial"/>
                <a:cs typeface="Arial"/>
              </a:defRPr>
            </a:lvl7pPr>
            <a:lvl8pPr algn="l">
              <a:defRPr sz="1950" b="0">
                <a:solidFill>
                  <a:srgbClr val="686868"/>
                </a:solidFill>
                <a:latin typeface="Arial"/>
                <a:ea typeface="Arial"/>
                <a:cs typeface="Arial"/>
              </a:defRPr>
            </a:lvl8pPr>
            <a:lvl9pPr algn="l">
              <a:defRPr sz="1950" b="0">
                <a:solidFill>
                  <a:srgbClr val="686868"/>
                </a:solidFill>
                <a:latin typeface="Arial"/>
                <a:ea typeface="Arial"/>
                <a:cs typeface="Arial"/>
              </a:defRPr>
            </a:lvl9pPr>
          </a:lstStyle>
          <a:p>
            <a:pPr algn="l">
              <a:defRPr sz="1950" b="0">
                <a:solidFill>
                  <a:srgbClr val="686868"/>
                </a:solidFill>
                <a:latin typeface="Arial"/>
                <a:ea typeface="Arial"/>
                <a:cs typeface="Arial"/>
              </a:defRPr>
            </a:pPr>
            <a:r>
              <a:rPr sz="1950" b="0">
                <a:solidFill>
                  <a:srgbClr val="686868"/>
                </a:solidFill>
                <a:latin typeface="Arial"/>
                <a:ea typeface="Arial"/>
                <a:cs typeface="Arial"/>
              </a:rPr>
              <a:t>Today’s example is complete on its own</a:t>
            </a:r>
          </a:p>
        </p:txBody>
      </p:sp>
    </p:spTree>
    <p:extLst>
      <p:ext uri="{BB962C8B-B14F-4D97-AF65-F5344CB8AC3E}">
        <ns3:creationId val="1781301700"/>
      </p:ext>
    </p:extLst>
  </p:cSld>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8F5F0"/>
        </a:solidFill>
      </p:bgPr>
    </p:bg>
    <p:spTree>
      <p:nvGrpSpPr>
        <p:cNvPr id="1" name=""/>
        <p:cNvGrpSpPr/>
        <p:nvPr/>
      </p:nvGrpSpPr>
      <p:grpSpPr>
        <a:xfrm/>
      </p:grpSpPr>
      <p:sp>
        <p:nvSpPr>
          <p:cNvPr id="7" name="text-83">
            <a:extLst>
              <a:ext uri="{FF2B5EF4-FFF2-40B4-BE49-F238E27FC236}">
                <ns2:creationId id="{E6848655-CA6E-4690-82CC-EBADC47B90E2}"/>
              </a:ext>
            </a:extLst>
          </p:cNvPr>
          <p:cNvSpPr>
            <a:spLocks noGrp="1"/>
          </p:cNvSpPr>
          <p:nvPr/>
        </p:nvSpPr>
        <p:spPr>
          <a:xfrm>
            <a:off x="609600" y="419100"/>
            <a:ext cx="10972800" cy="723900"/>
          </a:xfrm>
          <a:prstGeom prst="rect">
            <a:avLst/>
          </a:prstGeom>
          <a:noFill/>
          <a:ln w="0">
            <a:noFill/>
          </a:ln>
        </p:spPr>
        <p:txBody>
          <a:bodyPr anchor="t">
            <a:noAutofit/>
          </a:bodyPr>
          <a:lstStyle>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a:pPr algn="ctr">
              <a:defRPr sz="3600" b="1">
                <a:solidFill>
                  <a:srgbClr val="1C1C1C"/>
                </a:solidFill>
                <a:latin typeface="Arial"/>
                <a:ea typeface="Arial"/>
                <a:cs typeface="Arial"/>
              </a:defRPr>
            </a:pPr>
            <a:r>
              <a:rPr sz="3600" b="1">
                <a:solidFill>
                  <a:srgbClr val="1C1C1C"/>
                </a:solidFill>
                <a:latin typeface="Arial"/>
                <a:ea typeface="Arial"/>
                <a:cs typeface="Arial"/>
              </a:rPr>
              <a:t>Bring a real example</a:t>
            </a:r>
          </a:p>
        </p:txBody>
      </p:sp>
      <p:sp>
        <p:nvSpPr>
          <p:cNvPr id="2" name="text-84">
            <a:extLst>
              <a:ext uri="{FF2B5EF4-FFF2-40B4-BE49-F238E27FC236}">
                <ns2:creationId id="{340D66FB-99C4-4747-B050-26021DCDA165}"/>
              </a:ext>
            </a:extLst>
          </p:cNvPr>
          <p:cNvSpPr>
            <a:spLocks noGrp="1"/>
          </p:cNvSpPr>
          <p:nvPr/>
        </p:nvSpPr>
        <p:spPr>
          <a:xfrm>
            <a:off x="609600" y="6486525"/>
            <a:ext cx="4286250" cy="228600"/>
          </a:xfrm>
          <a:prstGeom prst="rect">
            <a:avLst/>
          </a:prstGeom>
          <a:noFill/>
          <a:ln w="0">
            <a:noFill/>
          </a:ln>
        </p:spPr>
        <p:txBody>
          <a:bodyPr anchor="t">
            <a:noAutofit/>
          </a:bodyPr>
          <a:lstStyle>
            <a:defPPr algn="l">
              <a:defRPr sz="1125" b="0">
                <a:solidFill>
                  <a:srgbClr val="686868"/>
                </a:solidFill>
                <a:latin typeface="Arial"/>
                <a:ea typeface="Arial"/>
                <a:cs typeface="Arial"/>
              </a:defRPr>
            </a:defPPr>
            <a:lvl1pPr algn="l">
              <a:defRPr sz="1125" b="0">
                <a:solidFill>
                  <a:srgbClr val="686868"/>
                </a:solidFill>
                <a:latin typeface="Arial"/>
                <a:ea typeface="Arial"/>
                <a:cs typeface="Arial"/>
              </a:defRPr>
            </a:lvl1pPr>
            <a:lvl2pPr algn="l">
              <a:defRPr sz="1125" b="0">
                <a:solidFill>
                  <a:srgbClr val="686868"/>
                </a:solidFill>
                <a:latin typeface="Arial"/>
                <a:ea typeface="Arial"/>
                <a:cs typeface="Arial"/>
              </a:defRPr>
            </a:lvl2pPr>
            <a:lvl3pPr algn="l">
              <a:defRPr sz="1125" b="0">
                <a:solidFill>
                  <a:srgbClr val="686868"/>
                </a:solidFill>
                <a:latin typeface="Arial"/>
                <a:ea typeface="Arial"/>
                <a:cs typeface="Arial"/>
              </a:defRPr>
            </a:lvl3pPr>
            <a:lvl4pPr algn="l">
              <a:defRPr sz="1125" b="0">
                <a:solidFill>
                  <a:srgbClr val="686868"/>
                </a:solidFill>
                <a:latin typeface="Arial"/>
                <a:ea typeface="Arial"/>
                <a:cs typeface="Arial"/>
              </a:defRPr>
            </a:lvl4pPr>
            <a:lvl5pPr algn="l">
              <a:defRPr sz="1125" b="0">
                <a:solidFill>
                  <a:srgbClr val="686868"/>
                </a:solidFill>
                <a:latin typeface="Arial"/>
                <a:ea typeface="Arial"/>
                <a:cs typeface="Arial"/>
              </a:defRPr>
            </a:lvl5pPr>
            <a:lvl6pPr algn="l">
              <a:defRPr sz="1125" b="0">
                <a:solidFill>
                  <a:srgbClr val="686868"/>
                </a:solidFill>
                <a:latin typeface="Arial"/>
                <a:ea typeface="Arial"/>
                <a:cs typeface="Arial"/>
              </a:defRPr>
            </a:lvl6pPr>
            <a:lvl7pPr algn="l">
              <a:defRPr sz="1125" b="0">
                <a:solidFill>
                  <a:srgbClr val="686868"/>
                </a:solidFill>
                <a:latin typeface="Arial"/>
                <a:ea typeface="Arial"/>
                <a:cs typeface="Arial"/>
              </a:defRPr>
            </a:lvl7pPr>
            <a:lvl8pPr algn="l">
              <a:defRPr sz="1125" b="0">
                <a:solidFill>
                  <a:srgbClr val="686868"/>
                </a:solidFill>
                <a:latin typeface="Arial"/>
                <a:ea typeface="Arial"/>
                <a:cs typeface="Arial"/>
              </a:defRPr>
            </a:lvl8pPr>
            <a:lvl9pPr algn="l">
              <a:defRPr sz="1125" b="0">
                <a:solidFill>
                  <a:srgbClr val="686868"/>
                </a:solidFill>
                <a:latin typeface="Arial"/>
                <a:ea typeface="Arial"/>
                <a:cs typeface="Arial"/>
              </a:defRPr>
            </a:lvl9pPr>
          </a:lstStyle>
          <a:p>
            <a:pPr algn="l">
              <a:defRPr sz="1125" b="0">
                <a:solidFill>
                  <a:srgbClr val="686868"/>
                </a:solidFill>
                <a:latin typeface="Arial"/>
                <a:ea typeface="Arial"/>
                <a:cs typeface="Arial"/>
              </a:defRPr>
            </a:pPr>
            <a:r>
              <a:rPr sz="1125" b="0">
                <a:solidFill>
                  <a:srgbClr val="686868"/>
                </a:solidFill>
                <a:latin typeface="Arial"/>
                <a:ea typeface="Arial"/>
                <a:cs typeface="Arial"/>
              </a:rPr>
              <a:t>CODEX &amp; COFFEE</a:t>
            </a:r>
          </a:p>
        </p:txBody>
      </p:sp>
      <p:sp>
        <p:nvSpPr>
          <p:cNvPr id="3" name="text-85">
            <a:extLst>
              <a:ext uri="{FF2B5EF4-FFF2-40B4-BE49-F238E27FC236}">
                <ns2:creationId id="{630FF34A-7A0D-4F21-A7F4-C29288222FD6}"/>
              </a:ext>
            </a:extLst>
          </p:cNvPr>
          <p:cNvSpPr>
            <a:spLocks noGrp="1"/>
          </p:cNvSpPr>
          <p:nvPr/>
        </p:nvSpPr>
        <p:spPr>
          <a:xfrm>
            <a:off x="9525000" y="6486525"/>
            <a:ext cx="2057400" cy="228600"/>
          </a:xfrm>
          <a:prstGeom prst="rect">
            <a:avLst/>
          </a:prstGeom>
          <a:noFill/>
          <a:ln w="0">
            <a:noFill/>
          </a:ln>
        </p:spPr>
        <p:txBody>
          <a:bodyPr anchor="t">
            <a:noAutofit/>
          </a:bodyPr>
          <a:lstStyle>
            <a:defPPr algn="r">
              <a:defRPr sz="1125" b="0">
                <a:solidFill>
                  <a:srgbClr val="686868"/>
                </a:solidFill>
                <a:latin typeface="Arial"/>
                <a:ea typeface="Arial"/>
                <a:cs typeface="Arial"/>
              </a:defRPr>
            </a:defPPr>
            <a:lvl1pPr algn="r">
              <a:defRPr sz="1125" b="0">
                <a:solidFill>
                  <a:srgbClr val="686868"/>
                </a:solidFill>
                <a:latin typeface="Arial"/>
                <a:ea typeface="Arial"/>
                <a:cs typeface="Arial"/>
              </a:defRPr>
            </a:lvl1pPr>
            <a:lvl2pPr algn="r">
              <a:defRPr sz="1125" b="0">
                <a:solidFill>
                  <a:srgbClr val="686868"/>
                </a:solidFill>
                <a:latin typeface="Arial"/>
                <a:ea typeface="Arial"/>
                <a:cs typeface="Arial"/>
              </a:defRPr>
            </a:lvl2pPr>
            <a:lvl3pPr algn="r">
              <a:defRPr sz="1125" b="0">
                <a:solidFill>
                  <a:srgbClr val="686868"/>
                </a:solidFill>
                <a:latin typeface="Arial"/>
                <a:ea typeface="Arial"/>
                <a:cs typeface="Arial"/>
              </a:defRPr>
            </a:lvl3pPr>
            <a:lvl4pPr algn="r">
              <a:defRPr sz="1125" b="0">
                <a:solidFill>
                  <a:srgbClr val="686868"/>
                </a:solidFill>
                <a:latin typeface="Arial"/>
                <a:ea typeface="Arial"/>
                <a:cs typeface="Arial"/>
              </a:defRPr>
            </a:lvl4pPr>
            <a:lvl5pPr algn="r">
              <a:defRPr sz="1125" b="0">
                <a:solidFill>
                  <a:srgbClr val="686868"/>
                </a:solidFill>
                <a:latin typeface="Arial"/>
                <a:ea typeface="Arial"/>
                <a:cs typeface="Arial"/>
              </a:defRPr>
            </a:lvl5pPr>
            <a:lvl6pPr algn="r">
              <a:defRPr sz="1125" b="0">
                <a:solidFill>
                  <a:srgbClr val="686868"/>
                </a:solidFill>
                <a:latin typeface="Arial"/>
                <a:ea typeface="Arial"/>
                <a:cs typeface="Arial"/>
              </a:defRPr>
            </a:lvl6pPr>
            <a:lvl7pPr algn="r">
              <a:defRPr sz="1125" b="0">
                <a:solidFill>
                  <a:srgbClr val="686868"/>
                </a:solidFill>
                <a:latin typeface="Arial"/>
                <a:ea typeface="Arial"/>
                <a:cs typeface="Arial"/>
              </a:defRPr>
            </a:lvl7pPr>
            <a:lvl8pPr algn="r">
              <a:defRPr sz="1125" b="0">
                <a:solidFill>
                  <a:srgbClr val="686868"/>
                </a:solidFill>
                <a:latin typeface="Arial"/>
                <a:ea typeface="Arial"/>
                <a:cs typeface="Arial"/>
              </a:defRPr>
            </a:lvl8pPr>
            <a:lvl9pPr algn="r">
              <a:defRPr sz="1125" b="0">
                <a:solidFill>
                  <a:srgbClr val="686868"/>
                </a:solidFill>
                <a:latin typeface="Arial"/>
                <a:ea typeface="Arial"/>
                <a:cs typeface="Arial"/>
              </a:defRPr>
            </a:lvl9pPr>
          </a:lstStyle>
          <a:p>
            <a:pPr algn="r">
              <a:defRPr sz="1125" b="0">
                <a:solidFill>
                  <a:srgbClr val="686868"/>
                </a:solidFill>
                <a:latin typeface="Arial"/>
                <a:ea typeface="Arial"/>
                <a:cs typeface="Arial"/>
              </a:defRPr>
            </a:pPr>
            <a:r>
              <a:rPr sz="1125" b="0">
                <a:solidFill>
                  <a:srgbClr val="686868"/>
                </a:solidFill>
                <a:latin typeface="Arial"/>
                <a:ea typeface="Arial"/>
                <a:cs typeface="Arial"/>
              </a:rPr>
              <a:t>DAY 01  ·  11</a:t>
            </a:r>
          </a:p>
        </p:txBody>
      </p:sp>
      <p:sp>
        <p:nvSpPr>
          <p:cNvPr id="4" name="text-86">
            <a:extLst>
              <a:ext uri="{FF2B5EF4-FFF2-40B4-BE49-F238E27FC236}">
                <ns2:creationId id="{D0D2A7EA-A554-47ED-A781-409EA8038EB8}"/>
              </a:ext>
            </a:extLst>
          </p:cNvPr>
          <p:cNvSpPr>
            <a:spLocks noGrp="1"/>
          </p:cNvSpPr>
          <p:nvPr/>
        </p:nvSpPr>
        <p:spPr>
          <a:xfrm>
            <a:off x="914400" y="1819275"/>
            <a:ext cx="10363200" cy="1790700"/>
          </a:xfrm>
          <a:prstGeom prst="rect">
            <a:avLst/>
          </a:prstGeom>
          <a:noFill/>
          <a:ln w="0">
            <a:noFill/>
          </a:ln>
        </p:spPr>
        <p:txBody>
          <a:bodyPr anchor="t">
            <a:noAutofit/>
          </a:bodyPr>
          <a:lstStyle>
            <a:defPPr algn="l">
              <a:defRPr sz="3525" b="1">
                <a:solidFill>
                  <a:srgbClr val="1C1C1C"/>
                </a:solidFill>
                <a:latin typeface="Arial"/>
                <a:ea typeface="Arial"/>
                <a:cs typeface="Arial"/>
              </a:defRPr>
            </a:defPPr>
            <a:lvl1pPr algn="l">
              <a:defRPr sz="3525" b="1">
                <a:solidFill>
                  <a:srgbClr val="1C1C1C"/>
                </a:solidFill>
                <a:latin typeface="Arial"/>
                <a:ea typeface="Arial"/>
                <a:cs typeface="Arial"/>
              </a:defRPr>
            </a:lvl1pPr>
            <a:lvl2pPr algn="l">
              <a:defRPr sz="3525" b="1">
                <a:solidFill>
                  <a:srgbClr val="1C1C1C"/>
                </a:solidFill>
                <a:latin typeface="Arial"/>
                <a:ea typeface="Arial"/>
                <a:cs typeface="Arial"/>
              </a:defRPr>
            </a:lvl2pPr>
            <a:lvl3pPr algn="l">
              <a:defRPr sz="3525" b="1">
                <a:solidFill>
                  <a:srgbClr val="1C1C1C"/>
                </a:solidFill>
                <a:latin typeface="Arial"/>
                <a:ea typeface="Arial"/>
                <a:cs typeface="Arial"/>
              </a:defRPr>
            </a:lvl3pPr>
            <a:lvl4pPr algn="l">
              <a:defRPr sz="3525" b="1">
                <a:solidFill>
                  <a:srgbClr val="1C1C1C"/>
                </a:solidFill>
                <a:latin typeface="Arial"/>
                <a:ea typeface="Arial"/>
                <a:cs typeface="Arial"/>
              </a:defRPr>
            </a:lvl4pPr>
            <a:lvl5pPr algn="l">
              <a:defRPr sz="3525" b="1">
                <a:solidFill>
                  <a:srgbClr val="1C1C1C"/>
                </a:solidFill>
                <a:latin typeface="Arial"/>
                <a:ea typeface="Arial"/>
                <a:cs typeface="Arial"/>
              </a:defRPr>
            </a:lvl5pPr>
            <a:lvl6pPr algn="l">
              <a:defRPr sz="3525" b="1">
                <a:solidFill>
                  <a:srgbClr val="1C1C1C"/>
                </a:solidFill>
                <a:latin typeface="Arial"/>
                <a:ea typeface="Arial"/>
                <a:cs typeface="Arial"/>
              </a:defRPr>
            </a:lvl6pPr>
            <a:lvl7pPr algn="l">
              <a:defRPr sz="3525" b="1">
                <a:solidFill>
                  <a:srgbClr val="1C1C1C"/>
                </a:solidFill>
                <a:latin typeface="Arial"/>
                <a:ea typeface="Arial"/>
                <a:cs typeface="Arial"/>
              </a:defRPr>
            </a:lvl7pPr>
            <a:lvl8pPr algn="l">
              <a:defRPr sz="3525" b="1">
                <a:solidFill>
                  <a:srgbClr val="1C1C1C"/>
                </a:solidFill>
                <a:latin typeface="Arial"/>
                <a:ea typeface="Arial"/>
                <a:cs typeface="Arial"/>
              </a:defRPr>
            </a:lvl8pPr>
            <a:lvl9pPr algn="l">
              <a:defRPr sz="3525" b="1">
                <a:solidFill>
                  <a:srgbClr val="1C1C1C"/>
                </a:solidFill>
                <a:latin typeface="Arial"/>
                <a:ea typeface="Arial"/>
                <a:cs typeface="Arial"/>
              </a:defRPr>
            </a:lvl9pPr>
          </a:lstStyle>
          <a:p>
            <a:pPr algn="l">
              <a:defRPr sz="3525" b="1">
                <a:solidFill>
                  <a:srgbClr val="1C1C1C"/>
                </a:solidFill>
                <a:latin typeface="Arial"/>
                <a:ea typeface="Arial"/>
                <a:cs typeface="Arial"/>
              </a:defRPr>
            </a:pPr>
            <a:r>
              <a:rPr sz="3525" b="1">
                <a:solidFill>
                  <a:srgbClr val="1C1C1C"/>
                </a:solidFill>
                <a:latin typeface="Arial"/>
                <a:ea typeface="Arial"/>
                <a:cs typeface="Arial"/>
              </a:rPr>
              <a:t>What work keeps making you explain the same thing?</a:t>
            </a:r>
          </a:p>
        </p:txBody>
      </p:sp>
      <p:sp>
        <p:nvSpPr>
          <p:cNvPr id="5" name="shape-87">
            <a:extLst>
              <a:ext uri="{FF2B5EF4-FFF2-40B4-BE49-F238E27FC236}">
                <ns2:creationId id="{4800C0F5-43CB-4F96-87D1-DC3A6B887BE6}"/>
              </a:ext>
            </a:extLst>
          </p:cNvPr>
          <p:cNvSpPr>
            <a:spLocks noGrp="1"/>
          </p:cNvSpPr>
          <p:nvPr/>
        </p:nvSpPr>
        <p:spPr>
          <a:xfrm>
            <a:off x="914400" y="4248150"/>
            <a:ext cx="10363200" cy="19050"/>
          </a:xfrm>
          <a:prstGeom prst="rect">
            <a:avLst/>
          </a:prstGeom>
          <a:solidFill>
            <a:srgbClr val="D1372D"/>
          </a:solidFill>
          <a:ln w="0">
            <a:noFill/>
          </a:ln>
        </p:spPr>
      </p:sp>
      <p:sp>
        <p:nvSpPr>
          <p:cNvPr id="6" name="text-88">
            <a:extLst>
              <a:ext uri="{FF2B5EF4-FFF2-40B4-BE49-F238E27FC236}">
                <ns2:creationId id="{A25128D0-4B84-4B9D-B858-033141AACD78}"/>
              </a:ext>
            </a:extLst>
          </p:cNvPr>
          <p:cNvSpPr>
            <a:spLocks noGrp="1"/>
          </p:cNvSpPr>
          <p:nvPr/>
        </p:nvSpPr>
        <p:spPr>
          <a:xfrm>
            <a:off x="914400" y="4714875"/>
            <a:ext cx="10363200" cy="1114425"/>
          </a:xfrm>
          <a:prstGeom prst="rect">
            <a:avLst/>
          </a:prstGeom>
          <a:noFill/>
          <a:ln w="0">
            <a:noFill/>
          </a:ln>
        </p:spPr>
        <p:txBody>
          <a:bodyPr anchor="t">
            <a:noAutofit/>
          </a:bodyPr>
          <a:lstStyle>
            <a:defPPr algn="l">
              <a:defRPr sz="2475" b="0">
                <a:solidFill>
                  <a:srgbClr val="1C1C1C"/>
                </a:solidFill>
                <a:latin typeface="Arial"/>
                <a:ea typeface="Arial"/>
                <a:cs typeface="Arial"/>
              </a:defRPr>
            </a:defPPr>
            <a:lvl1pPr algn="l">
              <a:defRPr sz="2475" b="0">
                <a:solidFill>
                  <a:srgbClr val="1C1C1C"/>
                </a:solidFill>
                <a:latin typeface="Arial"/>
                <a:ea typeface="Arial"/>
                <a:cs typeface="Arial"/>
              </a:defRPr>
            </a:lvl1pPr>
            <a:lvl2pPr algn="l">
              <a:defRPr sz="2475" b="0">
                <a:solidFill>
                  <a:srgbClr val="1C1C1C"/>
                </a:solidFill>
                <a:latin typeface="Arial"/>
                <a:ea typeface="Arial"/>
                <a:cs typeface="Arial"/>
              </a:defRPr>
            </a:lvl2pPr>
            <a:lvl3pPr algn="l">
              <a:defRPr sz="2475" b="0">
                <a:solidFill>
                  <a:srgbClr val="1C1C1C"/>
                </a:solidFill>
                <a:latin typeface="Arial"/>
                <a:ea typeface="Arial"/>
                <a:cs typeface="Arial"/>
              </a:defRPr>
            </a:lvl3pPr>
            <a:lvl4pPr algn="l">
              <a:defRPr sz="2475" b="0">
                <a:solidFill>
                  <a:srgbClr val="1C1C1C"/>
                </a:solidFill>
                <a:latin typeface="Arial"/>
                <a:ea typeface="Arial"/>
                <a:cs typeface="Arial"/>
              </a:defRPr>
            </a:lvl4pPr>
            <a:lvl5pPr algn="l">
              <a:defRPr sz="2475" b="0">
                <a:solidFill>
                  <a:srgbClr val="1C1C1C"/>
                </a:solidFill>
                <a:latin typeface="Arial"/>
                <a:ea typeface="Arial"/>
                <a:cs typeface="Arial"/>
              </a:defRPr>
            </a:lvl5pPr>
            <a:lvl6pPr algn="l">
              <a:defRPr sz="2475" b="0">
                <a:solidFill>
                  <a:srgbClr val="1C1C1C"/>
                </a:solidFill>
                <a:latin typeface="Arial"/>
                <a:ea typeface="Arial"/>
                <a:cs typeface="Arial"/>
              </a:defRPr>
            </a:lvl6pPr>
            <a:lvl7pPr algn="l">
              <a:defRPr sz="2475" b="0">
                <a:solidFill>
                  <a:srgbClr val="1C1C1C"/>
                </a:solidFill>
                <a:latin typeface="Arial"/>
                <a:ea typeface="Arial"/>
                <a:cs typeface="Arial"/>
              </a:defRPr>
            </a:lvl7pPr>
            <a:lvl8pPr algn="l">
              <a:defRPr sz="2475" b="0">
                <a:solidFill>
                  <a:srgbClr val="1C1C1C"/>
                </a:solidFill>
                <a:latin typeface="Arial"/>
                <a:ea typeface="Arial"/>
                <a:cs typeface="Arial"/>
              </a:defRPr>
            </a:lvl8pPr>
            <a:lvl9pPr algn="l">
              <a:defRPr sz="2475" b="0">
                <a:solidFill>
                  <a:srgbClr val="1C1C1C"/>
                </a:solidFill>
                <a:latin typeface="Arial"/>
                <a:ea typeface="Arial"/>
                <a:cs typeface="Arial"/>
              </a:defRPr>
            </a:lvl9pPr>
          </a:lstStyle>
          <a:p>
            <a:pPr algn="l">
              <a:defRPr sz="2475" b="0">
                <a:solidFill>
                  <a:srgbClr val="1C1C1C"/>
                </a:solidFill>
                <a:latin typeface="Arial"/>
                <a:ea typeface="Arial"/>
                <a:cs typeface="Arial"/>
              </a:defRPr>
            </a:pPr>
            <a:r>
              <a:rPr sz="2475" b="0">
                <a:solidFill>
                  <a:srgbClr val="1C1C1C"/>
                </a:solidFill>
                <a:latin typeface="Arial"/>
                <a:ea typeface="Arial"/>
                <a:cs typeface="Arial"/>
              </a:rPr>
              <a:t>Name the task, the obstacle, or the check you would use</a:t>
            </a:r>
          </a:p>
        </p:txBody>
      </p:sp>
    </p:spTree>
    <p:extLst>
      <p:ext uri="{BB962C8B-B14F-4D97-AF65-F5344CB8AC3E}">
        <ns3:creationId val="1958074431"/>
      </p:ext>
    </p:extLst>
  </p:cSld>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8F5F0"/>
        </a:solidFill>
      </p:bgPr>
    </p:bg>
    <p:spTree>
      <p:nvGrpSpPr>
        <p:cNvPr id="1" name=""/>
        <p:cNvGrpSpPr/>
        <p:nvPr/>
      </p:nvGrpSpPr>
      <p:grpSpPr>
        <a:xfrm/>
      </p:grpSpPr>
      <p:sp>
        <p:nvSpPr>
          <p:cNvPr id="10" name="text-89">
            <a:extLst>
              <a:ext uri="{FF2B5EF4-FFF2-40B4-BE49-F238E27FC236}">
                <ns2:creationId id="{07399EC9-B449-4DBB-BDBE-4F8287AA6A8A}"/>
              </a:ext>
            </a:extLst>
          </p:cNvPr>
          <p:cNvSpPr>
            <a:spLocks noGrp="1"/>
          </p:cNvSpPr>
          <p:nvPr/>
        </p:nvSpPr>
        <p:spPr>
          <a:xfrm>
            <a:off x="609600" y="419100"/>
            <a:ext cx="10972800" cy="723900"/>
          </a:xfrm>
          <a:prstGeom prst="rect">
            <a:avLst/>
          </a:prstGeom>
          <a:noFill/>
          <a:ln w="0">
            <a:noFill/>
          </a:ln>
        </p:spPr>
        <p:txBody>
          <a:bodyPr anchor="t">
            <a:noAutofit/>
          </a:bodyPr>
          <a:lstStyle>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a:pPr algn="ctr">
              <a:defRPr sz="3600" b="1">
                <a:solidFill>
                  <a:srgbClr val="1C1C1C"/>
                </a:solidFill>
                <a:latin typeface="Arial"/>
                <a:ea typeface="Arial"/>
                <a:cs typeface="Arial"/>
              </a:defRPr>
            </a:pPr>
            <a:r>
              <a:rPr sz="3600" b="1">
                <a:solidFill>
                  <a:srgbClr val="1C1C1C"/>
                </a:solidFill>
                <a:latin typeface="Arial"/>
                <a:ea typeface="Arial"/>
                <a:cs typeface="Arial"/>
              </a:rPr>
              <a:t>Work through a common mistake</a:t>
            </a:r>
          </a:p>
        </p:txBody>
      </p:sp>
      <p:sp>
        <p:nvSpPr>
          <p:cNvPr id="2" name="text-90">
            <a:extLst>
              <a:ext uri="{FF2B5EF4-FFF2-40B4-BE49-F238E27FC236}">
                <ns2:creationId id="{5D00859C-4458-4B42-99B0-C9C871D7702E}"/>
              </a:ext>
            </a:extLst>
          </p:cNvPr>
          <p:cNvSpPr>
            <a:spLocks noGrp="1"/>
          </p:cNvSpPr>
          <p:nvPr/>
        </p:nvSpPr>
        <p:spPr>
          <a:xfrm>
            <a:off x="609600" y="6486525"/>
            <a:ext cx="4286250" cy="228600"/>
          </a:xfrm>
          <a:prstGeom prst="rect">
            <a:avLst/>
          </a:prstGeom>
          <a:noFill/>
          <a:ln w="0">
            <a:noFill/>
          </a:ln>
        </p:spPr>
        <p:txBody>
          <a:bodyPr anchor="t">
            <a:noAutofit/>
          </a:bodyPr>
          <a:lstStyle>
            <a:defPPr algn="l">
              <a:defRPr sz="1125" b="0">
                <a:solidFill>
                  <a:srgbClr val="686868"/>
                </a:solidFill>
                <a:latin typeface="Arial"/>
                <a:ea typeface="Arial"/>
                <a:cs typeface="Arial"/>
              </a:defRPr>
            </a:defPPr>
            <a:lvl1pPr algn="l">
              <a:defRPr sz="1125" b="0">
                <a:solidFill>
                  <a:srgbClr val="686868"/>
                </a:solidFill>
                <a:latin typeface="Arial"/>
                <a:ea typeface="Arial"/>
                <a:cs typeface="Arial"/>
              </a:defRPr>
            </a:lvl1pPr>
            <a:lvl2pPr algn="l">
              <a:defRPr sz="1125" b="0">
                <a:solidFill>
                  <a:srgbClr val="686868"/>
                </a:solidFill>
                <a:latin typeface="Arial"/>
                <a:ea typeface="Arial"/>
                <a:cs typeface="Arial"/>
              </a:defRPr>
            </a:lvl2pPr>
            <a:lvl3pPr algn="l">
              <a:defRPr sz="1125" b="0">
                <a:solidFill>
                  <a:srgbClr val="686868"/>
                </a:solidFill>
                <a:latin typeface="Arial"/>
                <a:ea typeface="Arial"/>
                <a:cs typeface="Arial"/>
              </a:defRPr>
            </a:lvl3pPr>
            <a:lvl4pPr algn="l">
              <a:defRPr sz="1125" b="0">
                <a:solidFill>
                  <a:srgbClr val="686868"/>
                </a:solidFill>
                <a:latin typeface="Arial"/>
                <a:ea typeface="Arial"/>
                <a:cs typeface="Arial"/>
              </a:defRPr>
            </a:lvl4pPr>
            <a:lvl5pPr algn="l">
              <a:defRPr sz="1125" b="0">
                <a:solidFill>
                  <a:srgbClr val="686868"/>
                </a:solidFill>
                <a:latin typeface="Arial"/>
                <a:ea typeface="Arial"/>
                <a:cs typeface="Arial"/>
              </a:defRPr>
            </a:lvl5pPr>
            <a:lvl6pPr algn="l">
              <a:defRPr sz="1125" b="0">
                <a:solidFill>
                  <a:srgbClr val="686868"/>
                </a:solidFill>
                <a:latin typeface="Arial"/>
                <a:ea typeface="Arial"/>
                <a:cs typeface="Arial"/>
              </a:defRPr>
            </a:lvl6pPr>
            <a:lvl7pPr algn="l">
              <a:defRPr sz="1125" b="0">
                <a:solidFill>
                  <a:srgbClr val="686868"/>
                </a:solidFill>
                <a:latin typeface="Arial"/>
                <a:ea typeface="Arial"/>
                <a:cs typeface="Arial"/>
              </a:defRPr>
            </a:lvl7pPr>
            <a:lvl8pPr algn="l">
              <a:defRPr sz="1125" b="0">
                <a:solidFill>
                  <a:srgbClr val="686868"/>
                </a:solidFill>
                <a:latin typeface="Arial"/>
                <a:ea typeface="Arial"/>
                <a:cs typeface="Arial"/>
              </a:defRPr>
            </a:lvl8pPr>
            <a:lvl9pPr algn="l">
              <a:defRPr sz="1125" b="0">
                <a:solidFill>
                  <a:srgbClr val="686868"/>
                </a:solidFill>
                <a:latin typeface="Arial"/>
                <a:ea typeface="Arial"/>
                <a:cs typeface="Arial"/>
              </a:defRPr>
            </a:lvl9pPr>
          </a:lstStyle>
          <a:p>
            <a:pPr algn="l">
              <a:defRPr sz="1125" b="0">
                <a:solidFill>
                  <a:srgbClr val="686868"/>
                </a:solidFill>
                <a:latin typeface="Arial"/>
                <a:ea typeface="Arial"/>
                <a:cs typeface="Arial"/>
              </a:defRPr>
            </a:pPr>
            <a:r>
              <a:rPr sz="1125" b="0">
                <a:solidFill>
                  <a:srgbClr val="686868"/>
                </a:solidFill>
                <a:latin typeface="Arial"/>
                <a:ea typeface="Arial"/>
                <a:cs typeface="Arial"/>
              </a:rPr>
              <a:t>CODEX &amp; COFFEE</a:t>
            </a:r>
          </a:p>
        </p:txBody>
      </p:sp>
      <p:sp>
        <p:nvSpPr>
          <p:cNvPr id="3" name="text-91">
            <a:extLst>
              <a:ext uri="{FF2B5EF4-FFF2-40B4-BE49-F238E27FC236}">
                <ns2:creationId id="{A47FDD85-ABF4-4708-B348-81859BD9C630}"/>
              </a:ext>
            </a:extLst>
          </p:cNvPr>
          <p:cNvSpPr>
            <a:spLocks noGrp="1"/>
          </p:cNvSpPr>
          <p:nvPr/>
        </p:nvSpPr>
        <p:spPr>
          <a:xfrm>
            <a:off x="9525000" y="6486525"/>
            <a:ext cx="2057400" cy="228600"/>
          </a:xfrm>
          <a:prstGeom prst="rect">
            <a:avLst/>
          </a:prstGeom>
          <a:noFill/>
          <a:ln w="0">
            <a:noFill/>
          </a:ln>
        </p:spPr>
        <p:txBody>
          <a:bodyPr anchor="t">
            <a:noAutofit/>
          </a:bodyPr>
          <a:lstStyle>
            <a:defPPr algn="r">
              <a:defRPr sz="1125" b="0">
                <a:solidFill>
                  <a:srgbClr val="686868"/>
                </a:solidFill>
                <a:latin typeface="Arial"/>
                <a:ea typeface="Arial"/>
                <a:cs typeface="Arial"/>
              </a:defRPr>
            </a:defPPr>
            <a:lvl1pPr algn="r">
              <a:defRPr sz="1125" b="0">
                <a:solidFill>
                  <a:srgbClr val="686868"/>
                </a:solidFill>
                <a:latin typeface="Arial"/>
                <a:ea typeface="Arial"/>
                <a:cs typeface="Arial"/>
              </a:defRPr>
            </a:lvl1pPr>
            <a:lvl2pPr algn="r">
              <a:defRPr sz="1125" b="0">
                <a:solidFill>
                  <a:srgbClr val="686868"/>
                </a:solidFill>
                <a:latin typeface="Arial"/>
                <a:ea typeface="Arial"/>
                <a:cs typeface="Arial"/>
              </a:defRPr>
            </a:lvl2pPr>
            <a:lvl3pPr algn="r">
              <a:defRPr sz="1125" b="0">
                <a:solidFill>
                  <a:srgbClr val="686868"/>
                </a:solidFill>
                <a:latin typeface="Arial"/>
                <a:ea typeface="Arial"/>
                <a:cs typeface="Arial"/>
              </a:defRPr>
            </a:lvl3pPr>
            <a:lvl4pPr algn="r">
              <a:defRPr sz="1125" b="0">
                <a:solidFill>
                  <a:srgbClr val="686868"/>
                </a:solidFill>
                <a:latin typeface="Arial"/>
                <a:ea typeface="Arial"/>
                <a:cs typeface="Arial"/>
              </a:defRPr>
            </a:lvl4pPr>
            <a:lvl5pPr algn="r">
              <a:defRPr sz="1125" b="0">
                <a:solidFill>
                  <a:srgbClr val="686868"/>
                </a:solidFill>
                <a:latin typeface="Arial"/>
                <a:ea typeface="Arial"/>
                <a:cs typeface="Arial"/>
              </a:defRPr>
            </a:lvl5pPr>
            <a:lvl6pPr algn="r">
              <a:defRPr sz="1125" b="0">
                <a:solidFill>
                  <a:srgbClr val="686868"/>
                </a:solidFill>
                <a:latin typeface="Arial"/>
                <a:ea typeface="Arial"/>
                <a:cs typeface="Arial"/>
              </a:defRPr>
            </a:lvl6pPr>
            <a:lvl7pPr algn="r">
              <a:defRPr sz="1125" b="0">
                <a:solidFill>
                  <a:srgbClr val="686868"/>
                </a:solidFill>
                <a:latin typeface="Arial"/>
                <a:ea typeface="Arial"/>
                <a:cs typeface="Arial"/>
              </a:defRPr>
            </a:lvl7pPr>
            <a:lvl8pPr algn="r">
              <a:defRPr sz="1125" b="0">
                <a:solidFill>
                  <a:srgbClr val="686868"/>
                </a:solidFill>
                <a:latin typeface="Arial"/>
                <a:ea typeface="Arial"/>
                <a:cs typeface="Arial"/>
              </a:defRPr>
            </a:lvl8pPr>
            <a:lvl9pPr algn="r">
              <a:defRPr sz="1125" b="0">
                <a:solidFill>
                  <a:srgbClr val="686868"/>
                </a:solidFill>
                <a:latin typeface="Arial"/>
                <a:ea typeface="Arial"/>
                <a:cs typeface="Arial"/>
              </a:defRPr>
            </a:lvl9pPr>
          </a:lstStyle>
          <a:p>
            <a:pPr algn="r">
              <a:defRPr sz="1125" b="0">
                <a:solidFill>
                  <a:srgbClr val="686868"/>
                </a:solidFill>
                <a:latin typeface="Arial"/>
                <a:ea typeface="Arial"/>
                <a:cs typeface="Arial"/>
              </a:defRPr>
            </a:pPr>
            <a:r>
              <a:rPr sz="1125" b="0">
                <a:solidFill>
                  <a:srgbClr val="686868"/>
                </a:solidFill>
                <a:latin typeface="Arial"/>
                <a:ea typeface="Arial"/>
                <a:cs typeface="Arial"/>
              </a:rPr>
              <a:t>DAY 01  ·  12</a:t>
            </a:r>
          </a:p>
        </p:txBody>
      </p:sp>
      <p:sp>
        <p:nvSpPr>
          <p:cNvPr id="4" name="text-92">
            <a:extLst>
              <a:ext uri="{FF2B5EF4-FFF2-40B4-BE49-F238E27FC236}">
                <ns2:creationId id="{9A056C1A-44E0-41F6-A749-31E0D9C1EE80}"/>
              </a:ext>
            </a:extLst>
          </p:cNvPr>
          <p:cNvSpPr>
            <a:spLocks noGrp="1"/>
          </p:cNvSpPr>
          <p:nvPr/>
        </p:nvSpPr>
        <p:spPr>
          <a:xfrm>
            <a:off x="838200" y="1562100"/>
            <a:ext cx="10515600" cy="809625"/>
          </a:xfrm>
          <a:prstGeom prst="rect">
            <a:avLst/>
          </a:prstGeom>
          <a:noFill/>
          <a:ln w="0">
            <a:noFill/>
          </a:ln>
        </p:spPr>
        <p:txBody>
          <a:bodyPr anchor="t">
            <a:noAutofit/>
          </a:bodyPr>
          <a:lstStyle>
            <a:defPPr algn="l">
              <a:defRPr sz="2625" b="1">
                <a:solidFill>
                  <a:srgbClr val="1C1C1C"/>
                </a:solidFill>
                <a:latin typeface="Arial"/>
                <a:ea typeface="Arial"/>
                <a:cs typeface="Arial"/>
              </a:defRPr>
            </a:defPPr>
            <a:lvl1pPr algn="l">
              <a:defRPr sz="2625" b="1">
                <a:solidFill>
                  <a:srgbClr val="1C1C1C"/>
                </a:solidFill>
                <a:latin typeface="Arial"/>
                <a:ea typeface="Arial"/>
                <a:cs typeface="Arial"/>
              </a:defRPr>
            </a:lvl1pPr>
            <a:lvl2pPr algn="l">
              <a:defRPr sz="2625" b="1">
                <a:solidFill>
                  <a:srgbClr val="1C1C1C"/>
                </a:solidFill>
                <a:latin typeface="Arial"/>
                <a:ea typeface="Arial"/>
                <a:cs typeface="Arial"/>
              </a:defRPr>
            </a:lvl2pPr>
            <a:lvl3pPr algn="l">
              <a:defRPr sz="2625" b="1">
                <a:solidFill>
                  <a:srgbClr val="1C1C1C"/>
                </a:solidFill>
                <a:latin typeface="Arial"/>
                <a:ea typeface="Arial"/>
                <a:cs typeface="Arial"/>
              </a:defRPr>
            </a:lvl3pPr>
            <a:lvl4pPr algn="l">
              <a:defRPr sz="2625" b="1">
                <a:solidFill>
                  <a:srgbClr val="1C1C1C"/>
                </a:solidFill>
                <a:latin typeface="Arial"/>
                <a:ea typeface="Arial"/>
                <a:cs typeface="Arial"/>
              </a:defRPr>
            </a:lvl4pPr>
            <a:lvl5pPr algn="l">
              <a:defRPr sz="2625" b="1">
                <a:solidFill>
                  <a:srgbClr val="1C1C1C"/>
                </a:solidFill>
                <a:latin typeface="Arial"/>
                <a:ea typeface="Arial"/>
                <a:cs typeface="Arial"/>
              </a:defRPr>
            </a:lvl5pPr>
            <a:lvl6pPr algn="l">
              <a:defRPr sz="2625" b="1">
                <a:solidFill>
                  <a:srgbClr val="1C1C1C"/>
                </a:solidFill>
                <a:latin typeface="Arial"/>
                <a:ea typeface="Arial"/>
                <a:cs typeface="Arial"/>
              </a:defRPr>
            </a:lvl6pPr>
            <a:lvl7pPr algn="l">
              <a:defRPr sz="2625" b="1">
                <a:solidFill>
                  <a:srgbClr val="1C1C1C"/>
                </a:solidFill>
                <a:latin typeface="Arial"/>
                <a:ea typeface="Arial"/>
                <a:cs typeface="Arial"/>
              </a:defRPr>
            </a:lvl7pPr>
            <a:lvl8pPr algn="l">
              <a:defRPr sz="2625" b="1">
                <a:solidFill>
                  <a:srgbClr val="1C1C1C"/>
                </a:solidFill>
                <a:latin typeface="Arial"/>
                <a:ea typeface="Arial"/>
                <a:cs typeface="Arial"/>
              </a:defRPr>
            </a:lvl8pPr>
            <a:lvl9pPr algn="l">
              <a:defRPr sz="2625" b="1">
                <a:solidFill>
                  <a:srgbClr val="1C1C1C"/>
                </a:solidFill>
                <a:latin typeface="Arial"/>
                <a:ea typeface="Arial"/>
                <a:cs typeface="Arial"/>
              </a:defRPr>
            </a:lvl9pPr>
          </a:lstStyle>
          <a:p>
            <a:pPr algn="l">
              <a:defRPr sz="2625" b="1">
                <a:solidFill>
                  <a:srgbClr val="1C1C1C"/>
                </a:solidFill>
                <a:latin typeface="Arial"/>
                <a:ea typeface="Arial"/>
                <a:cs typeface="Arial"/>
              </a:defRPr>
            </a:pPr>
            <a:r>
              <a:rPr sz="2625" b="1">
                <a:solidFill>
                  <a:srgbClr val="1C1C1C"/>
                </a:solidFill>
                <a:latin typeface="Arial"/>
                <a:ea typeface="Arial"/>
                <a:cs typeface="Arial"/>
              </a:rPr>
              <a:t>The audit becomes a cleanup job</a:t>
            </a:r>
          </a:p>
        </p:txBody>
      </p:sp>
      <p:sp>
        <p:nvSpPr>
          <p:cNvPr id="5" name="text-93">
            <a:extLst>
              <a:ext uri="{FF2B5EF4-FFF2-40B4-BE49-F238E27FC236}">
                <ns2:creationId id="{2C149343-4FAC-4C99-B564-C95736D7F74F}"/>
              </a:ext>
            </a:extLst>
          </p:cNvPr>
          <p:cNvSpPr>
            <a:spLocks noGrp="1"/>
          </p:cNvSpPr>
          <p:nvPr/>
        </p:nvSpPr>
        <p:spPr>
          <a:xfrm>
            <a:off x="838200" y="2800350"/>
            <a:ext cx="2952750" cy="428625"/>
          </a:xfrm>
          <a:prstGeom prst="rect">
            <a:avLst/>
          </a:prstGeom>
          <a:noFill/>
          <a:ln w="0">
            <a:noFill/>
          </a:ln>
        </p:spPr>
        <p:txBody>
          <a:bodyPr anchor="t">
            <a:noAutofit/>
          </a:bodyPr>
          <a:lstStyle>
            <a:defPPr algn="l">
              <a:defRPr sz="1650" b="1">
                <a:solidFill>
                  <a:srgbClr val="686868"/>
                </a:solidFill>
                <a:latin typeface="Arial"/>
                <a:ea typeface="Arial"/>
                <a:cs typeface="Arial"/>
              </a:defRPr>
            </a:defPPr>
            <a:lvl1pPr algn="l">
              <a:defRPr sz="1650" b="1">
                <a:solidFill>
                  <a:srgbClr val="686868"/>
                </a:solidFill>
                <a:latin typeface="Arial"/>
                <a:ea typeface="Arial"/>
                <a:cs typeface="Arial"/>
              </a:defRPr>
            </a:lvl1pPr>
            <a:lvl2pPr algn="l">
              <a:defRPr sz="1650" b="1">
                <a:solidFill>
                  <a:srgbClr val="686868"/>
                </a:solidFill>
                <a:latin typeface="Arial"/>
                <a:ea typeface="Arial"/>
                <a:cs typeface="Arial"/>
              </a:defRPr>
            </a:lvl2pPr>
            <a:lvl3pPr algn="l">
              <a:defRPr sz="1650" b="1">
                <a:solidFill>
                  <a:srgbClr val="686868"/>
                </a:solidFill>
                <a:latin typeface="Arial"/>
                <a:ea typeface="Arial"/>
                <a:cs typeface="Arial"/>
              </a:defRPr>
            </a:lvl3pPr>
            <a:lvl4pPr algn="l">
              <a:defRPr sz="1650" b="1">
                <a:solidFill>
                  <a:srgbClr val="686868"/>
                </a:solidFill>
                <a:latin typeface="Arial"/>
                <a:ea typeface="Arial"/>
                <a:cs typeface="Arial"/>
              </a:defRPr>
            </a:lvl4pPr>
            <a:lvl5pPr algn="l">
              <a:defRPr sz="1650" b="1">
                <a:solidFill>
                  <a:srgbClr val="686868"/>
                </a:solidFill>
                <a:latin typeface="Arial"/>
                <a:ea typeface="Arial"/>
                <a:cs typeface="Arial"/>
              </a:defRPr>
            </a:lvl5pPr>
            <a:lvl6pPr algn="l">
              <a:defRPr sz="1650" b="1">
                <a:solidFill>
                  <a:srgbClr val="686868"/>
                </a:solidFill>
                <a:latin typeface="Arial"/>
                <a:ea typeface="Arial"/>
                <a:cs typeface="Arial"/>
              </a:defRPr>
            </a:lvl6pPr>
            <a:lvl7pPr algn="l">
              <a:defRPr sz="1650" b="1">
                <a:solidFill>
                  <a:srgbClr val="686868"/>
                </a:solidFill>
                <a:latin typeface="Arial"/>
                <a:ea typeface="Arial"/>
                <a:cs typeface="Arial"/>
              </a:defRPr>
            </a:lvl7pPr>
            <a:lvl8pPr algn="l">
              <a:defRPr sz="1650" b="1">
                <a:solidFill>
                  <a:srgbClr val="686868"/>
                </a:solidFill>
                <a:latin typeface="Arial"/>
                <a:ea typeface="Arial"/>
                <a:cs typeface="Arial"/>
              </a:defRPr>
            </a:lvl8pPr>
            <a:lvl9pPr algn="l">
              <a:defRPr sz="1650" b="1">
                <a:solidFill>
                  <a:srgbClr val="686868"/>
                </a:solidFill>
                <a:latin typeface="Arial"/>
                <a:ea typeface="Arial"/>
                <a:cs typeface="Arial"/>
              </a:defRPr>
            </a:lvl9pPr>
          </a:lstStyle>
          <a:p>
            <a:pPr algn="l">
              <a:defRPr sz="1650" b="1">
                <a:solidFill>
                  <a:srgbClr val="686868"/>
                </a:solidFill>
                <a:latin typeface="Arial"/>
                <a:ea typeface="Arial"/>
                <a:cs typeface="Arial"/>
              </a:defRPr>
            </a:pPr>
            <a:r>
              <a:rPr sz="1650" b="1">
                <a:solidFill>
                  <a:srgbClr val="686868"/>
                </a:solidFill>
                <a:latin typeface="Arial"/>
                <a:ea typeface="Arial"/>
                <a:cs typeface="Arial"/>
              </a:rPr>
              <a:t>THE TEMPTATION</a:t>
            </a:r>
          </a:p>
        </p:txBody>
      </p:sp>
      <p:sp>
        <p:nvSpPr>
          <p:cNvPr id="6" name="text-94">
            <a:extLst>
              <a:ext uri="{FF2B5EF4-FFF2-40B4-BE49-F238E27FC236}">
                <ns2:creationId id="{819F9A00-6CA6-4D70-931E-473217946043}"/>
              </a:ext>
            </a:extLst>
          </p:cNvPr>
          <p:cNvSpPr>
            <a:spLocks noGrp="1"/>
          </p:cNvSpPr>
          <p:nvPr/>
        </p:nvSpPr>
        <p:spPr>
          <a:xfrm>
            <a:off x="4133850" y="2714625"/>
            <a:ext cx="7219950" cy="1143000"/>
          </a:xfrm>
          <a:prstGeom prst="rect">
            <a:avLst/>
          </a:prstGeom>
          <a:noFill/>
          <a:ln w="0">
            <a:noFill/>
          </a:ln>
        </p:spPr>
        <p:txBody>
          <a:bodyPr anchor="t">
            <a:noAutofit/>
          </a:bodyPr>
          <a:lstStyle>
            <a:defPPr algn="l">
              <a:defRPr sz="2475" b="0">
                <a:solidFill>
                  <a:srgbClr val="1C1C1C"/>
                </a:solidFill>
                <a:latin typeface="Arial"/>
                <a:ea typeface="Arial"/>
                <a:cs typeface="Arial"/>
              </a:defRPr>
            </a:defPPr>
            <a:lvl1pPr algn="l">
              <a:defRPr sz="2475" b="0">
                <a:solidFill>
                  <a:srgbClr val="1C1C1C"/>
                </a:solidFill>
                <a:latin typeface="Arial"/>
                <a:ea typeface="Arial"/>
                <a:cs typeface="Arial"/>
              </a:defRPr>
            </a:lvl1pPr>
            <a:lvl2pPr algn="l">
              <a:defRPr sz="2475" b="0">
                <a:solidFill>
                  <a:srgbClr val="1C1C1C"/>
                </a:solidFill>
                <a:latin typeface="Arial"/>
                <a:ea typeface="Arial"/>
                <a:cs typeface="Arial"/>
              </a:defRPr>
            </a:lvl2pPr>
            <a:lvl3pPr algn="l">
              <a:defRPr sz="2475" b="0">
                <a:solidFill>
                  <a:srgbClr val="1C1C1C"/>
                </a:solidFill>
                <a:latin typeface="Arial"/>
                <a:ea typeface="Arial"/>
                <a:cs typeface="Arial"/>
              </a:defRPr>
            </a:lvl3pPr>
            <a:lvl4pPr algn="l">
              <a:defRPr sz="2475" b="0">
                <a:solidFill>
                  <a:srgbClr val="1C1C1C"/>
                </a:solidFill>
                <a:latin typeface="Arial"/>
                <a:ea typeface="Arial"/>
                <a:cs typeface="Arial"/>
              </a:defRPr>
            </a:lvl4pPr>
            <a:lvl5pPr algn="l">
              <a:defRPr sz="2475" b="0">
                <a:solidFill>
                  <a:srgbClr val="1C1C1C"/>
                </a:solidFill>
                <a:latin typeface="Arial"/>
                <a:ea typeface="Arial"/>
                <a:cs typeface="Arial"/>
              </a:defRPr>
            </a:lvl5pPr>
            <a:lvl6pPr algn="l">
              <a:defRPr sz="2475" b="0">
                <a:solidFill>
                  <a:srgbClr val="1C1C1C"/>
                </a:solidFill>
                <a:latin typeface="Arial"/>
                <a:ea typeface="Arial"/>
                <a:cs typeface="Arial"/>
              </a:defRPr>
            </a:lvl6pPr>
            <a:lvl7pPr algn="l">
              <a:defRPr sz="2475" b="0">
                <a:solidFill>
                  <a:srgbClr val="1C1C1C"/>
                </a:solidFill>
                <a:latin typeface="Arial"/>
                <a:ea typeface="Arial"/>
                <a:cs typeface="Arial"/>
              </a:defRPr>
            </a:lvl7pPr>
            <a:lvl8pPr algn="l">
              <a:defRPr sz="2475" b="0">
                <a:solidFill>
                  <a:srgbClr val="1C1C1C"/>
                </a:solidFill>
                <a:latin typeface="Arial"/>
                <a:ea typeface="Arial"/>
                <a:cs typeface="Arial"/>
              </a:defRPr>
            </a:lvl8pPr>
            <a:lvl9pPr algn="l">
              <a:defRPr sz="2475" b="0">
                <a:solidFill>
                  <a:srgbClr val="1C1C1C"/>
                </a:solidFill>
                <a:latin typeface="Arial"/>
                <a:ea typeface="Arial"/>
                <a:cs typeface="Arial"/>
              </a:defRPr>
            </a:lvl9pPr>
          </a:lstStyle>
          <a:p>
            <a:pPr algn="l">
              <a:defRPr sz="2475" b="0">
                <a:solidFill>
                  <a:srgbClr val="1C1C1C"/>
                </a:solidFill>
                <a:latin typeface="Arial"/>
                <a:ea typeface="Arial"/>
                <a:cs typeface="Arial"/>
              </a:defRPr>
            </a:pPr>
            <a:r>
              <a:rPr sz="2475" b="0">
                <a:solidFill>
                  <a:srgbClr val="1C1C1C"/>
                </a:solidFill>
                <a:latin typeface="Arial"/>
                <a:ea typeface="Arial"/>
                <a:cs typeface="Arial"/>
              </a:rPr>
              <a:t>“Delete everything that looks old”</a:t>
            </a:r>
          </a:p>
        </p:txBody>
      </p:sp>
      <p:sp>
        <p:nvSpPr>
          <p:cNvPr id="7" name="shape-95">
            <a:extLst>
              <a:ext uri="{FF2B5EF4-FFF2-40B4-BE49-F238E27FC236}">
                <ns2:creationId id="{676682C5-B01D-4318-9D98-2B9FB0014D2A}"/>
              </a:ext>
            </a:extLst>
          </p:cNvPr>
          <p:cNvSpPr>
            <a:spLocks noGrp="1"/>
          </p:cNvSpPr>
          <p:nvPr/>
        </p:nvSpPr>
        <p:spPr>
          <a:xfrm>
            <a:off x="838200" y="4171950"/>
            <a:ext cx="10515600" cy="19050"/>
          </a:xfrm>
          <a:prstGeom prst="rect">
            <a:avLst/>
          </a:prstGeom>
          <a:solidFill>
            <a:srgbClr val="D1372D"/>
          </a:solidFill>
          <a:ln w="0">
            <a:noFill/>
          </a:ln>
        </p:spPr>
      </p:sp>
      <p:sp>
        <p:nvSpPr>
          <p:cNvPr id="8" name="text-96">
            <a:extLst>
              <a:ext uri="{FF2B5EF4-FFF2-40B4-BE49-F238E27FC236}">
                <ns2:creationId id="{ADB2796E-23B5-45E7-A1D3-1DC6204EB3D1}"/>
              </a:ext>
            </a:extLst>
          </p:cNvPr>
          <p:cNvSpPr>
            <a:spLocks noGrp="1"/>
          </p:cNvSpPr>
          <p:nvPr/>
        </p:nvSpPr>
        <p:spPr>
          <a:xfrm>
            <a:off x="838200" y="4629150"/>
            <a:ext cx="2952750" cy="428625"/>
          </a:xfrm>
          <a:prstGeom prst="rect">
            <a:avLst/>
          </a:prstGeom>
          <a:noFill/>
          <a:ln w="0">
            <a:noFill/>
          </a:ln>
        </p:spPr>
        <p:txBody>
          <a:bodyPr anchor="t">
            <a:noAutofit/>
          </a:bodyPr>
          <a:lstStyle>
            <a:defPPr algn="l">
              <a:defRPr sz="1650" b="1">
                <a:solidFill>
                  <a:srgbClr val="D1372D"/>
                </a:solidFill>
                <a:latin typeface="Arial"/>
                <a:ea typeface="Arial"/>
                <a:cs typeface="Arial"/>
              </a:defRPr>
            </a:defPPr>
            <a:lvl1pPr algn="l">
              <a:defRPr sz="1650" b="1">
                <a:solidFill>
                  <a:srgbClr val="D1372D"/>
                </a:solidFill>
                <a:latin typeface="Arial"/>
                <a:ea typeface="Arial"/>
                <a:cs typeface="Arial"/>
              </a:defRPr>
            </a:lvl1pPr>
            <a:lvl2pPr algn="l">
              <a:defRPr sz="1650" b="1">
                <a:solidFill>
                  <a:srgbClr val="D1372D"/>
                </a:solidFill>
                <a:latin typeface="Arial"/>
                <a:ea typeface="Arial"/>
                <a:cs typeface="Arial"/>
              </a:defRPr>
            </a:lvl2pPr>
            <a:lvl3pPr algn="l">
              <a:defRPr sz="1650" b="1">
                <a:solidFill>
                  <a:srgbClr val="D1372D"/>
                </a:solidFill>
                <a:latin typeface="Arial"/>
                <a:ea typeface="Arial"/>
                <a:cs typeface="Arial"/>
              </a:defRPr>
            </a:lvl3pPr>
            <a:lvl4pPr algn="l">
              <a:defRPr sz="1650" b="1">
                <a:solidFill>
                  <a:srgbClr val="D1372D"/>
                </a:solidFill>
                <a:latin typeface="Arial"/>
                <a:ea typeface="Arial"/>
                <a:cs typeface="Arial"/>
              </a:defRPr>
            </a:lvl4pPr>
            <a:lvl5pPr algn="l">
              <a:defRPr sz="1650" b="1">
                <a:solidFill>
                  <a:srgbClr val="D1372D"/>
                </a:solidFill>
                <a:latin typeface="Arial"/>
                <a:ea typeface="Arial"/>
                <a:cs typeface="Arial"/>
              </a:defRPr>
            </a:lvl5pPr>
            <a:lvl6pPr algn="l">
              <a:defRPr sz="1650" b="1">
                <a:solidFill>
                  <a:srgbClr val="D1372D"/>
                </a:solidFill>
                <a:latin typeface="Arial"/>
                <a:ea typeface="Arial"/>
                <a:cs typeface="Arial"/>
              </a:defRPr>
            </a:lvl6pPr>
            <a:lvl7pPr algn="l">
              <a:defRPr sz="1650" b="1">
                <a:solidFill>
                  <a:srgbClr val="D1372D"/>
                </a:solidFill>
                <a:latin typeface="Arial"/>
                <a:ea typeface="Arial"/>
                <a:cs typeface="Arial"/>
              </a:defRPr>
            </a:lvl7pPr>
            <a:lvl8pPr algn="l">
              <a:defRPr sz="1650" b="1">
                <a:solidFill>
                  <a:srgbClr val="D1372D"/>
                </a:solidFill>
                <a:latin typeface="Arial"/>
                <a:ea typeface="Arial"/>
                <a:cs typeface="Arial"/>
              </a:defRPr>
            </a:lvl8pPr>
            <a:lvl9pPr algn="l">
              <a:defRPr sz="1650" b="1">
                <a:solidFill>
                  <a:srgbClr val="D1372D"/>
                </a:solidFill>
                <a:latin typeface="Arial"/>
                <a:ea typeface="Arial"/>
                <a:cs typeface="Arial"/>
              </a:defRPr>
            </a:lvl9pPr>
          </a:lstStyle>
          <a:p>
            <a:pPr algn="l">
              <a:defRPr sz="1650" b="1">
                <a:solidFill>
                  <a:srgbClr val="D1372D"/>
                </a:solidFill>
                <a:latin typeface="Arial"/>
                <a:ea typeface="Arial"/>
                <a:cs typeface="Arial"/>
              </a:defRPr>
            </a:pPr>
            <a:r>
              <a:rPr sz="1650" b="1">
                <a:solidFill>
                  <a:srgbClr val="D1372D"/>
                </a:solidFill>
                <a:latin typeface="Arial"/>
                <a:ea typeface="Arial"/>
                <a:cs typeface="Arial"/>
              </a:rPr>
              <a:t>THE REPAIR</a:t>
            </a:r>
          </a:p>
        </p:txBody>
      </p:sp>
      <p:sp>
        <p:nvSpPr>
          <p:cNvPr id="9" name="text-97">
            <a:extLst>
              <a:ext uri="{FF2B5EF4-FFF2-40B4-BE49-F238E27FC236}">
                <ns2:creationId id="{360EA385-ED45-416D-9692-7484E6C70FA2}"/>
              </a:ext>
            </a:extLst>
          </p:cNvPr>
          <p:cNvSpPr>
            <a:spLocks noGrp="1"/>
          </p:cNvSpPr>
          <p:nvPr/>
        </p:nvSpPr>
        <p:spPr>
          <a:xfrm>
            <a:off x="4133850" y="4505325"/>
            <a:ext cx="7219950" cy="1409700"/>
          </a:xfrm>
          <a:prstGeom prst="rect">
            <a:avLst/>
          </a:prstGeom>
          <a:noFill/>
          <a:ln w="0">
            <a:noFill/>
          </a:ln>
        </p:spPr>
        <p:txBody>
          <a:bodyPr anchor="t">
            <a:noAutofit/>
          </a:bodyPr>
          <a:lstStyle>
            <a:defPPr algn="l">
              <a:defRPr sz="2475" b="1">
                <a:solidFill>
                  <a:srgbClr val="1C1C1C"/>
                </a:solidFill>
                <a:latin typeface="Arial"/>
                <a:ea typeface="Arial"/>
                <a:cs typeface="Arial"/>
              </a:defRPr>
            </a:defPPr>
            <a:lvl1pPr algn="l">
              <a:defRPr sz="2475" b="1">
                <a:solidFill>
                  <a:srgbClr val="1C1C1C"/>
                </a:solidFill>
                <a:latin typeface="Arial"/>
                <a:ea typeface="Arial"/>
                <a:cs typeface="Arial"/>
              </a:defRPr>
            </a:lvl1pPr>
            <a:lvl2pPr algn="l">
              <a:defRPr sz="2475" b="1">
                <a:solidFill>
                  <a:srgbClr val="1C1C1C"/>
                </a:solidFill>
                <a:latin typeface="Arial"/>
                <a:ea typeface="Arial"/>
                <a:cs typeface="Arial"/>
              </a:defRPr>
            </a:lvl2pPr>
            <a:lvl3pPr algn="l">
              <a:defRPr sz="2475" b="1">
                <a:solidFill>
                  <a:srgbClr val="1C1C1C"/>
                </a:solidFill>
                <a:latin typeface="Arial"/>
                <a:ea typeface="Arial"/>
                <a:cs typeface="Arial"/>
              </a:defRPr>
            </a:lvl3pPr>
            <a:lvl4pPr algn="l">
              <a:defRPr sz="2475" b="1">
                <a:solidFill>
                  <a:srgbClr val="1C1C1C"/>
                </a:solidFill>
                <a:latin typeface="Arial"/>
                <a:ea typeface="Arial"/>
                <a:cs typeface="Arial"/>
              </a:defRPr>
            </a:lvl4pPr>
            <a:lvl5pPr algn="l">
              <a:defRPr sz="2475" b="1">
                <a:solidFill>
                  <a:srgbClr val="1C1C1C"/>
                </a:solidFill>
                <a:latin typeface="Arial"/>
                <a:ea typeface="Arial"/>
                <a:cs typeface="Arial"/>
              </a:defRPr>
            </a:lvl5pPr>
            <a:lvl6pPr algn="l">
              <a:defRPr sz="2475" b="1">
                <a:solidFill>
                  <a:srgbClr val="1C1C1C"/>
                </a:solidFill>
                <a:latin typeface="Arial"/>
                <a:ea typeface="Arial"/>
                <a:cs typeface="Arial"/>
              </a:defRPr>
            </a:lvl6pPr>
            <a:lvl7pPr algn="l">
              <a:defRPr sz="2475" b="1">
                <a:solidFill>
                  <a:srgbClr val="1C1C1C"/>
                </a:solidFill>
                <a:latin typeface="Arial"/>
                <a:ea typeface="Arial"/>
                <a:cs typeface="Arial"/>
              </a:defRPr>
            </a:lvl7pPr>
            <a:lvl8pPr algn="l">
              <a:defRPr sz="2475" b="1">
                <a:solidFill>
                  <a:srgbClr val="1C1C1C"/>
                </a:solidFill>
                <a:latin typeface="Arial"/>
                <a:ea typeface="Arial"/>
                <a:cs typeface="Arial"/>
              </a:defRPr>
            </a:lvl8pPr>
            <a:lvl9pPr algn="l">
              <a:defRPr sz="2475" b="1">
                <a:solidFill>
                  <a:srgbClr val="1C1C1C"/>
                </a:solidFill>
                <a:latin typeface="Arial"/>
                <a:ea typeface="Arial"/>
                <a:cs typeface="Arial"/>
              </a:defRPr>
            </a:lvl9pPr>
          </a:lstStyle>
          <a:p>
            <a:pPr algn="l">
              <a:defRPr sz="2475" b="1">
                <a:solidFill>
                  <a:srgbClr val="1C1C1C"/>
                </a:solidFill>
                <a:latin typeface="Arial"/>
                <a:ea typeface="Arial"/>
                <a:cs typeface="Arial"/>
              </a:defRPr>
            </a:pPr>
            <a:r>
              <a:rPr sz="2475" b="1">
                <a:solidFill>
                  <a:srgbClr val="1C1C1C"/>
                </a:solidFill>
                <a:latin typeface="Arial"/>
                <a:ea typeface="Arial"/>
                <a:cs typeface="Arial"/>
              </a:rPr>
              <a:t>“List candidates, evidence, and a recovery path first”</a:t>
            </a:r>
          </a:p>
        </p:txBody>
      </p:sp>
    </p:spTree>
    <p:extLst>
      <p:ext uri="{BB962C8B-B14F-4D97-AF65-F5344CB8AC3E}">
        <ns3:creationId val="1345256092"/>
      </p:ext>
    </p:extLst>
  </p:cSld>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8F5F0"/>
        </a:solidFill>
      </p:bgPr>
    </p:bg>
    <p:spTree>
      <p:nvGrpSpPr>
        <p:cNvPr id="1" name=""/>
        <p:cNvGrpSpPr/>
        <p:nvPr/>
      </p:nvGrpSpPr>
      <p:grpSpPr>
        <a:xfrm/>
      </p:grpSpPr>
      <p:sp>
        <p:nvSpPr>
          <p:cNvPr id="7" name="text-98">
            <a:extLst>
              <a:ext uri="{FF2B5EF4-FFF2-40B4-BE49-F238E27FC236}">
                <ns2:creationId id="{333CE0A0-9A34-4734-BE77-7A11CBFDADDE}"/>
              </a:ext>
            </a:extLst>
          </p:cNvPr>
          <p:cNvSpPr>
            <a:spLocks noGrp="1"/>
          </p:cNvSpPr>
          <p:nvPr/>
        </p:nvSpPr>
        <p:spPr>
          <a:xfrm>
            <a:off x="609600" y="419100"/>
            <a:ext cx="10972800" cy="723900"/>
          </a:xfrm>
          <a:prstGeom prst="rect">
            <a:avLst/>
          </a:prstGeom>
          <a:noFill/>
          <a:ln w="0">
            <a:noFill/>
          </a:ln>
        </p:spPr>
        <p:txBody>
          <a:bodyPr anchor="t">
            <a:noAutofit/>
          </a:bodyPr>
          <a:lstStyle>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a:pPr algn="ctr">
              <a:defRPr sz="3600" b="1">
                <a:solidFill>
                  <a:srgbClr val="1C1C1C"/>
                </a:solidFill>
                <a:latin typeface="Arial"/>
                <a:ea typeface="Arial"/>
                <a:cs typeface="Arial"/>
              </a:defRPr>
            </a:pPr>
            <a:r>
              <a:rPr sz="3600" b="1">
                <a:solidFill>
                  <a:srgbClr val="1C1C1C"/>
                </a:solidFill>
                <a:latin typeface="Arial"/>
                <a:ea typeface="Arial"/>
                <a:cs typeface="Arial"/>
              </a:rPr>
              <a:t>A question worth working through</a:t>
            </a:r>
          </a:p>
        </p:txBody>
      </p:sp>
      <p:sp>
        <p:nvSpPr>
          <p:cNvPr id="2" name="text-99">
            <a:extLst>
              <a:ext uri="{FF2B5EF4-FFF2-40B4-BE49-F238E27FC236}">
                <ns2:creationId id="{528B2693-9CD6-47DD-BF7B-25CC8A26A13D}"/>
              </a:ext>
            </a:extLst>
          </p:cNvPr>
          <p:cNvSpPr>
            <a:spLocks noGrp="1"/>
          </p:cNvSpPr>
          <p:nvPr/>
        </p:nvSpPr>
        <p:spPr>
          <a:xfrm>
            <a:off x="609600" y="6486525"/>
            <a:ext cx="4286250" cy="228600"/>
          </a:xfrm>
          <a:prstGeom prst="rect">
            <a:avLst/>
          </a:prstGeom>
          <a:noFill/>
          <a:ln w="0">
            <a:noFill/>
          </a:ln>
        </p:spPr>
        <p:txBody>
          <a:bodyPr anchor="t">
            <a:noAutofit/>
          </a:bodyPr>
          <a:lstStyle>
            <a:defPPr algn="l">
              <a:defRPr sz="1125" b="0">
                <a:solidFill>
                  <a:srgbClr val="686868"/>
                </a:solidFill>
                <a:latin typeface="Arial"/>
                <a:ea typeface="Arial"/>
                <a:cs typeface="Arial"/>
              </a:defRPr>
            </a:defPPr>
            <a:lvl1pPr algn="l">
              <a:defRPr sz="1125" b="0">
                <a:solidFill>
                  <a:srgbClr val="686868"/>
                </a:solidFill>
                <a:latin typeface="Arial"/>
                <a:ea typeface="Arial"/>
                <a:cs typeface="Arial"/>
              </a:defRPr>
            </a:lvl1pPr>
            <a:lvl2pPr algn="l">
              <a:defRPr sz="1125" b="0">
                <a:solidFill>
                  <a:srgbClr val="686868"/>
                </a:solidFill>
                <a:latin typeface="Arial"/>
                <a:ea typeface="Arial"/>
                <a:cs typeface="Arial"/>
              </a:defRPr>
            </a:lvl2pPr>
            <a:lvl3pPr algn="l">
              <a:defRPr sz="1125" b="0">
                <a:solidFill>
                  <a:srgbClr val="686868"/>
                </a:solidFill>
                <a:latin typeface="Arial"/>
                <a:ea typeface="Arial"/>
                <a:cs typeface="Arial"/>
              </a:defRPr>
            </a:lvl3pPr>
            <a:lvl4pPr algn="l">
              <a:defRPr sz="1125" b="0">
                <a:solidFill>
                  <a:srgbClr val="686868"/>
                </a:solidFill>
                <a:latin typeface="Arial"/>
                <a:ea typeface="Arial"/>
                <a:cs typeface="Arial"/>
              </a:defRPr>
            </a:lvl4pPr>
            <a:lvl5pPr algn="l">
              <a:defRPr sz="1125" b="0">
                <a:solidFill>
                  <a:srgbClr val="686868"/>
                </a:solidFill>
                <a:latin typeface="Arial"/>
                <a:ea typeface="Arial"/>
                <a:cs typeface="Arial"/>
              </a:defRPr>
            </a:lvl5pPr>
            <a:lvl6pPr algn="l">
              <a:defRPr sz="1125" b="0">
                <a:solidFill>
                  <a:srgbClr val="686868"/>
                </a:solidFill>
                <a:latin typeface="Arial"/>
                <a:ea typeface="Arial"/>
                <a:cs typeface="Arial"/>
              </a:defRPr>
            </a:lvl6pPr>
            <a:lvl7pPr algn="l">
              <a:defRPr sz="1125" b="0">
                <a:solidFill>
                  <a:srgbClr val="686868"/>
                </a:solidFill>
                <a:latin typeface="Arial"/>
                <a:ea typeface="Arial"/>
                <a:cs typeface="Arial"/>
              </a:defRPr>
            </a:lvl7pPr>
            <a:lvl8pPr algn="l">
              <a:defRPr sz="1125" b="0">
                <a:solidFill>
                  <a:srgbClr val="686868"/>
                </a:solidFill>
                <a:latin typeface="Arial"/>
                <a:ea typeface="Arial"/>
                <a:cs typeface="Arial"/>
              </a:defRPr>
            </a:lvl8pPr>
            <a:lvl9pPr algn="l">
              <a:defRPr sz="1125" b="0">
                <a:solidFill>
                  <a:srgbClr val="686868"/>
                </a:solidFill>
                <a:latin typeface="Arial"/>
                <a:ea typeface="Arial"/>
                <a:cs typeface="Arial"/>
              </a:defRPr>
            </a:lvl9pPr>
          </a:lstStyle>
          <a:p>
            <a:pPr algn="l">
              <a:defRPr sz="1125" b="0">
                <a:solidFill>
                  <a:srgbClr val="686868"/>
                </a:solidFill>
                <a:latin typeface="Arial"/>
                <a:ea typeface="Arial"/>
                <a:cs typeface="Arial"/>
              </a:defRPr>
            </a:pPr>
            <a:r>
              <a:rPr sz="1125" b="0">
                <a:solidFill>
                  <a:srgbClr val="686868"/>
                </a:solidFill>
                <a:latin typeface="Arial"/>
                <a:ea typeface="Arial"/>
                <a:cs typeface="Arial"/>
              </a:rPr>
              <a:t>CODEX &amp; COFFEE</a:t>
            </a:r>
          </a:p>
        </p:txBody>
      </p:sp>
      <p:sp>
        <p:nvSpPr>
          <p:cNvPr id="3" name="text-100">
            <a:extLst>
              <a:ext uri="{FF2B5EF4-FFF2-40B4-BE49-F238E27FC236}">
                <ns2:creationId id="{5412F8FC-334E-4053-97D1-683C8D96C554}"/>
              </a:ext>
            </a:extLst>
          </p:cNvPr>
          <p:cNvSpPr>
            <a:spLocks noGrp="1"/>
          </p:cNvSpPr>
          <p:nvPr/>
        </p:nvSpPr>
        <p:spPr>
          <a:xfrm>
            <a:off x="9525000" y="6486525"/>
            <a:ext cx="2057400" cy="228600"/>
          </a:xfrm>
          <a:prstGeom prst="rect">
            <a:avLst/>
          </a:prstGeom>
          <a:noFill/>
          <a:ln w="0">
            <a:noFill/>
          </a:ln>
        </p:spPr>
        <p:txBody>
          <a:bodyPr anchor="t">
            <a:noAutofit/>
          </a:bodyPr>
          <a:lstStyle>
            <a:defPPr algn="r">
              <a:defRPr sz="1125" b="0">
                <a:solidFill>
                  <a:srgbClr val="686868"/>
                </a:solidFill>
                <a:latin typeface="Arial"/>
                <a:ea typeface="Arial"/>
                <a:cs typeface="Arial"/>
              </a:defRPr>
            </a:defPPr>
            <a:lvl1pPr algn="r">
              <a:defRPr sz="1125" b="0">
                <a:solidFill>
                  <a:srgbClr val="686868"/>
                </a:solidFill>
                <a:latin typeface="Arial"/>
                <a:ea typeface="Arial"/>
                <a:cs typeface="Arial"/>
              </a:defRPr>
            </a:lvl1pPr>
            <a:lvl2pPr algn="r">
              <a:defRPr sz="1125" b="0">
                <a:solidFill>
                  <a:srgbClr val="686868"/>
                </a:solidFill>
                <a:latin typeface="Arial"/>
                <a:ea typeface="Arial"/>
                <a:cs typeface="Arial"/>
              </a:defRPr>
            </a:lvl2pPr>
            <a:lvl3pPr algn="r">
              <a:defRPr sz="1125" b="0">
                <a:solidFill>
                  <a:srgbClr val="686868"/>
                </a:solidFill>
                <a:latin typeface="Arial"/>
                <a:ea typeface="Arial"/>
                <a:cs typeface="Arial"/>
              </a:defRPr>
            </a:lvl3pPr>
            <a:lvl4pPr algn="r">
              <a:defRPr sz="1125" b="0">
                <a:solidFill>
                  <a:srgbClr val="686868"/>
                </a:solidFill>
                <a:latin typeface="Arial"/>
                <a:ea typeface="Arial"/>
                <a:cs typeface="Arial"/>
              </a:defRPr>
            </a:lvl4pPr>
            <a:lvl5pPr algn="r">
              <a:defRPr sz="1125" b="0">
                <a:solidFill>
                  <a:srgbClr val="686868"/>
                </a:solidFill>
                <a:latin typeface="Arial"/>
                <a:ea typeface="Arial"/>
                <a:cs typeface="Arial"/>
              </a:defRPr>
            </a:lvl5pPr>
            <a:lvl6pPr algn="r">
              <a:defRPr sz="1125" b="0">
                <a:solidFill>
                  <a:srgbClr val="686868"/>
                </a:solidFill>
                <a:latin typeface="Arial"/>
                <a:ea typeface="Arial"/>
                <a:cs typeface="Arial"/>
              </a:defRPr>
            </a:lvl6pPr>
            <a:lvl7pPr algn="r">
              <a:defRPr sz="1125" b="0">
                <a:solidFill>
                  <a:srgbClr val="686868"/>
                </a:solidFill>
                <a:latin typeface="Arial"/>
                <a:ea typeface="Arial"/>
                <a:cs typeface="Arial"/>
              </a:defRPr>
            </a:lvl7pPr>
            <a:lvl8pPr algn="r">
              <a:defRPr sz="1125" b="0">
                <a:solidFill>
                  <a:srgbClr val="686868"/>
                </a:solidFill>
                <a:latin typeface="Arial"/>
                <a:ea typeface="Arial"/>
                <a:cs typeface="Arial"/>
              </a:defRPr>
            </a:lvl8pPr>
            <a:lvl9pPr algn="r">
              <a:defRPr sz="1125" b="0">
                <a:solidFill>
                  <a:srgbClr val="686868"/>
                </a:solidFill>
                <a:latin typeface="Arial"/>
                <a:ea typeface="Arial"/>
                <a:cs typeface="Arial"/>
              </a:defRPr>
            </a:lvl9pPr>
          </a:lstStyle>
          <a:p>
            <a:pPr algn="r">
              <a:defRPr sz="1125" b="0">
                <a:solidFill>
                  <a:srgbClr val="686868"/>
                </a:solidFill>
                <a:latin typeface="Arial"/>
                <a:ea typeface="Arial"/>
                <a:cs typeface="Arial"/>
              </a:defRPr>
            </a:pPr>
            <a:r>
              <a:rPr sz="1125" b="0">
                <a:solidFill>
                  <a:srgbClr val="686868"/>
                </a:solidFill>
                <a:latin typeface="Arial"/>
                <a:ea typeface="Arial"/>
                <a:cs typeface="Arial"/>
              </a:rPr>
              <a:t>DAY 01  ·  13</a:t>
            </a:r>
          </a:p>
        </p:txBody>
      </p:sp>
      <p:sp>
        <p:nvSpPr>
          <p:cNvPr id="4" name="text-101">
            <a:extLst>
              <a:ext uri="{FF2B5EF4-FFF2-40B4-BE49-F238E27FC236}">
                <ns2:creationId id="{16E13AA9-8021-4EBC-BF3D-17D87A2A1270}"/>
              </a:ext>
            </a:extLst>
          </p:cNvPr>
          <p:cNvSpPr>
            <a:spLocks noGrp="1"/>
          </p:cNvSpPr>
          <p:nvPr/>
        </p:nvSpPr>
        <p:spPr>
          <a:xfrm>
            <a:off x="914400" y="1704975"/>
            <a:ext cx="10363200" cy="1543050"/>
          </a:xfrm>
          <a:prstGeom prst="rect">
            <a:avLst/>
          </a:prstGeom>
          <a:noFill/>
          <a:ln w="0">
            <a:noFill/>
          </a:ln>
        </p:spPr>
        <p:txBody>
          <a:bodyPr anchor="t">
            <a:noAutofit/>
          </a:bodyPr>
          <a:lstStyle>
            <a:defPPr algn="l">
              <a:defRPr sz="3225" b="1">
                <a:solidFill>
                  <a:srgbClr val="1C1C1C"/>
                </a:solidFill>
                <a:latin typeface="Arial"/>
                <a:ea typeface="Arial"/>
                <a:cs typeface="Arial"/>
              </a:defRPr>
            </a:defPPr>
            <a:lvl1pPr algn="l">
              <a:defRPr sz="3225" b="1">
                <a:solidFill>
                  <a:srgbClr val="1C1C1C"/>
                </a:solidFill>
                <a:latin typeface="Arial"/>
                <a:ea typeface="Arial"/>
                <a:cs typeface="Arial"/>
              </a:defRPr>
            </a:lvl1pPr>
            <a:lvl2pPr algn="l">
              <a:defRPr sz="3225" b="1">
                <a:solidFill>
                  <a:srgbClr val="1C1C1C"/>
                </a:solidFill>
                <a:latin typeface="Arial"/>
                <a:ea typeface="Arial"/>
                <a:cs typeface="Arial"/>
              </a:defRPr>
            </a:lvl2pPr>
            <a:lvl3pPr algn="l">
              <a:defRPr sz="3225" b="1">
                <a:solidFill>
                  <a:srgbClr val="1C1C1C"/>
                </a:solidFill>
                <a:latin typeface="Arial"/>
                <a:ea typeface="Arial"/>
                <a:cs typeface="Arial"/>
              </a:defRPr>
            </a:lvl3pPr>
            <a:lvl4pPr algn="l">
              <a:defRPr sz="3225" b="1">
                <a:solidFill>
                  <a:srgbClr val="1C1C1C"/>
                </a:solidFill>
                <a:latin typeface="Arial"/>
                <a:ea typeface="Arial"/>
                <a:cs typeface="Arial"/>
              </a:defRPr>
            </a:lvl4pPr>
            <a:lvl5pPr algn="l">
              <a:defRPr sz="3225" b="1">
                <a:solidFill>
                  <a:srgbClr val="1C1C1C"/>
                </a:solidFill>
                <a:latin typeface="Arial"/>
                <a:ea typeface="Arial"/>
                <a:cs typeface="Arial"/>
              </a:defRPr>
            </a:lvl5pPr>
            <a:lvl6pPr algn="l">
              <a:defRPr sz="3225" b="1">
                <a:solidFill>
                  <a:srgbClr val="1C1C1C"/>
                </a:solidFill>
                <a:latin typeface="Arial"/>
                <a:ea typeface="Arial"/>
                <a:cs typeface="Arial"/>
              </a:defRPr>
            </a:lvl6pPr>
            <a:lvl7pPr algn="l">
              <a:defRPr sz="3225" b="1">
                <a:solidFill>
                  <a:srgbClr val="1C1C1C"/>
                </a:solidFill>
                <a:latin typeface="Arial"/>
                <a:ea typeface="Arial"/>
                <a:cs typeface="Arial"/>
              </a:defRPr>
            </a:lvl7pPr>
            <a:lvl8pPr algn="l">
              <a:defRPr sz="3225" b="1">
                <a:solidFill>
                  <a:srgbClr val="1C1C1C"/>
                </a:solidFill>
                <a:latin typeface="Arial"/>
                <a:ea typeface="Arial"/>
                <a:cs typeface="Arial"/>
              </a:defRPr>
            </a:lvl8pPr>
            <a:lvl9pPr algn="l">
              <a:defRPr sz="3225" b="1">
                <a:solidFill>
                  <a:srgbClr val="1C1C1C"/>
                </a:solidFill>
                <a:latin typeface="Arial"/>
                <a:ea typeface="Arial"/>
                <a:cs typeface="Arial"/>
              </a:defRPr>
            </a:lvl9pPr>
          </a:lstStyle>
          <a:p>
            <a:pPr algn="l">
              <a:defRPr sz="3225" b="1">
                <a:solidFill>
                  <a:srgbClr val="1C1C1C"/>
                </a:solidFill>
                <a:latin typeface="Arial"/>
                <a:ea typeface="Arial"/>
                <a:cs typeface="Arial"/>
              </a:defRPr>
            </a:pPr>
            <a:r>
              <a:rPr sz="3225" b="1">
                <a:solidFill>
                  <a:srgbClr val="1C1C1C"/>
                </a:solidFill>
                <a:latin typeface="Arial"/>
                <a:ea typeface="Arial"/>
                <a:cs typeface="Arial"/>
              </a:rPr>
              <a:t>How can I tell whether a file is actually unused?</a:t>
            </a:r>
          </a:p>
        </p:txBody>
      </p:sp>
      <p:sp>
        <p:nvSpPr>
          <p:cNvPr id="5" name="shape-102">
            <a:extLst>
              <a:ext uri="{FF2B5EF4-FFF2-40B4-BE49-F238E27FC236}">
                <ns2:creationId id="{841782A6-5824-41BC-BC9D-ADC5D7D60AF9}"/>
              </a:ext>
            </a:extLst>
          </p:cNvPr>
          <p:cNvSpPr>
            <a:spLocks noGrp="1"/>
          </p:cNvSpPr>
          <p:nvPr/>
        </p:nvSpPr>
        <p:spPr>
          <a:xfrm>
            <a:off x="914400" y="3638550"/>
            <a:ext cx="10363200" cy="19050"/>
          </a:xfrm>
          <a:prstGeom prst="rect">
            <a:avLst/>
          </a:prstGeom>
          <a:solidFill>
            <a:srgbClr val="D1372D"/>
          </a:solidFill>
          <a:ln w="0">
            <a:noFill/>
          </a:ln>
        </p:spPr>
      </p:sp>
      <p:sp>
        <p:nvSpPr>
          <p:cNvPr id="6" name="text-103">
            <a:extLst>
              <a:ext uri="{FF2B5EF4-FFF2-40B4-BE49-F238E27FC236}">
                <ns2:creationId id="{AC163835-8367-4C66-9038-E0B6E9D6FC86}"/>
              </a:ext>
            </a:extLst>
          </p:cNvPr>
          <p:cNvSpPr>
            <a:spLocks noGrp="1"/>
          </p:cNvSpPr>
          <p:nvPr/>
        </p:nvSpPr>
        <p:spPr>
          <a:xfrm>
            <a:off x="914400" y="4038600"/>
            <a:ext cx="10363200" cy="1981200"/>
          </a:xfrm>
          <a:prstGeom prst="rect">
            <a:avLst/>
          </a:prstGeom>
          <a:noFill/>
          <a:ln w="0">
            <a:noFill/>
          </a:ln>
        </p:spPr>
        <p:txBody>
          <a:bodyPr anchor="t">
            <a:noAutofit/>
          </a:bodyPr>
          <a:lstStyle>
            <a:defPPr algn="l">
              <a:defRPr sz="2475" b="0">
                <a:solidFill>
                  <a:srgbClr val="1C1C1C"/>
                </a:solidFill>
                <a:latin typeface="Arial"/>
                <a:ea typeface="Arial"/>
                <a:cs typeface="Arial"/>
              </a:defRPr>
            </a:defPPr>
            <a:lvl1pPr algn="l">
              <a:defRPr sz="2475" b="0">
                <a:solidFill>
                  <a:srgbClr val="1C1C1C"/>
                </a:solidFill>
                <a:latin typeface="Arial"/>
                <a:ea typeface="Arial"/>
                <a:cs typeface="Arial"/>
              </a:defRPr>
            </a:lvl1pPr>
            <a:lvl2pPr algn="l">
              <a:defRPr sz="2475" b="0">
                <a:solidFill>
                  <a:srgbClr val="1C1C1C"/>
                </a:solidFill>
                <a:latin typeface="Arial"/>
                <a:ea typeface="Arial"/>
                <a:cs typeface="Arial"/>
              </a:defRPr>
            </a:lvl2pPr>
            <a:lvl3pPr algn="l">
              <a:defRPr sz="2475" b="0">
                <a:solidFill>
                  <a:srgbClr val="1C1C1C"/>
                </a:solidFill>
                <a:latin typeface="Arial"/>
                <a:ea typeface="Arial"/>
                <a:cs typeface="Arial"/>
              </a:defRPr>
            </a:lvl3pPr>
            <a:lvl4pPr algn="l">
              <a:defRPr sz="2475" b="0">
                <a:solidFill>
                  <a:srgbClr val="1C1C1C"/>
                </a:solidFill>
                <a:latin typeface="Arial"/>
                <a:ea typeface="Arial"/>
                <a:cs typeface="Arial"/>
              </a:defRPr>
            </a:lvl4pPr>
            <a:lvl5pPr algn="l">
              <a:defRPr sz="2475" b="0">
                <a:solidFill>
                  <a:srgbClr val="1C1C1C"/>
                </a:solidFill>
                <a:latin typeface="Arial"/>
                <a:ea typeface="Arial"/>
                <a:cs typeface="Arial"/>
              </a:defRPr>
            </a:lvl5pPr>
            <a:lvl6pPr algn="l">
              <a:defRPr sz="2475" b="0">
                <a:solidFill>
                  <a:srgbClr val="1C1C1C"/>
                </a:solidFill>
                <a:latin typeface="Arial"/>
                <a:ea typeface="Arial"/>
                <a:cs typeface="Arial"/>
              </a:defRPr>
            </a:lvl6pPr>
            <a:lvl7pPr algn="l">
              <a:defRPr sz="2475" b="0">
                <a:solidFill>
                  <a:srgbClr val="1C1C1C"/>
                </a:solidFill>
                <a:latin typeface="Arial"/>
                <a:ea typeface="Arial"/>
                <a:cs typeface="Arial"/>
              </a:defRPr>
            </a:lvl7pPr>
            <a:lvl8pPr algn="l">
              <a:defRPr sz="2475" b="0">
                <a:solidFill>
                  <a:srgbClr val="1C1C1C"/>
                </a:solidFill>
                <a:latin typeface="Arial"/>
                <a:ea typeface="Arial"/>
                <a:cs typeface="Arial"/>
              </a:defRPr>
            </a:lvl8pPr>
            <a:lvl9pPr algn="l">
              <a:defRPr sz="2475" b="0">
                <a:solidFill>
                  <a:srgbClr val="1C1C1C"/>
                </a:solidFill>
                <a:latin typeface="Arial"/>
                <a:ea typeface="Arial"/>
                <a:cs typeface="Arial"/>
              </a:defRPr>
            </a:lvl9pPr>
          </a:lstStyle>
          <a:p>
            <a:pPr algn="l">
              <a:defRPr sz="2475" b="0">
                <a:solidFill>
                  <a:srgbClr val="1C1C1C"/>
                </a:solidFill>
                <a:latin typeface="Arial"/>
                <a:ea typeface="Arial"/>
                <a:cs typeface="Arial"/>
              </a:defRPr>
            </a:pPr>
            <a:r>
              <a:rPr sz="2475" b="0">
                <a:solidFill>
                  <a:srgbClr val="1C1C1C"/>
                </a:solidFill>
                <a:latin typeface="Arial"/>
                <a:ea typeface="Arial"/>
                <a:cs typeface="Arial"/>
              </a:rPr>
              <a:t>Look for references, recent use, generated-file rules, and ownership. Missing evidence is a reason to investigate, not proof that deletion is safe.</a:t>
            </a:r>
          </a:p>
        </p:txBody>
      </p:sp>
    </p:spTree>
    <p:extLst>
      <p:ext uri="{BB962C8B-B14F-4D97-AF65-F5344CB8AC3E}">
        <ns3:creationId val="1590774515"/>
      </p:ext>
    </p:extLst>
  </p:cSld>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E7EEE6"/>
        </a:solidFill>
      </p:bgPr>
    </p:bg>
    <p:spTree>
      <p:nvGrpSpPr>
        <p:cNvPr id="1" name=""/>
        <p:cNvGrpSpPr/>
        <p:nvPr/>
      </p:nvGrpSpPr>
      <p:grpSpPr>
        <a:xfrm/>
      </p:grpSpPr>
      <p:sp>
        <p:nvSpPr>
          <p:cNvPr id="7" name="text-104">
            <a:extLst>
              <a:ext uri="{FF2B5EF4-FFF2-40B4-BE49-F238E27FC236}">
                <ns2:creationId id="{E399C6A2-064B-49CA-8CDD-2101B7981B57}"/>
              </a:ext>
            </a:extLst>
          </p:cNvPr>
          <p:cNvSpPr>
            <a:spLocks noGrp="1"/>
          </p:cNvSpPr>
          <p:nvPr/>
        </p:nvSpPr>
        <p:spPr>
          <a:xfrm>
            <a:off x="609600" y="419100"/>
            <a:ext cx="10972800" cy="723900"/>
          </a:xfrm>
          <a:prstGeom prst="rect">
            <a:avLst/>
          </a:prstGeom>
          <a:noFill/>
          <a:ln w="0">
            <a:noFill/>
          </a:ln>
        </p:spPr>
        <p:txBody>
          <a:bodyPr anchor="t">
            <a:noAutofit/>
          </a:bodyPr>
          <a:lstStyle>
            <a:defPPr algn="ctr">
              <a:defRPr sz="3600" b="1">
                <a:solidFill>
                  <a:srgbClr val="1C1C1C"/>
                </a:solidFill>
                <a:latin typeface="Arial"/>
                <a:ea typeface="Arial"/>
                <a:cs typeface="Arial"/>
              </a:defRPr>
            </a:defPPr>
            <a:lvl1pPr algn="ctr">
              <a:defRPr sz="3600" b="1">
                <a:solidFill>
                  <a:srgbClr val="1C1C1C"/>
                </a:solidFill>
                <a:latin typeface="Arial"/>
                <a:ea typeface="Arial"/>
                <a:cs typeface="Arial"/>
              </a:defRPr>
            </a:lvl1pPr>
            <a:lvl2pPr algn="ctr">
              <a:defRPr sz="3600" b="1">
                <a:solidFill>
                  <a:srgbClr val="1C1C1C"/>
                </a:solidFill>
                <a:latin typeface="Arial"/>
                <a:ea typeface="Arial"/>
                <a:cs typeface="Arial"/>
              </a:defRPr>
            </a:lvl2pPr>
            <a:lvl3pPr algn="ctr">
              <a:defRPr sz="3600" b="1">
                <a:solidFill>
                  <a:srgbClr val="1C1C1C"/>
                </a:solidFill>
                <a:latin typeface="Arial"/>
                <a:ea typeface="Arial"/>
                <a:cs typeface="Arial"/>
              </a:defRPr>
            </a:lvl3pPr>
            <a:lvl4pPr algn="ctr">
              <a:defRPr sz="3600" b="1">
                <a:solidFill>
                  <a:srgbClr val="1C1C1C"/>
                </a:solidFill>
                <a:latin typeface="Arial"/>
                <a:ea typeface="Arial"/>
                <a:cs typeface="Arial"/>
              </a:defRPr>
            </a:lvl4pPr>
            <a:lvl5pPr algn="ctr">
              <a:defRPr sz="3600" b="1">
                <a:solidFill>
                  <a:srgbClr val="1C1C1C"/>
                </a:solidFill>
                <a:latin typeface="Arial"/>
                <a:ea typeface="Arial"/>
                <a:cs typeface="Arial"/>
              </a:defRPr>
            </a:lvl5pPr>
            <a:lvl6pPr algn="ctr">
              <a:defRPr sz="3600" b="1">
                <a:solidFill>
                  <a:srgbClr val="1C1C1C"/>
                </a:solidFill>
                <a:latin typeface="Arial"/>
                <a:ea typeface="Arial"/>
                <a:cs typeface="Arial"/>
              </a:defRPr>
            </a:lvl6pPr>
            <a:lvl7pPr algn="ctr">
              <a:defRPr sz="3600" b="1">
                <a:solidFill>
                  <a:srgbClr val="1C1C1C"/>
                </a:solidFill>
                <a:latin typeface="Arial"/>
                <a:ea typeface="Arial"/>
                <a:cs typeface="Arial"/>
              </a:defRPr>
            </a:lvl7pPr>
            <a:lvl8pPr algn="ctr">
              <a:defRPr sz="3600" b="1">
                <a:solidFill>
                  <a:srgbClr val="1C1C1C"/>
                </a:solidFill>
                <a:latin typeface="Arial"/>
                <a:ea typeface="Arial"/>
                <a:cs typeface="Arial"/>
              </a:defRPr>
            </a:lvl8pPr>
            <a:lvl9pPr algn="ctr">
              <a:defRPr sz="3600" b="1">
                <a:solidFill>
                  <a:srgbClr val="1C1C1C"/>
                </a:solidFill>
                <a:latin typeface="Arial"/>
                <a:ea typeface="Arial"/>
                <a:cs typeface="Arial"/>
              </a:defRPr>
            </a:lvl9pPr>
          </a:lstStyle>
          <a:p>
            <a:pPr algn="ctr">
              <a:defRPr sz="3600" b="1">
                <a:solidFill>
                  <a:srgbClr val="1C1C1C"/>
                </a:solidFill>
                <a:latin typeface="Arial"/>
                <a:ea typeface="Arial"/>
                <a:cs typeface="Arial"/>
              </a:defRPr>
            </a:pPr>
            <a:r>
              <a:rPr sz="3600" b="1">
                <a:solidFill>
                  <a:srgbClr val="1C1C1C"/>
                </a:solidFill>
                <a:latin typeface="Arial"/>
                <a:ea typeface="Arial"/>
                <a:cs typeface="Arial"/>
              </a:rPr>
              <a:t>Try it on a different task</a:t>
            </a:r>
          </a:p>
        </p:txBody>
      </p:sp>
      <p:sp>
        <p:nvSpPr>
          <p:cNvPr id="2" name="text-105">
            <a:extLst>
              <a:ext uri="{FF2B5EF4-FFF2-40B4-BE49-F238E27FC236}">
                <ns2:creationId id="{51F7CA55-D009-4947-98F1-55A0C8B846AA}"/>
              </a:ext>
            </a:extLst>
          </p:cNvPr>
          <p:cNvSpPr>
            <a:spLocks noGrp="1"/>
          </p:cNvSpPr>
          <p:nvPr/>
        </p:nvSpPr>
        <p:spPr>
          <a:xfrm>
            <a:off x="609600" y="6486525"/>
            <a:ext cx="4286250" cy="228600"/>
          </a:xfrm>
          <a:prstGeom prst="rect">
            <a:avLst/>
          </a:prstGeom>
          <a:noFill/>
          <a:ln w="0">
            <a:noFill/>
          </a:ln>
        </p:spPr>
        <p:txBody>
          <a:bodyPr anchor="t">
            <a:noAutofit/>
          </a:bodyPr>
          <a:lstStyle>
            <a:defPPr algn="l">
              <a:defRPr sz="1125" b="0">
                <a:solidFill>
                  <a:srgbClr val="686868"/>
                </a:solidFill>
                <a:latin typeface="Arial"/>
                <a:ea typeface="Arial"/>
                <a:cs typeface="Arial"/>
              </a:defRPr>
            </a:defPPr>
            <a:lvl1pPr algn="l">
              <a:defRPr sz="1125" b="0">
                <a:solidFill>
                  <a:srgbClr val="686868"/>
                </a:solidFill>
                <a:latin typeface="Arial"/>
                <a:ea typeface="Arial"/>
                <a:cs typeface="Arial"/>
              </a:defRPr>
            </a:lvl1pPr>
            <a:lvl2pPr algn="l">
              <a:defRPr sz="1125" b="0">
                <a:solidFill>
                  <a:srgbClr val="686868"/>
                </a:solidFill>
                <a:latin typeface="Arial"/>
                <a:ea typeface="Arial"/>
                <a:cs typeface="Arial"/>
              </a:defRPr>
            </a:lvl2pPr>
            <a:lvl3pPr algn="l">
              <a:defRPr sz="1125" b="0">
                <a:solidFill>
                  <a:srgbClr val="686868"/>
                </a:solidFill>
                <a:latin typeface="Arial"/>
                <a:ea typeface="Arial"/>
                <a:cs typeface="Arial"/>
              </a:defRPr>
            </a:lvl3pPr>
            <a:lvl4pPr algn="l">
              <a:defRPr sz="1125" b="0">
                <a:solidFill>
                  <a:srgbClr val="686868"/>
                </a:solidFill>
                <a:latin typeface="Arial"/>
                <a:ea typeface="Arial"/>
                <a:cs typeface="Arial"/>
              </a:defRPr>
            </a:lvl4pPr>
            <a:lvl5pPr algn="l">
              <a:defRPr sz="1125" b="0">
                <a:solidFill>
                  <a:srgbClr val="686868"/>
                </a:solidFill>
                <a:latin typeface="Arial"/>
                <a:ea typeface="Arial"/>
                <a:cs typeface="Arial"/>
              </a:defRPr>
            </a:lvl5pPr>
            <a:lvl6pPr algn="l">
              <a:defRPr sz="1125" b="0">
                <a:solidFill>
                  <a:srgbClr val="686868"/>
                </a:solidFill>
                <a:latin typeface="Arial"/>
                <a:ea typeface="Arial"/>
                <a:cs typeface="Arial"/>
              </a:defRPr>
            </a:lvl6pPr>
            <a:lvl7pPr algn="l">
              <a:defRPr sz="1125" b="0">
                <a:solidFill>
                  <a:srgbClr val="686868"/>
                </a:solidFill>
                <a:latin typeface="Arial"/>
                <a:ea typeface="Arial"/>
                <a:cs typeface="Arial"/>
              </a:defRPr>
            </a:lvl7pPr>
            <a:lvl8pPr algn="l">
              <a:defRPr sz="1125" b="0">
                <a:solidFill>
                  <a:srgbClr val="686868"/>
                </a:solidFill>
                <a:latin typeface="Arial"/>
                <a:ea typeface="Arial"/>
                <a:cs typeface="Arial"/>
              </a:defRPr>
            </a:lvl8pPr>
            <a:lvl9pPr algn="l">
              <a:defRPr sz="1125" b="0">
                <a:solidFill>
                  <a:srgbClr val="686868"/>
                </a:solidFill>
                <a:latin typeface="Arial"/>
                <a:ea typeface="Arial"/>
                <a:cs typeface="Arial"/>
              </a:defRPr>
            </a:lvl9pPr>
          </a:lstStyle>
          <a:p>
            <a:pPr algn="l">
              <a:defRPr sz="1125" b="0">
                <a:solidFill>
                  <a:srgbClr val="686868"/>
                </a:solidFill>
                <a:latin typeface="Arial"/>
                <a:ea typeface="Arial"/>
                <a:cs typeface="Arial"/>
              </a:defRPr>
            </a:pPr>
            <a:r>
              <a:rPr sz="1125" b="0">
                <a:solidFill>
                  <a:srgbClr val="686868"/>
                </a:solidFill>
                <a:latin typeface="Arial"/>
                <a:ea typeface="Arial"/>
                <a:cs typeface="Arial"/>
              </a:rPr>
              <a:t>CODEX &amp; COFFEE</a:t>
            </a:r>
          </a:p>
        </p:txBody>
      </p:sp>
      <p:sp>
        <p:nvSpPr>
          <p:cNvPr id="3" name="text-106">
            <a:extLst>
              <a:ext uri="{FF2B5EF4-FFF2-40B4-BE49-F238E27FC236}">
                <ns2:creationId id="{BE63F89A-6640-4540-8324-423FAC338680}"/>
              </a:ext>
            </a:extLst>
          </p:cNvPr>
          <p:cNvSpPr>
            <a:spLocks noGrp="1"/>
          </p:cNvSpPr>
          <p:nvPr/>
        </p:nvSpPr>
        <p:spPr>
          <a:xfrm>
            <a:off x="9525000" y="6486525"/>
            <a:ext cx="2057400" cy="228600"/>
          </a:xfrm>
          <a:prstGeom prst="rect">
            <a:avLst/>
          </a:prstGeom>
          <a:noFill/>
          <a:ln w="0">
            <a:noFill/>
          </a:ln>
        </p:spPr>
        <p:txBody>
          <a:bodyPr anchor="t">
            <a:noAutofit/>
          </a:bodyPr>
          <a:lstStyle>
            <a:defPPr algn="r">
              <a:defRPr sz="1125" b="0">
                <a:solidFill>
                  <a:srgbClr val="686868"/>
                </a:solidFill>
                <a:latin typeface="Arial"/>
                <a:ea typeface="Arial"/>
                <a:cs typeface="Arial"/>
              </a:defRPr>
            </a:defPPr>
            <a:lvl1pPr algn="r">
              <a:defRPr sz="1125" b="0">
                <a:solidFill>
                  <a:srgbClr val="686868"/>
                </a:solidFill>
                <a:latin typeface="Arial"/>
                <a:ea typeface="Arial"/>
                <a:cs typeface="Arial"/>
              </a:defRPr>
            </a:lvl1pPr>
            <a:lvl2pPr algn="r">
              <a:defRPr sz="1125" b="0">
                <a:solidFill>
                  <a:srgbClr val="686868"/>
                </a:solidFill>
                <a:latin typeface="Arial"/>
                <a:ea typeface="Arial"/>
                <a:cs typeface="Arial"/>
              </a:defRPr>
            </a:lvl2pPr>
            <a:lvl3pPr algn="r">
              <a:defRPr sz="1125" b="0">
                <a:solidFill>
                  <a:srgbClr val="686868"/>
                </a:solidFill>
                <a:latin typeface="Arial"/>
                <a:ea typeface="Arial"/>
                <a:cs typeface="Arial"/>
              </a:defRPr>
            </a:lvl3pPr>
            <a:lvl4pPr algn="r">
              <a:defRPr sz="1125" b="0">
                <a:solidFill>
                  <a:srgbClr val="686868"/>
                </a:solidFill>
                <a:latin typeface="Arial"/>
                <a:ea typeface="Arial"/>
                <a:cs typeface="Arial"/>
              </a:defRPr>
            </a:lvl4pPr>
            <a:lvl5pPr algn="r">
              <a:defRPr sz="1125" b="0">
                <a:solidFill>
                  <a:srgbClr val="686868"/>
                </a:solidFill>
                <a:latin typeface="Arial"/>
                <a:ea typeface="Arial"/>
                <a:cs typeface="Arial"/>
              </a:defRPr>
            </a:lvl5pPr>
            <a:lvl6pPr algn="r">
              <a:defRPr sz="1125" b="0">
                <a:solidFill>
                  <a:srgbClr val="686868"/>
                </a:solidFill>
                <a:latin typeface="Arial"/>
                <a:ea typeface="Arial"/>
                <a:cs typeface="Arial"/>
              </a:defRPr>
            </a:lvl6pPr>
            <a:lvl7pPr algn="r">
              <a:defRPr sz="1125" b="0">
                <a:solidFill>
                  <a:srgbClr val="686868"/>
                </a:solidFill>
                <a:latin typeface="Arial"/>
                <a:ea typeface="Arial"/>
                <a:cs typeface="Arial"/>
              </a:defRPr>
            </a:lvl7pPr>
            <a:lvl8pPr algn="r">
              <a:defRPr sz="1125" b="0">
                <a:solidFill>
                  <a:srgbClr val="686868"/>
                </a:solidFill>
                <a:latin typeface="Arial"/>
                <a:ea typeface="Arial"/>
                <a:cs typeface="Arial"/>
              </a:defRPr>
            </a:lvl8pPr>
            <a:lvl9pPr algn="r">
              <a:defRPr sz="1125" b="0">
                <a:solidFill>
                  <a:srgbClr val="686868"/>
                </a:solidFill>
                <a:latin typeface="Arial"/>
                <a:ea typeface="Arial"/>
                <a:cs typeface="Arial"/>
              </a:defRPr>
            </a:lvl9pPr>
          </a:lstStyle>
          <a:p>
            <a:pPr algn="r">
              <a:defRPr sz="1125" b="0">
                <a:solidFill>
                  <a:srgbClr val="686868"/>
                </a:solidFill>
                <a:latin typeface="Arial"/>
                <a:ea typeface="Arial"/>
                <a:cs typeface="Arial"/>
              </a:defRPr>
            </a:pPr>
            <a:r>
              <a:rPr sz="1125" b="0">
                <a:solidFill>
                  <a:srgbClr val="686868"/>
                </a:solidFill>
                <a:latin typeface="Arial"/>
                <a:ea typeface="Arial"/>
                <a:cs typeface="Arial"/>
              </a:rPr>
              <a:t>DAY 01  ·  14</a:t>
            </a:r>
          </a:p>
        </p:txBody>
      </p:sp>
      <p:sp>
        <p:nvSpPr>
          <p:cNvPr id="4" name="text-107">
            <a:extLst>
              <a:ext uri="{FF2B5EF4-FFF2-40B4-BE49-F238E27FC236}">
                <ns2:creationId id="{9122C2C3-DB7A-4C71-86A4-14FE902E17B3}"/>
              </a:ext>
            </a:extLst>
          </p:cNvPr>
          <p:cNvSpPr>
            <a:spLocks noGrp="1"/>
          </p:cNvSpPr>
          <p:nvPr/>
        </p:nvSpPr>
        <p:spPr>
          <a:xfrm>
            <a:off x="914400" y="1752600"/>
            <a:ext cx="10363200" cy="1962150"/>
          </a:xfrm>
          <a:prstGeom prst="rect">
            <a:avLst/>
          </a:prstGeom>
          <a:noFill/>
          <a:ln w="0">
            <a:noFill/>
          </a:ln>
        </p:spPr>
        <p:txBody>
          <a:bodyPr anchor="t">
            <a:noAutofit/>
          </a:bodyPr>
          <a:lstStyle>
            <a:defPPr algn="l">
              <a:defRPr sz="3225" b="1">
                <a:solidFill>
                  <a:srgbClr val="284D3C"/>
                </a:solidFill>
                <a:latin typeface="Arial"/>
                <a:ea typeface="Arial"/>
                <a:cs typeface="Arial"/>
              </a:defRPr>
            </a:defPPr>
            <a:lvl1pPr algn="l">
              <a:defRPr sz="3225" b="1">
                <a:solidFill>
                  <a:srgbClr val="284D3C"/>
                </a:solidFill>
                <a:latin typeface="Arial"/>
                <a:ea typeface="Arial"/>
                <a:cs typeface="Arial"/>
              </a:defRPr>
            </a:lvl1pPr>
            <a:lvl2pPr algn="l">
              <a:defRPr sz="3225" b="1">
                <a:solidFill>
                  <a:srgbClr val="284D3C"/>
                </a:solidFill>
                <a:latin typeface="Arial"/>
                <a:ea typeface="Arial"/>
                <a:cs typeface="Arial"/>
              </a:defRPr>
            </a:lvl2pPr>
            <a:lvl3pPr algn="l">
              <a:defRPr sz="3225" b="1">
                <a:solidFill>
                  <a:srgbClr val="284D3C"/>
                </a:solidFill>
                <a:latin typeface="Arial"/>
                <a:ea typeface="Arial"/>
                <a:cs typeface="Arial"/>
              </a:defRPr>
            </a:lvl3pPr>
            <a:lvl4pPr algn="l">
              <a:defRPr sz="3225" b="1">
                <a:solidFill>
                  <a:srgbClr val="284D3C"/>
                </a:solidFill>
                <a:latin typeface="Arial"/>
                <a:ea typeface="Arial"/>
                <a:cs typeface="Arial"/>
              </a:defRPr>
            </a:lvl4pPr>
            <a:lvl5pPr algn="l">
              <a:defRPr sz="3225" b="1">
                <a:solidFill>
                  <a:srgbClr val="284D3C"/>
                </a:solidFill>
                <a:latin typeface="Arial"/>
                <a:ea typeface="Arial"/>
                <a:cs typeface="Arial"/>
              </a:defRPr>
            </a:lvl5pPr>
            <a:lvl6pPr algn="l">
              <a:defRPr sz="3225" b="1">
                <a:solidFill>
                  <a:srgbClr val="284D3C"/>
                </a:solidFill>
                <a:latin typeface="Arial"/>
                <a:ea typeface="Arial"/>
                <a:cs typeface="Arial"/>
              </a:defRPr>
            </a:lvl6pPr>
            <a:lvl7pPr algn="l">
              <a:defRPr sz="3225" b="1">
                <a:solidFill>
                  <a:srgbClr val="284D3C"/>
                </a:solidFill>
                <a:latin typeface="Arial"/>
                <a:ea typeface="Arial"/>
                <a:cs typeface="Arial"/>
              </a:defRPr>
            </a:lvl7pPr>
            <a:lvl8pPr algn="l">
              <a:defRPr sz="3225" b="1">
                <a:solidFill>
                  <a:srgbClr val="284D3C"/>
                </a:solidFill>
                <a:latin typeface="Arial"/>
                <a:ea typeface="Arial"/>
                <a:cs typeface="Arial"/>
              </a:defRPr>
            </a:lvl8pPr>
            <a:lvl9pPr algn="l">
              <a:defRPr sz="3225" b="1">
                <a:solidFill>
                  <a:srgbClr val="284D3C"/>
                </a:solidFill>
                <a:latin typeface="Arial"/>
                <a:ea typeface="Arial"/>
                <a:cs typeface="Arial"/>
              </a:defRPr>
            </a:lvl9pPr>
          </a:lstStyle>
          <a:p>
            <a:pPr algn="l">
              <a:defRPr sz="3225" b="1">
                <a:solidFill>
                  <a:srgbClr val="284D3C"/>
                </a:solidFill>
                <a:latin typeface="Arial"/>
                <a:ea typeface="Arial"/>
                <a:cs typeface="Arial"/>
              </a:defRPr>
            </a:pPr>
            <a:r>
              <a:rPr sz="3225" b="1">
                <a:solidFill>
                  <a:srgbClr val="284D3C"/>
                </a:solidFill>
                <a:latin typeface="Arial"/>
                <a:ea typeface="Arial"/>
                <a:cs typeface="Arial"/>
              </a:rPr>
              <a:t>Choose one folder. Name its input, output, owner, and current check.</a:t>
            </a:r>
          </a:p>
        </p:txBody>
      </p:sp>
      <p:sp>
        <p:nvSpPr>
          <p:cNvPr id="5" name="shape-108">
            <a:extLst>
              <a:ext uri="{FF2B5EF4-FFF2-40B4-BE49-F238E27FC236}">
                <ns2:creationId id="{E2D6EFEB-4B16-4B5F-9C69-2B2A1C97BA9B}"/>
              </a:ext>
            </a:extLst>
          </p:cNvPr>
          <p:cNvSpPr>
            <a:spLocks noGrp="1"/>
          </p:cNvSpPr>
          <p:nvPr/>
        </p:nvSpPr>
        <p:spPr>
          <a:xfrm>
            <a:off x="914400" y="4200525"/>
            <a:ext cx="10363200" cy="19050"/>
          </a:xfrm>
          <a:prstGeom prst="rect">
            <a:avLst/>
          </a:prstGeom>
          <a:solidFill>
            <a:srgbClr val="A3B4A8"/>
          </a:solidFill>
          <a:ln w="0">
            <a:noFill/>
          </a:ln>
        </p:spPr>
      </p:sp>
      <p:sp>
        <p:nvSpPr>
          <p:cNvPr id="6" name="text-109">
            <a:extLst>
              <a:ext uri="{FF2B5EF4-FFF2-40B4-BE49-F238E27FC236}">
                <ns2:creationId id="{C23DEEEB-2EE8-4FF2-9CFD-9527688E4A9A}"/>
              </a:ext>
            </a:extLst>
          </p:cNvPr>
          <p:cNvSpPr>
            <a:spLocks noGrp="1"/>
          </p:cNvSpPr>
          <p:nvPr/>
        </p:nvSpPr>
        <p:spPr>
          <a:xfrm>
            <a:off x="914400" y="4667250"/>
            <a:ext cx="10363200" cy="1028700"/>
          </a:xfrm>
          <a:prstGeom prst="rect">
            <a:avLst/>
          </a:prstGeom>
          <a:noFill/>
          <a:ln w="0">
            <a:noFill/>
          </a:ln>
        </p:spPr>
        <p:txBody>
          <a:bodyPr anchor="t">
            <a:noAutofit/>
          </a:bodyPr>
          <a:lstStyle>
            <a:defPPr algn="l">
              <a:defRPr sz="2400" b="0">
                <a:solidFill>
                  <a:srgbClr val="284D3C"/>
                </a:solidFill>
                <a:latin typeface="Arial"/>
                <a:ea typeface="Arial"/>
                <a:cs typeface="Arial"/>
              </a:defRPr>
            </a:defPPr>
            <a:lvl1pPr algn="l">
              <a:defRPr sz="2400" b="0">
                <a:solidFill>
                  <a:srgbClr val="284D3C"/>
                </a:solidFill>
                <a:latin typeface="Arial"/>
                <a:ea typeface="Arial"/>
                <a:cs typeface="Arial"/>
              </a:defRPr>
            </a:lvl1pPr>
            <a:lvl2pPr algn="l">
              <a:defRPr sz="2400" b="0">
                <a:solidFill>
                  <a:srgbClr val="284D3C"/>
                </a:solidFill>
                <a:latin typeface="Arial"/>
                <a:ea typeface="Arial"/>
                <a:cs typeface="Arial"/>
              </a:defRPr>
            </a:lvl2pPr>
            <a:lvl3pPr algn="l">
              <a:defRPr sz="2400" b="0">
                <a:solidFill>
                  <a:srgbClr val="284D3C"/>
                </a:solidFill>
                <a:latin typeface="Arial"/>
                <a:ea typeface="Arial"/>
                <a:cs typeface="Arial"/>
              </a:defRPr>
            </a:lvl3pPr>
            <a:lvl4pPr algn="l">
              <a:defRPr sz="2400" b="0">
                <a:solidFill>
                  <a:srgbClr val="284D3C"/>
                </a:solidFill>
                <a:latin typeface="Arial"/>
                <a:ea typeface="Arial"/>
                <a:cs typeface="Arial"/>
              </a:defRPr>
            </a:lvl4pPr>
            <a:lvl5pPr algn="l">
              <a:defRPr sz="2400" b="0">
                <a:solidFill>
                  <a:srgbClr val="284D3C"/>
                </a:solidFill>
                <a:latin typeface="Arial"/>
                <a:ea typeface="Arial"/>
                <a:cs typeface="Arial"/>
              </a:defRPr>
            </a:lvl5pPr>
            <a:lvl6pPr algn="l">
              <a:defRPr sz="2400" b="0">
                <a:solidFill>
                  <a:srgbClr val="284D3C"/>
                </a:solidFill>
                <a:latin typeface="Arial"/>
                <a:ea typeface="Arial"/>
                <a:cs typeface="Arial"/>
              </a:defRPr>
            </a:lvl6pPr>
            <a:lvl7pPr algn="l">
              <a:defRPr sz="2400" b="0">
                <a:solidFill>
                  <a:srgbClr val="284D3C"/>
                </a:solidFill>
                <a:latin typeface="Arial"/>
                <a:ea typeface="Arial"/>
                <a:cs typeface="Arial"/>
              </a:defRPr>
            </a:lvl7pPr>
            <a:lvl8pPr algn="l">
              <a:defRPr sz="2400" b="0">
                <a:solidFill>
                  <a:srgbClr val="284D3C"/>
                </a:solidFill>
                <a:latin typeface="Arial"/>
                <a:ea typeface="Arial"/>
                <a:cs typeface="Arial"/>
              </a:defRPr>
            </a:lvl8pPr>
            <a:lvl9pPr algn="l">
              <a:defRPr sz="2400" b="0">
                <a:solidFill>
                  <a:srgbClr val="284D3C"/>
                </a:solidFill>
                <a:latin typeface="Arial"/>
                <a:ea typeface="Arial"/>
                <a:cs typeface="Arial"/>
              </a:defRPr>
            </a:lvl9pPr>
          </a:lstStyle>
          <a:p>
            <a:pPr algn="l">
              <a:defRPr sz="2400" b="0">
                <a:solidFill>
                  <a:srgbClr val="284D3C"/>
                </a:solidFill>
                <a:latin typeface="Arial"/>
                <a:ea typeface="Arial"/>
                <a:cs typeface="Arial"/>
              </a:defRPr>
            </a:pPr>
            <a:r>
              <a:rPr sz="2400" b="0">
                <a:solidFill>
                  <a:srgbClr val="284D3C"/>
                </a:solidFill>
                <a:latin typeface="Arial"/>
                <a:ea typeface="Arial"/>
                <a:cs typeface="Arial"/>
              </a:rPr>
              <a:t>If nobody volunteers, I’ll work through an example</a:t>
            </a:r>
          </a:p>
        </p:txBody>
      </p:sp>
    </p:spTree>
    <p:extLst>
      <p:ext uri="{BB962C8B-B14F-4D97-AF65-F5344CB8AC3E}">
        <ns3:creationId val="264955906"/>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8F5F0"/>
        </a:solidFill>
      </p:bgPr>
    </p:bg>
    <p:spTree>
      <p:nvGrpSpPr>
        <p:cNvPr id="1" name=""/>
        <p:cNvGrpSpPr/>
        <p:nvPr/>
      </p:nvGrpSpPr>
      <p:grpSpPr>
        <a:xfrm/>
      </p:grpSpPr>
      <p:sp>
        <p:nvSpPr>
          <p:cNvPr id="14" name="agenda-0">
            <a:extLst>
              <a:ext uri="{FF2B5EF4-FFF2-40B4-BE49-F238E27FC236}">
                <ns2:creationId id="{E0C28C5B-F14A-469F-BF4D-8D23EC879114}"/>
              </a:ext>
            </a:extLst>
          </p:cNvPr>
          <p:cNvSpPr>
            <a:spLocks noGrp="1"/>
          </p:cNvSpPr>
          <p:nvPr/>
        </p:nvSpPr>
        <p:spPr>
          <a:xfrm>
            <a:off x="609600" y="361950"/>
            <a:ext cx="10972800" cy="619125"/>
          </a:xfrm>
          <a:prstGeom prst="rect">
            <a:avLst/>
          </a:prstGeom>
          <a:noFill/>
          <a:ln w="0">
            <a:noFill/>
          </a:ln>
        </p:spPr>
        <p:txBody>
          <a:bodyPr anchor="ctr">
            <a:noAutofit/>
          </a:bodyPr>
          <a:lstStyle>
            <a:defPPr algn="ctr">
              <a:defRPr sz="3450" b="1">
                <a:solidFill>
                  <a:srgbClr val="1C1C1C"/>
                </a:solidFill>
                <a:latin typeface="Arial"/>
                <a:ea typeface="Arial"/>
                <a:cs typeface="Arial"/>
              </a:defRPr>
            </a:defPPr>
            <a:lvl1pPr algn="ctr">
              <a:defRPr sz="3450" b="1">
                <a:solidFill>
                  <a:srgbClr val="1C1C1C"/>
                </a:solidFill>
                <a:latin typeface="Arial"/>
                <a:ea typeface="Arial"/>
                <a:cs typeface="Arial"/>
              </a:defRPr>
            </a:lvl1pPr>
            <a:lvl2pPr algn="ctr">
              <a:defRPr sz="3450" b="1">
                <a:solidFill>
                  <a:srgbClr val="1C1C1C"/>
                </a:solidFill>
                <a:latin typeface="Arial"/>
                <a:ea typeface="Arial"/>
                <a:cs typeface="Arial"/>
              </a:defRPr>
            </a:lvl2pPr>
            <a:lvl3pPr algn="ctr">
              <a:defRPr sz="3450" b="1">
                <a:solidFill>
                  <a:srgbClr val="1C1C1C"/>
                </a:solidFill>
                <a:latin typeface="Arial"/>
                <a:ea typeface="Arial"/>
                <a:cs typeface="Arial"/>
              </a:defRPr>
            </a:lvl3pPr>
            <a:lvl4pPr algn="ctr">
              <a:defRPr sz="3450" b="1">
                <a:solidFill>
                  <a:srgbClr val="1C1C1C"/>
                </a:solidFill>
                <a:latin typeface="Arial"/>
                <a:ea typeface="Arial"/>
                <a:cs typeface="Arial"/>
              </a:defRPr>
            </a:lvl4pPr>
            <a:lvl5pPr algn="ctr">
              <a:defRPr sz="3450" b="1">
                <a:solidFill>
                  <a:srgbClr val="1C1C1C"/>
                </a:solidFill>
                <a:latin typeface="Arial"/>
                <a:ea typeface="Arial"/>
                <a:cs typeface="Arial"/>
              </a:defRPr>
            </a:lvl5pPr>
            <a:lvl6pPr algn="ctr">
              <a:defRPr sz="3450" b="1">
                <a:solidFill>
                  <a:srgbClr val="1C1C1C"/>
                </a:solidFill>
                <a:latin typeface="Arial"/>
                <a:ea typeface="Arial"/>
                <a:cs typeface="Arial"/>
              </a:defRPr>
            </a:lvl6pPr>
            <a:lvl7pPr algn="ctr">
              <a:defRPr sz="3450" b="1">
                <a:solidFill>
                  <a:srgbClr val="1C1C1C"/>
                </a:solidFill>
                <a:latin typeface="Arial"/>
                <a:ea typeface="Arial"/>
                <a:cs typeface="Arial"/>
              </a:defRPr>
            </a:lvl7pPr>
            <a:lvl8pPr algn="ctr">
              <a:defRPr sz="3450" b="1">
                <a:solidFill>
                  <a:srgbClr val="1C1C1C"/>
                </a:solidFill>
                <a:latin typeface="Arial"/>
                <a:ea typeface="Arial"/>
                <a:cs typeface="Arial"/>
              </a:defRPr>
            </a:lvl8pPr>
            <a:lvl9pPr algn="ctr">
              <a:defRPr sz="3450" b="1">
                <a:solidFill>
                  <a:srgbClr val="1C1C1C"/>
                </a:solidFill>
                <a:latin typeface="Arial"/>
                <a:ea typeface="Arial"/>
                <a:cs typeface="Arial"/>
              </a:defRPr>
            </a:lvl9pPr>
          </a:lstStyle>
          <a:p>
            <a:pPr algn="ctr">
              <a:defRPr sz="3450" b="1">
                <a:solidFill>
                  <a:srgbClr val="1C1C1C"/>
                </a:solidFill>
                <a:latin typeface="Arial"/>
                <a:ea typeface="Arial"/>
                <a:cs typeface="Arial"/>
              </a:defRPr>
            </a:pPr>
            <a:r>
              <a:rPr sz="3450" b="1">
                <a:solidFill>
                  <a:srgbClr val="1C1C1C"/>
                </a:solidFill>
                <a:latin typeface="Arial"/>
                <a:ea typeface="Arial"/>
                <a:cs typeface="Arial"/>
              </a:rPr>
              <a:t>Today’s Agenda</a:t>
            </a:r>
          </a:p>
        </p:txBody>
      </p:sp>
      <p:sp>
        <p:nvSpPr>
          <p:cNvPr id="2" name="agenda-1">
            <a:extLst>
              <a:ext uri="{FF2B5EF4-FFF2-40B4-BE49-F238E27FC236}">
                <ns2:creationId id="{475F51B2-CE31-4B7F-B39D-EA86C2206C5D}"/>
              </a:ext>
            </a:extLst>
          </p:cNvPr>
          <p:cNvSpPr>
            <a:spLocks noGrp="1"/>
          </p:cNvSpPr>
          <p:nvPr/>
        </p:nvSpPr>
        <p:spPr>
          <a:xfrm>
            <a:off x="609600" y="1066800"/>
            <a:ext cx="10972800" cy="400050"/>
          </a:xfrm>
          <a:prstGeom prst="rect">
            <a:avLst/>
          </a:prstGeom>
          <a:noFill/>
          <a:ln w="0">
            <a:noFill/>
          </a:ln>
        </p:spPr>
        <p:txBody>
          <a:bodyPr anchor="ctr">
            <a:noAutofit/>
          </a:bodyPr>
          <a:lstStyle>
            <a:defPPr algn="ctr">
              <a:defRPr sz="2100" b="0">
                <a:solidFill>
                  <a:srgbClr val="686868"/>
                </a:solidFill>
                <a:latin typeface="Arial"/>
                <a:ea typeface="Arial"/>
                <a:cs typeface="Arial"/>
              </a:defRPr>
            </a:defPPr>
            <a:lvl1pPr algn="ctr">
              <a:defRPr sz="2100" b="0">
                <a:solidFill>
                  <a:srgbClr val="686868"/>
                </a:solidFill>
                <a:latin typeface="Arial"/>
                <a:ea typeface="Arial"/>
                <a:cs typeface="Arial"/>
              </a:defRPr>
            </a:lvl1pPr>
            <a:lvl2pPr algn="ctr">
              <a:defRPr sz="2100" b="0">
                <a:solidFill>
                  <a:srgbClr val="686868"/>
                </a:solidFill>
                <a:latin typeface="Arial"/>
                <a:ea typeface="Arial"/>
                <a:cs typeface="Arial"/>
              </a:defRPr>
            </a:lvl2pPr>
            <a:lvl3pPr algn="ctr">
              <a:defRPr sz="2100" b="0">
                <a:solidFill>
                  <a:srgbClr val="686868"/>
                </a:solidFill>
                <a:latin typeface="Arial"/>
                <a:ea typeface="Arial"/>
                <a:cs typeface="Arial"/>
              </a:defRPr>
            </a:lvl3pPr>
            <a:lvl4pPr algn="ctr">
              <a:defRPr sz="2100" b="0">
                <a:solidFill>
                  <a:srgbClr val="686868"/>
                </a:solidFill>
                <a:latin typeface="Arial"/>
                <a:ea typeface="Arial"/>
                <a:cs typeface="Arial"/>
              </a:defRPr>
            </a:lvl4pPr>
            <a:lvl5pPr algn="ctr">
              <a:defRPr sz="2100" b="0">
                <a:solidFill>
                  <a:srgbClr val="686868"/>
                </a:solidFill>
                <a:latin typeface="Arial"/>
                <a:ea typeface="Arial"/>
                <a:cs typeface="Arial"/>
              </a:defRPr>
            </a:lvl5pPr>
            <a:lvl6pPr algn="ctr">
              <a:defRPr sz="2100" b="0">
                <a:solidFill>
                  <a:srgbClr val="686868"/>
                </a:solidFill>
                <a:latin typeface="Arial"/>
                <a:ea typeface="Arial"/>
                <a:cs typeface="Arial"/>
              </a:defRPr>
            </a:lvl6pPr>
            <a:lvl7pPr algn="ctr">
              <a:defRPr sz="2100" b="0">
                <a:solidFill>
                  <a:srgbClr val="686868"/>
                </a:solidFill>
                <a:latin typeface="Arial"/>
                <a:ea typeface="Arial"/>
                <a:cs typeface="Arial"/>
              </a:defRPr>
            </a:lvl7pPr>
            <a:lvl8pPr algn="ctr">
              <a:defRPr sz="2100" b="0">
                <a:solidFill>
                  <a:srgbClr val="686868"/>
                </a:solidFill>
                <a:latin typeface="Arial"/>
                <a:ea typeface="Arial"/>
                <a:cs typeface="Arial"/>
              </a:defRPr>
            </a:lvl8pPr>
            <a:lvl9pPr algn="ctr">
              <a:defRPr sz="2100" b="0">
                <a:solidFill>
                  <a:srgbClr val="686868"/>
                </a:solidFill>
                <a:latin typeface="Arial"/>
                <a:ea typeface="Arial"/>
                <a:cs typeface="Arial"/>
              </a:defRPr>
            </a:lvl9pPr>
          </a:lstStyle>
          <a:p>
            <a:pPr algn="ctr">
              <a:defRPr sz="2100" b="0">
                <a:solidFill>
                  <a:srgbClr val="686868"/>
                </a:solidFill>
                <a:latin typeface="Arial"/>
                <a:ea typeface="Arial"/>
                <a:cs typeface="Arial"/>
              </a:defRPr>
            </a:pPr>
            <a:r>
              <a:rPr sz="2100" b="0">
                <a:solidFill>
                  <a:srgbClr val="686868"/>
                </a:solidFill>
                <a:latin typeface="Arial"/>
                <a:ea typeface="Arial"/>
                <a:cs typeface="Arial"/>
              </a:rPr>
              <a:t>Auditing Your Starting Point</a:t>
            </a:r>
          </a:p>
        </p:txBody>
      </p:sp>
      <p:sp>
        <p:nvSpPr>
          <p:cNvPr id="3" name="agenda-2">
            <a:extLst>
              <a:ext uri="{FF2B5EF4-FFF2-40B4-BE49-F238E27FC236}">
                <ns2:creationId id="{1B9EE6DC-13D1-47F4-A1A0-ECADCE778D6A}"/>
              </a:ext>
            </a:extLst>
          </p:cNvPr>
          <p:cNvSpPr>
            <a:spLocks noGrp="1"/>
          </p:cNvSpPr>
          <p:nvPr/>
        </p:nvSpPr>
        <p:spPr>
          <a:xfrm>
            <a:off x="809625" y="1847850"/>
            <a:ext cx="590550" cy="438150"/>
          </a:xfrm>
          <a:prstGeom prst="rect">
            <a:avLst/>
          </a:prstGeom>
          <a:noFill/>
          <a:ln w="0">
            <a:noFill/>
          </a:ln>
        </p:spPr>
        <p:txBody>
          <a:bodyPr anchor="ctr">
            <a:noAutofit/>
          </a:bodyPr>
          <a:lstStyle>
            <a:defPPr algn="l">
              <a:defRPr sz="2250" b="1">
                <a:solidFill>
                  <a:srgbClr val="D1372D"/>
                </a:solidFill>
                <a:latin typeface="Arial"/>
                <a:ea typeface="Arial"/>
                <a:cs typeface="Arial"/>
              </a:defRPr>
            </a:defPPr>
            <a:lvl1pPr algn="l">
              <a:defRPr sz="2250" b="1">
                <a:solidFill>
                  <a:srgbClr val="D1372D"/>
                </a:solidFill>
                <a:latin typeface="Arial"/>
                <a:ea typeface="Arial"/>
                <a:cs typeface="Arial"/>
              </a:defRPr>
            </a:lvl1pPr>
            <a:lvl2pPr algn="l">
              <a:defRPr sz="2250" b="1">
                <a:solidFill>
                  <a:srgbClr val="D1372D"/>
                </a:solidFill>
                <a:latin typeface="Arial"/>
                <a:ea typeface="Arial"/>
                <a:cs typeface="Arial"/>
              </a:defRPr>
            </a:lvl2pPr>
            <a:lvl3pPr algn="l">
              <a:defRPr sz="2250" b="1">
                <a:solidFill>
                  <a:srgbClr val="D1372D"/>
                </a:solidFill>
                <a:latin typeface="Arial"/>
                <a:ea typeface="Arial"/>
                <a:cs typeface="Arial"/>
              </a:defRPr>
            </a:lvl3pPr>
            <a:lvl4pPr algn="l">
              <a:defRPr sz="2250" b="1">
                <a:solidFill>
                  <a:srgbClr val="D1372D"/>
                </a:solidFill>
                <a:latin typeface="Arial"/>
                <a:ea typeface="Arial"/>
                <a:cs typeface="Arial"/>
              </a:defRPr>
            </a:lvl4pPr>
            <a:lvl5pPr algn="l">
              <a:defRPr sz="2250" b="1">
                <a:solidFill>
                  <a:srgbClr val="D1372D"/>
                </a:solidFill>
                <a:latin typeface="Arial"/>
                <a:ea typeface="Arial"/>
                <a:cs typeface="Arial"/>
              </a:defRPr>
            </a:lvl5pPr>
            <a:lvl6pPr algn="l">
              <a:defRPr sz="2250" b="1">
                <a:solidFill>
                  <a:srgbClr val="D1372D"/>
                </a:solidFill>
                <a:latin typeface="Arial"/>
                <a:ea typeface="Arial"/>
                <a:cs typeface="Arial"/>
              </a:defRPr>
            </a:lvl6pPr>
            <a:lvl7pPr algn="l">
              <a:defRPr sz="2250" b="1">
                <a:solidFill>
                  <a:srgbClr val="D1372D"/>
                </a:solidFill>
                <a:latin typeface="Arial"/>
                <a:ea typeface="Arial"/>
                <a:cs typeface="Arial"/>
              </a:defRPr>
            </a:lvl7pPr>
            <a:lvl8pPr algn="l">
              <a:defRPr sz="2250" b="1">
                <a:solidFill>
                  <a:srgbClr val="D1372D"/>
                </a:solidFill>
                <a:latin typeface="Arial"/>
                <a:ea typeface="Arial"/>
                <a:cs typeface="Arial"/>
              </a:defRPr>
            </a:lvl8pPr>
            <a:lvl9pPr algn="l">
              <a:defRPr sz="2250" b="1">
                <a:solidFill>
                  <a:srgbClr val="D1372D"/>
                </a:solidFill>
                <a:latin typeface="Arial"/>
                <a:ea typeface="Arial"/>
                <a:cs typeface="Arial"/>
              </a:defRPr>
            </a:lvl9pPr>
          </a:lstStyle>
          <a:p>
            <a:pPr algn="l">
              <a:defRPr sz="2250" b="1">
                <a:solidFill>
                  <a:srgbClr val="D1372D"/>
                </a:solidFill>
                <a:latin typeface="Arial"/>
                <a:ea typeface="Arial"/>
                <a:cs typeface="Arial"/>
              </a:defRPr>
            </a:pPr>
            <a:r>
              <a:rPr sz="2250" b="1">
                <a:solidFill>
                  <a:srgbClr val="D1372D"/>
                </a:solidFill>
                <a:latin typeface="Arial"/>
                <a:ea typeface="Arial"/>
                <a:cs typeface="Arial"/>
              </a:rPr>
              <a:t>01</a:t>
            </a:r>
          </a:p>
        </p:txBody>
      </p:sp>
      <p:sp>
        <p:nvSpPr>
          <p:cNvPr id="4" name="agenda-3">
            <a:extLst>
              <a:ext uri="{FF2B5EF4-FFF2-40B4-BE49-F238E27FC236}">
                <ns2:creationId id="{FDD3A3F5-D90F-4C20-BB30-74EC08936947}"/>
              </a:ext>
            </a:extLst>
          </p:cNvPr>
          <p:cNvSpPr>
            <a:spLocks noGrp="1"/>
          </p:cNvSpPr>
          <p:nvPr/>
        </p:nvSpPr>
        <p:spPr>
          <a:xfrm>
            <a:off x="1657350" y="1847850"/>
            <a:ext cx="9715500" cy="438150"/>
          </a:xfrm>
          <a:prstGeom prst="rect">
            <a:avLst/>
          </a:prstGeom>
          <a:noFill/>
          <a:ln w="0">
            <a:noFill/>
          </a:ln>
        </p:spPr>
        <p:txBody>
          <a:bodyPr anchor="ctr">
            <a:noAutofit/>
          </a:bodyPr>
          <a:lstStyle>
            <a:defPPr algn="l">
              <a:defRPr sz="2325" b="0">
                <a:solidFill>
                  <a:srgbClr val="1C1C1C"/>
                </a:solidFill>
                <a:latin typeface="Arial"/>
                <a:ea typeface="Arial"/>
                <a:cs typeface="Arial"/>
              </a:defRPr>
            </a:defPPr>
            <a:lvl1pPr algn="l">
              <a:defRPr sz="2325" b="0">
                <a:solidFill>
                  <a:srgbClr val="1C1C1C"/>
                </a:solidFill>
                <a:latin typeface="Arial"/>
                <a:ea typeface="Arial"/>
                <a:cs typeface="Arial"/>
              </a:defRPr>
            </a:lvl1pPr>
            <a:lvl2pPr algn="l">
              <a:defRPr sz="2325" b="0">
                <a:solidFill>
                  <a:srgbClr val="1C1C1C"/>
                </a:solidFill>
                <a:latin typeface="Arial"/>
                <a:ea typeface="Arial"/>
                <a:cs typeface="Arial"/>
              </a:defRPr>
            </a:lvl2pPr>
            <a:lvl3pPr algn="l">
              <a:defRPr sz="2325" b="0">
                <a:solidFill>
                  <a:srgbClr val="1C1C1C"/>
                </a:solidFill>
                <a:latin typeface="Arial"/>
                <a:ea typeface="Arial"/>
                <a:cs typeface="Arial"/>
              </a:defRPr>
            </a:lvl3pPr>
            <a:lvl4pPr algn="l">
              <a:defRPr sz="2325" b="0">
                <a:solidFill>
                  <a:srgbClr val="1C1C1C"/>
                </a:solidFill>
                <a:latin typeface="Arial"/>
                <a:ea typeface="Arial"/>
                <a:cs typeface="Arial"/>
              </a:defRPr>
            </a:lvl4pPr>
            <a:lvl5pPr algn="l">
              <a:defRPr sz="2325" b="0">
                <a:solidFill>
                  <a:srgbClr val="1C1C1C"/>
                </a:solidFill>
                <a:latin typeface="Arial"/>
                <a:ea typeface="Arial"/>
                <a:cs typeface="Arial"/>
              </a:defRPr>
            </a:lvl5pPr>
            <a:lvl6pPr algn="l">
              <a:defRPr sz="2325" b="0">
                <a:solidFill>
                  <a:srgbClr val="1C1C1C"/>
                </a:solidFill>
                <a:latin typeface="Arial"/>
                <a:ea typeface="Arial"/>
                <a:cs typeface="Arial"/>
              </a:defRPr>
            </a:lvl6pPr>
            <a:lvl7pPr algn="l">
              <a:defRPr sz="2325" b="0">
                <a:solidFill>
                  <a:srgbClr val="1C1C1C"/>
                </a:solidFill>
                <a:latin typeface="Arial"/>
                <a:ea typeface="Arial"/>
                <a:cs typeface="Arial"/>
              </a:defRPr>
            </a:lvl7pPr>
            <a:lvl8pPr algn="l">
              <a:defRPr sz="2325" b="0">
                <a:solidFill>
                  <a:srgbClr val="1C1C1C"/>
                </a:solidFill>
                <a:latin typeface="Arial"/>
                <a:ea typeface="Arial"/>
                <a:cs typeface="Arial"/>
              </a:defRPr>
            </a:lvl8pPr>
            <a:lvl9pPr algn="l">
              <a:defRPr sz="2325" b="0">
                <a:solidFill>
                  <a:srgbClr val="1C1C1C"/>
                </a:solidFill>
                <a:latin typeface="Arial"/>
                <a:ea typeface="Arial"/>
                <a:cs typeface="Arial"/>
              </a:defRPr>
            </a:lvl9pPr>
          </a:lstStyle>
          <a:p>
            <a:pPr algn="l">
              <a:defRPr sz="2325" b="0">
                <a:solidFill>
                  <a:srgbClr val="1C1C1C"/>
                </a:solidFill>
                <a:latin typeface="Arial"/>
                <a:ea typeface="Arial"/>
                <a:cs typeface="Arial"/>
              </a:defRPr>
            </a:pPr>
            <a:r>
              <a:rPr sz="2325" b="0">
                <a:solidFill>
                  <a:srgbClr val="1C1C1C"/>
                </a:solidFill>
                <a:latin typeface="Arial"/>
                <a:ea typeface="Arial"/>
                <a:cs typeface="Arial"/>
              </a:rPr>
              <a:t>Current files, instructions, and tools</a:t>
            </a:r>
          </a:p>
        </p:txBody>
      </p:sp>
      <p:sp>
        <p:nvSpPr>
          <p:cNvPr id="5" name="agenda-4">
            <a:extLst>
              <a:ext uri="{FF2B5EF4-FFF2-40B4-BE49-F238E27FC236}">
                <ns2:creationId id="{8992EB85-9CA0-483A-A9BB-229FE2D4F48C}"/>
              </a:ext>
            </a:extLst>
          </p:cNvPr>
          <p:cNvSpPr>
            <a:spLocks noGrp="1"/>
          </p:cNvSpPr>
          <p:nvPr/>
        </p:nvSpPr>
        <p:spPr>
          <a:xfrm>
            <a:off x="809625" y="2628900"/>
            <a:ext cx="590550" cy="438150"/>
          </a:xfrm>
          <a:prstGeom prst="rect">
            <a:avLst/>
          </a:prstGeom>
          <a:noFill/>
          <a:ln w="0">
            <a:noFill/>
          </a:ln>
        </p:spPr>
        <p:txBody>
          <a:bodyPr anchor="ctr">
            <a:noAutofit/>
          </a:bodyPr>
          <a:lstStyle>
            <a:defPPr algn="l">
              <a:defRPr sz="2250" b="1">
                <a:solidFill>
                  <a:srgbClr val="D1372D"/>
                </a:solidFill>
                <a:latin typeface="Arial"/>
                <a:ea typeface="Arial"/>
                <a:cs typeface="Arial"/>
              </a:defRPr>
            </a:defPPr>
            <a:lvl1pPr algn="l">
              <a:defRPr sz="2250" b="1">
                <a:solidFill>
                  <a:srgbClr val="D1372D"/>
                </a:solidFill>
                <a:latin typeface="Arial"/>
                <a:ea typeface="Arial"/>
                <a:cs typeface="Arial"/>
              </a:defRPr>
            </a:lvl1pPr>
            <a:lvl2pPr algn="l">
              <a:defRPr sz="2250" b="1">
                <a:solidFill>
                  <a:srgbClr val="D1372D"/>
                </a:solidFill>
                <a:latin typeface="Arial"/>
                <a:ea typeface="Arial"/>
                <a:cs typeface="Arial"/>
              </a:defRPr>
            </a:lvl2pPr>
            <a:lvl3pPr algn="l">
              <a:defRPr sz="2250" b="1">
                <a:solidFill>
                  <a:srgbClr val="D1372D"/>
                </a:solidFill>
                <a:latin typeface="Arial"/>
                <a:ea typeface="Arial"/>
                <a:cs typeface="Arial"/>
              </a:defRPr>
            </a:lvl3pPr>
            <a:lvl4pPr algn="l">
              <a:defRPr sz="2250" b="1">
                <a:solidFill>
                  <a:srgbClr val="D1372D"/>
                </a:solidFill>
                <a:latin typeface="Arial"/>
                <a:ea typeface="Arial"/>
                <a:cs typeface="Arial"/>
              </a:defRPr>
            </a:lvl4pPr>
            <a:lvl5pPr algn="l">
              <a:defRPr sz="2250" b="1">
                <a:solidFill>
                  <a:srgbClr val="D1372D"/>
                </a:solidFill>
                <a:latin typeface="Arial"/>
                <a:ea typeface="Arial"/>
                <a:cs typeface="Arial"/>
              </a:defRPr>
            </a:lvl5pPr>
            <a:lvl6pPr algn="l">
              <a:defRPr sz="2250" b="1">
                <a:solidFill>
                  <a:srgbClr val="D1372D"/>
                </a:solidFill>
                <a:latin typeface="Arial"/>
                <a:ea typeface="Arial"/>
                <a:cs typeface="Arial"/>
              </a:defRPr>
            </a:lvl6pPr>
            <a:lvl7pPr algn="l">
              <a:defRPr sz="2250" b="1">
                <a:solidFill>
                  <a:srgbClr val="D1372D"/>
                </a:solidFill>
                <a:latin typeface="Arial"/>
                <a:ea typeface="Arial"/>
                <a:cs typeface="Arial"/>
              </a:defRPr>
            </a:lvl7pPr>
            <a:lvl8pPr algn="l">
              <a:defRPr sz="2250" b="1">
                <a:solidFill>
                  <a:srgbClr val="D1372D"/>
                </a:solidFill>
                <a:latin typeface="Arial"/>
                <a:ea typeface="Arial"/>
                <a:cs typeface="Arial"/>
              </a:defRPr>
            </a:lvl8pPr>
            <a:lvl9pPr algn="l">
              <a:defRPr sz="2250" b="1">
                <a:solidFill>
                  <a:srgbClr val="D1372D"/>
                </a:solidFill>
                <a:latin typeface="Arial"/>
                <a:ea typeface="Arial"/>
                <a:cs typeface="Arial"/>
              </a:defRPr>
            </a:lvl9pPr>
          </a:lstStyle>
          <a:p>
            <a:pPr algn="l">
              <a:defRPr sz="2250" b="1">
                <a:solidFill>
                  <a:srgbClr val="D1372D"/>
                </a:solidFill>
                <a:latin typeface="Arial"/>
                <a:ea typeface="Arial"/>
                <a:cs typeface="Arial"/>
              </a:defRPr>
            </a:pPr>
            <a:r>
              <a:rPr sz="2250" b="1">
                <a:solidFill>
                  <a:srgbClr val="D1372D"/>
                </a:solidFill>
                <a:latin typeface="Arial"/>
                <a:ea typeface="Arial"/>
                <a:cs typeface="Arial"/>
              </a:rPr>
              <a:t>02</a:t>
            </a:r>
          </a:p>
        </p:txBody>
      </p:sp>
      <p:sp>
        <p:nvSpPr>
          <p:cNvPr id="6" name="agenda-5">
            <a:extLst>
              <a:ext uri="{FF2B5EF4-FFF2-40B4-BE49-F238E27FC236}">
                <ns2:creationId id="{69024222-23BE-4588-8322-72745EEAB70D}"/>
              </a:ext>
            </a:extLst>
          </p:cNvPr>
          <p:cNvSpPr>
            <a:spLocks noGrp="1"/>
          </p:cNvSpPr>
          <p:nvPr/>
        </p:nvSpPr>
        <p:spPr>
          <a:xfrm>
            <a:off x="1657350" y="2628900"/>
            <a:ext cx="9715500" cy="438150"/>
          </a:xfrm>
          <a:prstGeom prst="rect">
            <a:avLst/>
          </a:prstGeom>
          <a:noFill/>
          <a:ln w="0">
            <a:noFill/>
          </a:ln>
        </p:spPr>
        <p:txBody>
          <a:bodyPr anchor="ctr">
            <a:noAutofit/>
          </a:bodyPr>
          <a:lstStyle>
            <a:defPPr algn="l">
              <a:defRPr sz="2325" b="0">
                <a:solidFill>
                  <a:srgbClr val="1C1C1C"/>
                </a:solidFill>
                <a:latin typeface="Arial"/>
                <a:ea typeface="Arial"/>
                <a:cs typeface="Arial"/>
              </a:defRPr>
            </a:defPPr>
            <a:lvl1pPr algn="l">
              <a:defRPr sz="2325" b="0">
                <a:solidFill>
                  <a:srgbClr val="1C1C1C"/>
                </a:solidFill>
                <a:latin typeface="Arial"/>
                <a:ea typeface="Arial"/>
                <a:cs typeface="Arial"/>
              </a:defRPr>
            </a:lvl1pPr>
            <a:lvl2pPr algn="l">
              <a:defRPr sz="2325" b="0">
                <a:solidFill>
                  <a:srgbClr val="1C1C1C"/>
                </a:solidFill>
                <a:latin typeface="Arial"/>
                <a:ea typeface="Arial"/>
                <a:cs typeface="Arial"/>
              </a:defRPr>
            </a:lvl2pPr>
            <a:lvl3pPr algn="l">
              <a:defRPr sz="2325" b="0">
                <a:solidFill>
                  <a:srgbClr val="1C1C1C"/>
                </a:solidFill>
                <a:latin typeface="Arial"/>
                <a:ea typeface="Arial"/>
                <a:cs typeface="Arial"/>
              </a:defRPr>
            </a:lvl3pPr>
            <a:lvl4pPr algn="l">
              <a:defRPr sz="2325" b="0">
                <a:solidFill>
                  <a:srgbClr val="1C1C1C"/>
                </a:solidFill>
                <a:latin typeface="Arial"/>
                <a:ea typeface="Arial"/>
                <a:cs typeface="Arial"/>
              </a:defRPr>
            </a:lvl4pPr>
            <a:lvl5pPr algn="l">
              <a:defRPr sz="2325" b="0">
                <a:solidFill>
                  <a:srgbClr val="1C1C1C"/>
                </a:solidFill>
                <a:latin typeface="Arial"/>
                <a:ea typeface="Arial"/>
                <a:cs typeface="Arial"/>
              </a:defRPr>
            </a:lvl5pPr>
            <a:lvl6pPr algn="l">
              <a:defRPr sz="2325" b="0">
                <a:solidFill>
                  <a:srgbClr val="1C1C1C"/>
                </a:solidFill>
                <a:latin typeface="Arial"/>
                <a:ea typeface="Arial"/>
                <a:cs typeface="Arial"/>
              </a:defRPr>
            </a:lvl6pPr>
            <a:lvl7pPr algn="l">
              <a:defRPr sz="2325" b="0">
                <a:solidFill>
                  <a:srgbClr val="1C1C1C"/>
                </a:solidFill>
                <a:latin typeface="Arial"/>
                <a:ea typeface="Arial"/>
                <a:cs typeface="Arial"/>
              </a:defRPr>
            </a:lvl7pPr>
            <a:lvl8pPr algn="l">
              <a:defRPr sz="2325" b="0">
                <a:solidFill>
                  <a:srgbClr val="1C1C1C"/>
                </a:solidFill>
                <a:latin typeface="Arial"/>
                <a:ea typeface="Arial"/>
                <a:cs typeface="Arial"/>
              </a:defRPr>
            </a:lvl8pPr>
            <a:lvl9pPr algn="l">
              <a:defRPr sz="2325" b="0">
                <a:solidFill>
                  <a:srgbClr val="1C1C1C"/>
                </a:solidFill>
                <a:latin typeface="Arial"/>
                <a:ea typeface="Arial"/>
                <a:cs typeface="Arial"/>
              </a:defRPr>
            </a:lvl9pPr>
          </a:lstStyle>
          <a:p>
            <a:pPr algn="l">
              <a:defRPr sz="2325" b="0">
                <a:solidFill>
                  <a:srgbClr val="1C1C1C"/>
                </a:solidFill>
                <a:latin typeface="Arial"/>
                <a:ea typeface="Arial"/>
                <a:cs typeface="Arial"/>
              </a:defRPr>
            </a:pPr>
            <a:r>
              <a:rPr sz="2325" b="0">
                <a:solidFill>
                  <a:srgbClr val="1C1C1C"/>
                </a:solidFill>
                <a:latin typeface="Arial"/>
                <a:ea typeface="Arial"/>
                <a:cs typeface="Arial"/>
              </a:rPr>
              <a:t>Conflicting guidance and evidence</a:t>
            </a:r>
          </a:p>
        </p:txBody>
      </p:sp>
      <p:sp>
        <p:nvSpPr>
          <p:cNvPr id="7" name="agenda-6">
            <a:extLst>
              <a:ext uri="{FF2B5EF4-FFF2-40B4-BE49-F238E27FC236}">
                <ns2:creationId id="{F8738AAE-A810-4559-A728-83E8A0CB9C71}"/>
              </a:ext>
            </a:extLst>
          </p:cNvPr>
          <p:cNvSpPr>
            <a:spLocks noGrp="1"/>
          </p:cNvSpPr>
          <p:nvPr/>
        </p:nvSpPr>
        <p:spPr>
          <a:xfrm>
            <a:off x="809625" y="3409950"/>
            <a:ext cx="590550" cy="438150"/>
          </a:xfrm>
          <a:prstGeom prst="rect">
            <a:avLst/>
          </a:prstGeom>
          <a:noFill/>
          <a:ln w="0">
            <a:noFill/>
          </a:ln>
        </p:spPr>
        <p:txBody>
          <a:bodyPr anchor="ctr">
            <a:noAutofit/>
          </a:bodyPr>
          <a:lstStyle>
            <a:defPPr algn="l">
              <a:defRPr sz="2250" b="1">
                <a:solidFill>
                  <a:srgbClr val="D1372D"/>
                </a:solidFill>
                <a:latin typeface="Arial"/>
                <a:ea typeface="Arial"/>
                <a:cs typeface="Arial"/>
              </a:defRPr>
            </a:defPPr>
            <a:lvl1pPr algn="l">
              <a:defRPr sz="2250" b="1">
                <a:solidFill>
                  <a:srgbClr val="D1372D"/>
                </a:solidFill>
                <a:latin typeface="Arial"/>
                <a:ea typeface="Arial"/>
                <a:cs typeface="Arial"/>
              </a:defRPr>
            </a:lvl1pPr>
            <a:lvl2pPr algn="l">
              <a:defRPr sz="2250" b="1">
                <a:solidFill>
                  <a:srgbClr val="D1372D"/>
                </a:solidFill>
                <a:latin typeface="Arial"/>
                <a:ea typeface="Arial"/>
                <a:cs typeface="Arial"/>
              </a:defRPr>
            </a:lvl2pPr>
            <a:lvl3pPr algn="l">
              <a:defRPr sz="2250" b="1">
                <a:solidFill>
                  <a:srgbClr val="D1372D"/>
                </a:solidFill>
                <a:latin typeface="Arial"/>
                <a:ea typeface="Arial"/>
                <a:cs typeface="Arial"/>
              </a:defRPr>
            </a:lvl3pPr>
            <a:lvl4pPr algn="l">
              <a:defRPr sz="2250" b="1">
                <a:solidFill>
                  <a:srgbClr val="D1372D"/>
                </a:solidFill>
                <a:latin typeface="Arial"/>
                <a:ea typeface="Arial"/>
                <a:cs typeface="Arial"/>
              </a:defRPr>
            </a:lvl4pPr>
            <a:lvl5pPr algn="l">
              <a:defRPr sz="2250" b="1">
                <a:solidFill>
                  <a:srgbClr val="D1372D"/>
                </a:solidFill>
                <a:latin typeface="Arial"/>
                <a:ea typeface="Arial"/>
                <a:cs typeface="Arial"/>
              </a:defRPr>
            </a:lvl5pPr>
            <a:lvl6pPr algn="l">
              <a:defRPr sz="2250" b="1">
                <a:solidFill>
                  <a:srgbClr val="D1372D"/>
                </a:solidFill>
                <a:latin typeface="Arial"/>
                <a:ea typeface="Arial"/>
                <a:cs typeface="Arial"/>
              </a:defRPr>
            </a:lvl6pPr>
            <a:lvl7pPr algn="l">
              <a:defRPr sz="2250" b="1">
                <a:solidFill>
                  <a:srgbClr val="D1372D"/>
                </a:solidFill>
                <a:latin typeface="Arial"/>
                <a:ea typeface="Arial"/>
                <a:cs typeface="Arial"/>
              </a:defRPr>
            </a:lvl7pPr>
            <a:lvl8pPr algn="l">
              <a:defRPr sz="2250" b="1">
                <a:solidFill>
                  <a:srgbClr val="D1372D"/>
                </a:solidFill>
                <a:latin typeface="Arial"/>
                <a:ea typeface="Arial"/>
                <a:cs typeface="Arial"/>
              </a:defRPr>
            </a:lvl8pPr>
            <a:lvl9pPr algn="l">
              <a:defRPr sz="2250" b="1">
                <a:solidFill>
                  <a:srgbClr val="D1372D"/>
                </a:solidFill>
                <a:latin typeface="Arial"/>
                <a:ea typeface="Arial"/>
                <a:cs typeface="Arial"/>
              </a:defRPr>
            </a:lvl9pPr>
          </a:lstStyle>
          <a:p>
            <a:pPr algn="l">
              <a:defRPr sz="2250" b="1">
                <a:solidFill>
                  <a:srgbClr val="D1372D"/>
                </a:solidFill>
                <a:latin typeface="Arial"/>
                <a:ea typeface="Arial"/>
                <a:cs typeface="Arial"/>
              </a:defRPr>
            </a:pPr>
            <a:r>
              <a:rPr sz="2250" b="1">
                <a:solidFill>
                  <a:srgbClr val="D1372D"/>
                </a:solidFill>
                <a:latin typeface="Arial"/>
                <a:ea typeface="Arial"/>
                <a:cs typeface="Arial"/>
              </a:rPr>
              <a:t>03</a:t>
            </a:r>
          </a:p>
        </p:txBody>
      </p:sp>
      <p:sp>
        <p:nvSpPr>
          <p:cNvPr id="8" name="agenda-7">
            <a:extLst>
              <a:ext uri="{FF2B5EF4-FFF2-40B4-BE49-F238E27FC236}">
                <ns2:creationId id="{B13051FE-397F-47AA-AD41-907ACF9F44D7}"/>
              </a:ext>
            </a:extLst>
          </p:cNvPr>
          <p:cNvSpPr>
            <a:spLocks noGrp="1"/>
          </p:cNvSpPr>
          <p:nvPr/>
        </p:nvSpPr>
        <p:spPr>
          <a:xfrm>
            <a:off x="1657350" y="3409950"/>
            <a:ext cx="9715500" cy="438150"/>
          </a:xfrm>
          <a:prstGeom prst="rect">
            <a:avLst/>
          </a:prstGeom>
          <a:noFill/>
          <a:ln w="0">
            <a:noFill/>
          </a:ln>
        </p:spPr>
        <p:txBody>
          <a:bodyPr anchor="ctr">
            <a:noAutofit/>
          </a:bodyPr>
          <a:lstStyle>
            <a:defPPr algn="l">
              <a:defRPr sz="2325" b="0">
                <a:solidFill>
                  <a:srgbClr val="1C1C1C"/>
                </a:solidFill>
                <a:latin typeface="Arial"/>
                <a:ea typeface="Arial"/>
                <a:cs typeface="Arial"/>
              </a:defRPr>
            </a:defPPr>
            <a:lvl1pPr algn="l">
              <a:defRPr sz="2325" b="0">
                <a:solidFill>
                  <a:srgbClr val="1C1C1C"/>
                </a:solidFill>
                <a:latin typeface="Arial"/>
                <a:ea typeface="Arial"/>
                <a:cs typeface="Arial"/>
              </a:defRPr>
            </a:lvl1pPr>
            <a:lvl2pPr algn="l">
              <a:defRPr sz="2325" b="0">
                <a:solidFill>
                  <a:srgbClr val="1C1C1C"/>
                </a:solidFill>
                <a:latin typeface="Arial"/>
                <a:ea typeface="Arial"/>
                <a:cs typeface="Arial"/>
              </a:defRPr>
            </a:lvl2pPr>
            <a:lvl3pPr algn="l">
              <a:defRPr sz="2325" b="0">
                <a:solidFill>
                  <a:srgbClr val="1C1C1C"/>
                </a:solidFill>
                <a:latin typeface="Arial"/>
                <a:ea typeface="Arial"/>
                <a:cs typeface="Arial"/>
              </a:defRPr>
            </a:lvl3pPr>
            <a:lvl4pPr algn="l">
              <a:defRPr sz="2325" b="0">
                <a:solidFill>
                  <a:srgbClr val="1C1C1C"/>
                </a:solidFill>
                <a:latin typeface="Arial"/>
                <a:ea typeface="Arial"/>
                <a:cs typeface="Arial"/>
              </a:defRPr>
            </a:lvl4pPr>
            <a:lvl5pPr algn="l">
              <a:defRPr sz="2325" b="0">
                <a:solidFill>
                  <a:srgbClr val="1C1C1C"/>
                </a:solidFill>
                <a:latin typeface="Arial"/>
                <a:ea typeface="Arial"/>
                <a:cs typeface="Arial"/>
              </a:defRPr>
            </a:lvl5pPr>
            <a:lvl6pPr algn="l">
              <a:defRPr sz="2325" b="0">
                <a:solidFill>
                  <a:srgbClr val="1C1C1C"/>
                </a:solidFill>
                <a:latin typeface="Arial"/>
                <a:ea typeface="Arial"/>
                <a:cs typeface="Arial"/>
              </a:defRPr>
            </a:lvl6pPr>
            <a:lvl7pPr algn="l">
              <a:defRPr sz="2325" b="0">
                <a:solidFill>
                  <a:srgbClr val="1C1C1C"/>
                </a:solidFill>
                <a:latin typeface="Arial"/>
                <a:ea typeface="Arial"/>
                <a:cs typeface="Arial"/>
              </a:defRPr>
            </a:lvl7pPr>
            <a:lvl8pPr algn="l">
              <a:defRPr sz="2325" b="0">
                <a:solidFill>
                  <a:srgbClr val="1C1C1C"/>
                </a:solidFill>
                <a:latin typeface="Arial"/>
                <a:ea typeface="Arial"/>
                <a:cs typeface="Arial"/>
              </a:defRPr>
            </a:lvl8pPr>
            <a:lvl9pPr algn="l">
              <a:defRPr sz="2325" b="0">
                <a:solidFill>
                  <a:srgbClr val="1C1C1C"/>
                </a:solidFill>
                <a:latin typeface="Arial"/>
                <a:ea typeface="Arial"/>
                <a:cs typeface="Arial"/>
              </a:defRPr>
            </a:lvl9pPr>
          </a:lstStyle>
          <a:p>
            <a:pPr algn="l">
              <a:defRPr sz="2325" b="0">
                <a:solidFill>
                  <a:srgbClr val="1C1C1C"/>
                </a:solidFill>
                <a:latin typeface="Arial"/>
                <a:ea typeface="Arial"/>
                <a:cs typeface="Arial"/>
              </a:defRPr>
            </a:pPr>
            <a:r>
              <a:rPr sz="2325" b="0">
                <a:solidFill>
                  <a:srgbClr val="1C1C1C"/>
                </a:solidFill>
                <a:latin typeface="Arial"/>
                <a:ea typeface="Arial"/>
                <a:cs typeface="Arial"/>
              </a:rPr>
              <a:t>A useful next task and its success check</a:t>
            </a:r>
          </a:p>
        </p:txBody>
      </p:sp>
      <p:sp>
        <p:nvSpPr>
          <p:cNvPr id="9" name="agenda-8">
            <a:extLst>
              <a:ext uri="{FF2B5EF4-FFF2-40B4-BE49-F238E27FC236}">
                <ns2:creationId id="{13BDBBED-4074-49E1-A7FA-CC9036156CC9}"/>
              </a:ext>
            </a:extLst>
          </p:cNvPr>
          <p:cNvSpPr>
            <a:spLocks noGrp="1"/>
          </p:cNvSpPr>
          <p:nvPr/>
        </p:nvSpPr>
        <p:spPr>
          <a:xfrm>
            <a:off x="809625" y="4191000"/>
            <a:ext cx="590550" cy="438150"/>
          </a:xfrm>
          <a:prstGeom prst="rect">
            <a:avLst/>
          </a:prstGeom>
          <a:noFill/>
          <a:ln w="0">
            <a:noFill/>
          </a:ln>
        </p:spPr>
        <p:txBody>
          <a:bodyPr anchor="ctr">
            <a:noAutofit/>
          </a:bodyPr>
          <a:lstStyle>
            <a:defPPr algn="l">
              <a:defRPr sz="2250" b="1">
                <a:solidFill>
                  <a:srgbClr val="D1372D"/>
                </a:solidFill>
                <a:latin typeface="Arial"/>
                <a:ea typeface="Arial"/>
                <a:cs typeface="Arial"/>
              </a:defRPr>
            </a:defPPr>
            <a:lvl1pPr algn="l">
              <a:defRPr sz="2250" b="1">
                <a:solidFill>
                  <a:srgbClr val="D1372D"/>
                </a:solidFill>
                <a:latin typeface="Arial"/>
                <a:ea typeface="Arial"/>
                <a:cs typeface="Arial"/>
              </a:defRPr>
            </a:lvl1pPr>
            <a:lvl2pPr algn="l">
              <a:defRPr sz="2250" b="1">
                <a:solidFill>
                  <a:srgbClr val="D1372D"/>
                </a:solidFill>
                <a:latin typeface="Arial"/>
                <a:ea typeface="Arial"/>
                <a:cs typeface="Arial"/>
              </a:defRPr>
            </a:lvl2pPr>
            <a:lvl3pPr algn="l">
              <a:defRPr sz="2250" b="1">
                <a:solidFill>
                  <a:srgbClr val="D1372D"/>
                </a:solidFill>
                <a:latin typeface="Arial"/>
                <a:ea typeface="Arial"/>
                <a:cs typeface="Arial"/>
              </a:defRPr>
            </a:lvl3pPr>
            <a:lvl4pPr algn="l">
              <a:defRPr sz="2250" b="1">
                <a:solidFill>
                  <a:srgbClr val="D1372D"/>
                </a:solidFill>
                <a:latin typeface="Arial"/>
                <a:ea typeface="Arial"/>
                <a:cs typeface="Arial"/>
              </a:defRPr>
            </a:lvl4pPr>
            <a:lvl5pPr algn="l">
              <a:defRPr sz="2250" b="1">
                <a:solidFill>
                  <a:srgbClr val="D1372D"/>
                </a:solidFill>
                <a:latin typeface="Arial"/>
                <a:ea typeface="Arial"/>
                <a:cs typeface="Arial"/>
              </a:defRPr>
            </a:lvl5pPr>
            <a:lvl6pPr algn="l">
              <a:defRPr sz="2250" b="1">
                <a:solidFill>
                  <a:srgbClr val="D1372D"/>
                </a:solidFill>
                <a:latin typeface="Arial"/>
                <a:ea typeface="Arial"/>
                <a:cs typeface="Arial"/>
              </a:defRPr>
            </a:lvl6pPr>
            <a:lvl7pPr algn="l">
              <a:defRPr sz="2250" b="1">
                <a:solidFill>
                  <a:srgbClr val="D1372D"/>
                </a:solidFill>
                <a:latin typeface="Arial"/>
                <a:ea typeface="Arial"/>
                <a:cs typeface="Arial"/>
              </a:defRPr>
            </a:lvl7pPr>
            <a:lvl8pPr algn="l">
              <a:defRPr sz="2250" b="1">
                <a:solidFill>
                  <a:srgbClr val="D1372D"/>
                </a:solidFill>
                <a:latin typeface="Arial"/>
                <a:ea typeface="Arial"/>
                <a:cs typeface="Arial"/>
              </a:defRPr>
            </a:lvl8pPr>
            <a:lvl9pPr algn="l">
              <a:defRPr sz="2250" b="1">
                <a:solidFill>
                  <a:srgbClr val="D1372D"/>
                </a:solidFill>
                <a:latin typeface="Arial"/>
                <a:ea typeface="Arial"/>
                <a:cs typeface="Arial"/>
              </a:defRPr>
            </a:lvl9pPr>
          </a:lstStyle>
          <a:p>
            <a:pPr algn="l">
              <a:defRPr sz="2250" b="1">
                <a:solidFill>
                  <a:srgbClr val="D1372D"/>
                </a:solidFill>
                <a:latin typeface="Arial"/>
                <a:ea typeface="Arial"/>
                <a:cs typeface="Arial"/>
              </a:defRPr>
            </a:pPr>
            <a:r>
              <a:rPr sz="2250" b="1">
                <a:solidFill>
                  <a:srgbClr val="D1372D"/>
                </a:solidFill>
                <a:latin typeface="Arial"/>
                <a:ea typeface="Arial"/>
                <a:cs typeface="Arial"/>
              </a:rPr>
              <a:t>04</a:t>
            </a:r>
          </a:p>
        </p:txBody>
      </p:sp>
      <p:sp>
        <p:nvSpPr>
          <p:cNvPr id="10" name="agenda-9">
            <a:extLst>
              <a:ext uri="{FF2B5EF4-FFF2-40B4-BE49-F238E27FC236}">
                <ns2:creationId id="{8F40E13A-F374-4956-9B44-87AF34C071DE}"/>
              </a:ext>
            </a:extLst>
          </p:cNvPr>
          <p:cNvSpPr>
            <a:spLocks noGrp="1"/>
          </p:cNvSpPr>
          <p:nvPr/>
        </p:nvSpPr>
        <p:spPr>
          <a:xfrm>
            <a:off x="1657350" y="4191000"/>
            <a:ext cx="9715500" cy="438150"/>
          </a:xfrm>
          <a:prstGeom prst="rect">
            <a:avLst/>
          </a:prstGeom>
          <a:noFill/>
          <a:ln w="0">
            <a:noFill/>
          </a:ln>
        </p:spPr>
        <p:txBody>
          <a:bodyPr anchor="ctr">
            <a:noAutofit/>
          </a:bodyPr>
          <a:lstStyle>
            <a:defPPr algn="l">
              <a:defRPr sz="2325" b="0">
                <a:solidFill>
                  <a:srgbClr val="1C1C1C"/>
                </a:solidFill>
                <a:latin typeface="Arial"/>
                <a:ea typeface="Arial"/>
                <a:cs typeface="Arial"/>
              </a:defRPr>
            </a:defPPr>
            <a:lvl1pPr algn="l">
              <a:defRPr sz="2325" b="0">
                <a:solidFill>
                  <a:srgbClr val="1C1C1C"/>
                </a:solidFill>
                <a:latin typeface="Arial"/>
                <a:ea typeface="Arial"/>
                <a:cs typeface="Arial"/>
              </a:defRPr>
            </a:lvl1pPr>
            <a:lvl2pPr algn="l">
              <a:defRPr sz="2325" b="0">
                <a:solidFill>
                  <a:srgbClr val="1C1C1C"/>
                </a:solidFill>
                <a:latin typeface="Arial"/>
                <a:ea typeface="Arial"/>
                <a:cs typeface="Arial"/>
              </a:defRPr>
            </a:lvl2pPr>
            <a:lvl3pPr algn="l">
              <a:defRPr sz="2325" b="0">
                <a:solidFill>
                  <a:srgbClr val="1C1C1C"/>
                </a:solidFill>
                <a:latin typeface="Arial"/>
                <a:ea typeface="Arial"/>
                <a:cs typeface="Arial"/>
              </a:defRPr>
            </a:lvl3pPr>
            <a:lvl4pPr algn="l">
              <a:defRPr sz="2325" b="0">
                <a:solidFill>
                  <a:srgbClr val="1C1C1C"/>
                </a:solidFill>
                <a:latin typeface="Arial"/>
                <a:ea typeface="Arial"/>
                <a:cs typeface="Arial"/>
              </a:defRPr>
            </a:lvl4pPr>
            <a:lvl5pPr algn="l">
              <a:defRPr sz="2325" b="0">
                <a:solidFill>
                  <a:srgbClr val="1C1C1C"/>
                </a:solidFill>
                <a:latin typeface="Arial"/>
                <a:ea typeface="Arial"/>
                <a:cs typeface="Arial"/>
              </a:defRPr>
            </a:lvl5pPr>
            <a:lvl6pPr algn="l">
              <a:defRPr sz="2325" b="0">
                <a:solidFill>
                  <a:srgbClr val="1C1C1C"/>
                </a:solidFill>
                <a:latin typeface="Arial"/>
                <a:ea typeface="Arial"/>
                <a:cs typeface="Arial"/>
              </a:defRPr>
            </a:lvl6pPr>
            <a:lvl7pPr algn="l">
              <a:defRPr sz="2325" b="0">
                <a:solidFill>
                  <a:srgbClr val="1C1C1C"/>
                </a:solidFill>
                <a:latin typeface="Arial"/>
                <a:ea typeface="Arial"/>
                <a:cs typeface="Arial"/>
              </a:defRPr>
            </a:lvl7pPr>
            <a:lvl8pPr algn="l">
              <a:defRPr sz="2325" b="0">
                <a:solidFill>
                  <a:srgbClr val="1C1C1C"/>
                </a:solidFill>
                <a:latin typeface="Arial"/>
                <a:ea typeface="Arial"/>
                <a:cs typeface="Arial"/>
              </a:defRPr>
            </a:lvl8pPr>
            <a:lvl9pPr algn="l">
              <a:defRPr sz="2325" b="0">
                <a:solidFill>
                  <a:srgbClr val="1C1C1C"/>
                </a:solidFill>
                <a:latin typeface="Arial"/>
                <a:ea typeface="Arial"/>
                <a:cs typeface="Arial"/>
              </a:defRPr>
            </a:lvl9pPr>
          </a:lstStyle>
          <a:p>
            <a:pPr algn="l">
              <a:defRPr sz="2325" b="0">
                <a:solidFill>
                  <a:srgbClr val="1C1C1C"/>
                </a:solidFill>
                <a:latin typeface="Arial"/>
                <a:ea typeface="Arial"/>
                <a:cs typeface="Arial"/>
              </a:defRPr>
            </a:pPr>
            <a:r>
              <a:rPr sz="2325" b="0">
                <a:solidFill>
                  <a:srgbClr val="1C1C1C"/>
                </a:solidFill>
                <a:latin typeface="Arial"/>
                <a:ea typeface="Arial"/>
                <a:cs typeface="Arial"/>
              </a:rPr>
              <a:t>Applying the audit to your own setup</a:t>
            </a:r>
          </a:p>
        </p:txBody>
      </p:sp>
      <p:sp>
        <p:nvSpPr>
          <p:cNvPr id="11" name="agenda-10">
            <a:extLst>
              <a:ext uri="{FF2B5EF4-FFF2-40B4-BE49-F238E27FC236}">
                <ns2:creationId id="{34DC7FC4-C4F6-4122-B7E4-446C5E54E792}"/>
              </a:ext>
            </a:extLst>
          </p:cNvPr>
          <p:cNvSpPr>
            <a:spLocks noGrp="1"/>
          </p:cNvSpPr>
          <p:nvPr/>
        </p:nvSpPr>
        <p:spPr>
          <a:xfrm>
            <a:off x="1657350" y="5124450"/>
            <a:ext cx="9715500" cy="476250"/>
          </a:xfrm>
          <a:prstGeom prst="rect">
            <a:avLst/>
          </a:prstGeom>
          <a:noFill/>
          <a:ln w="0">
            <a:noFill/>
          </a:ln>
        </p:spPr>
        <p:txBody>
          <a:bodyPr anchor="ctr">
            <a:noAutofit/>
          </a:bodyPr>
          <a:lstStyle>
            <a:defPPr algn="l">
              <a:defRPr sz="2250" b="0">
                <a:solidFill>
                  <a:srgbClr val="D1372D"/>
                </a:solidFill>
                <a:latin typeface="Arial"/>
                <a:ea typeface="Arial"/>
                <a:cs typeface="Arial"/>
              </a:defRPr>
            </a:defPPr>
            <a:lvl1pPr algn="l">
              <a:defRPr sz="2250" b="0">
                <a:solidFill>
                  <a:srgbClr val="D1372D"/>
                </a:solidFill>
                <a:latin typeface="Arial"/>
                <a:ea typeface="Arial"/>
                <a:cs typeface="Arial"/>
              </a:defRPr>
            </a:lvl1pPr>
            <a:lvl2pPr algn="l">
              <a:defRPr sz="2250" b="0">
                <a:solidFill>
                  <a:srgbClr val="D1372D"/>
                </a:solidFill>
                <a:latin typeface="Arial"/>
                <a:ea typeface="Arial"/>
                <a:cs typeface="Arial"/>
              </a:defRPr>
            </a:lvl2pPr>
            <a:lvl3pPr algn="l">
              <a:defRPr sz="2250" b="0">
                <a:solidFill>
                  <a:srgbClr val="D1372D"/>
                </a:solidFill>
                <a:latin typeface="Arial"/>
                <a:ea typeface="Arial"/>
                <a:cs typeface="Arial"/>
              </a:defRPr>
            </a:lvl3pPr>
            <a:lvl4pPr algn="l">
              <a:defRPr sz="2250" b="0">
                <a:solidFill>
                  <a:srgbClr val="D1372D"/>
                </a:solidFill>
                <a:latin typeface="Arial"/>
                <a:ea typeface="Arial"/>
                <a:cs typeface="Arial"/>
              </a:defRPr>
            </a:lvl4pPr>
            <a:lvl5pPr algn="l">
              <a:defRPr sz="2250" b="0">
                <a:solidFill>
                  <a:srgbClr val="D1372D"/>
                </a:solidFill>
                <a:latin typeface="Arial"/>
                <a:ea typeface="Arial"/>
                <a:cs typeface="Arial"/>
              </a:defRPr>
            </a:lvl5pPr>
            <a:lvl6pPr algn="l">
              <a:defRPr sz="2250" b="0">
                <a:solidFill>
                  <a:srgbClr val="D1372D"/>
                </a:solidFill>
                <a:latin typeface="Arial"/>
                <a:ea typeface="Arial"/>
                <a:cs typeface="Arial"/>
              </a:defRPr>
            </a:lvl6pPr>
            <a:lvl7pPr algn="l">
              <a:defRPr sz="2250" b="0">
                <a:solidFill>
                  <a:srgbClr val="D1372D"/>
                </a:solidFill>
                <a:latin typeface="Arial"/>
                <a:ea typeface="Arial"/>
                <a:cs typeface="Arial"/>
              </a:defRPr>
            </a:lvl7pPr>
            <a:lvl8pPr algn="l">
              <a:defRPr sz="2250" b="0">
                <a:solidFill>
                  <a:srgbClr val="D1372D"/>
                </a:solidFill>
                <a:latin typeface="Arial"/>
                <a:ea typeface="Arial"/>
                <a:cs typeface="Arial"/>
              </a:defRPr>
            </a:lvl8pPr>
            <a:lvl9pPr algn="l">
              <a:defRPr sz="2250" b="0">
                <a:solidFill>
                  <a:srgbClr val="D1372D"/>
                </a:solidFill>
                <a:latin typeface="Arial"/>
                <a:ea typeface="Arial"/>
                <a:cs typeface="Arial"/>
              </a:defRPr>
            </a:lvl9pPr>
          </a:lstStyle>
          <a:p>
            <a:pPr algn="l">
              <a:defRPr sz="2250" b="0">
                <a:solidFill>
                  <a:srgbClr val="D1372D"/>
                </a:solidFill>
                <a:latin typeface="Arial"/>
                <a:ea typeface="Arial"/>
                <a:cs typeface="Arial"/>
              </a:defRPr>
            </a:pPr>
            <a:r>
              <a:rPr sz="2250" b="0">
                <a:solidFill>
                  <a:srgbClr val="D1372D"/>
                </a:solidFill>
                <a:latin typeface="Arial"/>
                <a:ea typeface="Arial"/>
                <a:cs typeface="Arial"/>
              </a:rPr>
              <a:t>Questions and worked examples</a:t>
            </a:r>
          </a:p>
        </p:txBody>
      </p:sp>
      <p:sp>
        <p:nvSpPr>
          <p:cNvPr id="12" name="agenda-11">
            <a:extLst>
              <a:ext uri="{FF2B5EF4-FFF2-40B4-BE49-F238E27FC236}">
                <ns2:creationId id="{47979496-1299-49F9-8312-52EFFAA90529}"/>
              </a:ext>
            </a:extLst>
          </p:cNvPr>
          <p:cNvSpPr>
            <a:spLocks noGrp="1"/>
          </p:cNvSpPr>
          <p:nvPr/>
        </p:nvSpPr>
        <p:spPr>
          <a:xfrm>
            <a:off x="609600" y="6534150"/>
            <a:ext cx="5715000" cy="209550"/>
          </a:xfrm>
          <a:prstGeom prst="rect">
            <a:avLst/>
          </a:prstGeom>
          <a:noFill/>
          <a:ln w="0">
            <a:noFill/>
          </a:ln>
        </p:spPr>
        <p:txBody>
          <a:bodyPr anchor="ctr">
            <a:noAutofit/>
          </a:bodyPr>
          <a:lstStyle>
            <a:defPPr algn="l">
              <a:defRPr sz="1050" b="0">
                <a:solidFill>
                  <a:srgbClr val="686868"/>
                </a:solidFill>
                <a:latin typeface="Arial"/>
                <a:ea typeface="Arial"/>
                <a:cs typeface="Arial"/>
              </a:defRPr>
            </a:defPPr>
            <a:lvl1pPr algn="l">
              <a:defRPr sz="1050" b="0">
                <a:solidFill>
                  <a:srgbClr val="686868"/>
                </a:solidFill>
                <a:latin typeface="Arial"/>
                <a:ea typeface="Arial"/>
                <a:cs typeface="Arial"/>
              </a:defRPr>
            </a:lvl1pPr>
            <a:lvl2pPr algn="l">
              <a:defRPr sz="1050" b="0">
                <a:solidFill>
                  <a:srgbClr val="686868"/>
                </a:solidFill>
                <a:latin typeface="Arial"/>
                <a:ea typeface="Arial"/>
                <a:cs typeface="Arial"/>
              </a:defRPr>
            </a:lvl2pPr>
            <a:lvl3pPr algn="l">
              <a:defRPr sz="1050" b="0">
                <a:solidFill>
                  <a:srgbClr val="686868"/>
                </a:solidFill>
                <a:latin typeface="Arial"/>
                <a:ea typeface="Arial"/>
                <a:cs typeface="Arial"/>
              </a:defRPr>
            </a:lvl3pPr>
            <a:lvl4pPr algn="l">
              <a:defRPr sz="1050" b="0">
                <a:solidFill>
                  <a:srgbClr val="686868"/>
                </a:solidFill>
                <a:latin typeface="Arial"/>
                <a:ea typeface="Arial"/>
                <a:cs typeface="Arial"/>
              </a:defRPr>
            </a:lvl4pPr>
            <a:lvl5pPr algn="l">
              <a:defRPr sz="1050" b="0">
                <a:solidFill>
                  <a:srgbClr val="686868"/>
                </a:solidFill>
                <a:latin typeface="Arial"/>
                <a:ea typeface="Arial"/>
                <a:cs typeface="Arial"/>
              </a:defRPr>
            </a:lvl5pPr>
            <a:lvl6pPr algn="l">
              <a:defRPr sz="1050" b="0">
                <a:solidFill>
                  <a:srgbClr val="686868"/>
                </a:solidFill>
                <a:latin typeface="Arial"/>
                <a:ea typeface="Arial"/>
                <a:cs typeface="Arial"/>
              </a:defRPr>
            </a:lvl6pPr>
            <a:lvl7pPr algn="l">
              <a:defRPr sz="1050" b="0">
                <a:solidFill>
                  <a:srgbClr val="686868"/>
                </a:solidFill>
                <a:latin typeface="Arial"/>
                <a:ea typeface="Arial"/>
                <a:cs typeface="Arial"/>
              </a:defRPr>
            </a:lvl7pPr>
            <a:lvl8pPr algn="l">
              <a:defRPr sz="1050" b="0">
                <a:solidFill>
                  <a:srgbClr val="686868"/>
                </a:solidFill>
                <a:latin typeface="Arial"/>
                <a:ea typeface="Arial"/>
                <a:cs typeface="Arial"/>
              </a:defRPr>
            </a:lvl8pPr>
            <a:lvl9pPr algn="l">
              <a:defRPr sz="1050" b="0">
                <a:solidFill>
                  <a:srgbClr val="686868"/>
                </a:solidFill>
                <a:latin typeface="Arial"/>
                <a:ea typeface="Arial"/>
                <a:cs typeface="Arial"/>
              </a:defRPr>
            </a:lvl9pPr>
          </a:lstStyle>
          <a:p>
            <a:pPr algn="l">
              <a:defRPr sz="1050" b="0">
                <a:solidFill>
                  <a:srgbClr val="686868"/>
                </a:solidFill>
                <a:latin typeface="Arial"/>
                <a:ea typeface="Arial"/>
                <a:cs typeface="Arial"/>
              </a:defRPr>
            </a:pPr>
            <a:r>
              <a:rPr sz="1050" b="0">
                <a:solidFill>
                  <a:srgbClr val="686868"/>
                </a:solidFill>
                <a:latin typeface="Arial"/>
                <a:ea typeface="Arial"/>
                <a:cs typeface="Arial"/>
              </a:rPr>
              <a:t>CODEX &amp; COFFEE</a:t>
            </a:r>
          </a:p>
        </p:txBody>
      </p:sp>
      <p:sp>
        <p:nvSpPr>
          <p:cNvPr id="13" name="agenda-12">
            <a:extLst>
              <a:ext uri="{FF2B5EF4-FFF2-40B4-BE49-F238E27FC236}">
                <ns2:creationId id="{9F0DA2FC-035A-4516-9D40-503262B9751D}"/>
              </a:ext>
            </a:extLst>
          </p:cNvPr>
          <p:cNvSpPr>
            <a:spLocks noGrp="1"/>
          </p:cNvSpPr>
          <p:nvPr/>
        </p:nvSpPr>
        <p:spPr>
          <a:xfrm>
            <a:off x="9334500" y="6534150"/>
            <a:ext cx="2247900" cy="209550"/>
          </a:xfrm>
          <a:prstGeom prst="rect">
            <a:avLst/>
          </a:prstGeom>
          <a:noFill/>
          <a:ln w="0">
            <a:noFill/>
          </a:ln>
        </p:spPr>
        <p:txBody>
          <a:bodyPr anchor="ctr">
            <a:noAutofit/>
          </a:bodyPr>
          <a:lstStyle>
            <a:defPPr algn="r">
              <a:defRPr sz="1050" b="0">
                <a:solidFill>
                  <a:srgbClr val="686868"/>
                </a:solidFill>
                <a:latin typeface="Arial"/>
                <a:ea typeface="Arial"/>
                <a:cs typeface="Arial"/>
              </a:defRPr>
            </a:defPPr>
            <a:lvl1pPr algn="r">
              <a:defRPr sz="1050" b="0">
                <a:solidFill>
                  <a:srgbClr val="686868"/>
                </a:solidFill>
                <a:latin typeface="Arial"/>
                <a:ea typeface="Arial"/>
                <a:cs typeface="Arial"/>
              </a:defRPr>
            </a:lvl1pPr>
            <a:lvl2pPr algn="r">
              <a:defRPr sz="1050" b="0">
                <a:solidFill>
                  <a:srgbClr val="686868"/>
                </a:solidFill>
                <a:latin typeface="Arial"/>
                <a:ea typeface="Arial"/>
                <a:cs typeface="Arial"/>
              </a:defRPr>
            </a:lvl2pPr>
            <a:lvl3pPr algn="r">
              <a:defRPr sz="1050" b="0">
                <a:solidFill>
                  <a:srgbClr val="686868"/>
                </a:solidFill>
                <a:latin typeface="Arial"/>
                <a:ea typeface="Arial"/>
                <a:cs typeface="Arial"/>
              </a:defRPr>
            </a:lvl3pPr>
            <a:lvl4pPr algn="r">
              <a:defRPr sz="1050" b="0">
                <a:solidFill>
                  <a:srgbClr val="686868"/>
                </a:solidFill>
                <a:latin typeface="Arial"/>
                <a:ea typeface="Arial"/>
                <a:cs typeface="Arial"/>
              </a:defRPr>
            </a:lvl4pPr>
            <a:lvl5pPr algn="r">
              <a:defRPr sz="1050" b="0">
                <a:solidFill>
                  <a:srgbClr val="686868"/>
                </a:solidFill>
                <a:latin typeface="Arial"/>
                <a:ea typeface="Arial"/>
                <a:cs typeface="Arial"/>
              </a:defRPr>
            </a:lvl5pPr>
            <a:lvl6pPr algn="r">
              <a:defRPr sz="1050" b="0">
                <a:solidFill>
                  <a:srgbClr val="686868"/>
                </a:solidFill>
                <a:latin typeface="Arial"/>
                <a:ea typeface="Arial"/>
                <a:cs typeface="Arial"/>
              </a:defRPr>
            </a:lvl6pPr>
            <a:lvl7pPr algn="r">
              <a:defRPr sz="1050" b="0">
                <a:solidFill>
                  <a:srgbClr val="686868"/>
                </a:solidFill>
                <a:latin typeface="Arial"/>
                <a:ea typeface="Arial"/>
                <a:cs typeface="Arial"/>
              </a:defRPr>
            </a:lvl7pPr>
            <a:lvl8pPr algn="r">
              <a:defRPr sz="1050" b="0">
                <a:solidFill>
                  <a:srgbClr val="686868"/>
                </a:solidFill>
                <a:latin typeface="Arial"/>
                <a:ea typeface="Arial"/>
                <a:cs typeface="Arial"/>
              </a:defRPr>
            </a:lvl8pPr>
            <a:lvl9pPr algn="r">
              <a:defRPr sz="1050" b="0">
                <a:solidFill>
                  <a:srgbClr val="686868"/>
                </a:solidFill>
                <a:latin typeface="Arial"/>
                <a:ea typeface="Arial"/>
                <a:cs typeface="Arial"/>
              </a:defRPr>
            </a:lvl9pPr>
          </a:lstStyle>
          <a:p>
            <a:pPr algn="r">
              <a:defRPr sz="1050" b="0">
                <a:solidFill>
                  <a:srgbClr val="686868"/>
                </a:solidFill>
                <a:latin typeface="Arial"/>
                <a:ea typeface="Arial"/>
                <a:cs typeface="Arial"/>
              </a:defRPr>
            </a:pPr>
            <a:r>
              <a:rPr sz="1050" b="0">
                <a:solidFill>
                  <a:srgbClr val="686868"/>
                </a:solidFill>
                <a:latin typeface="Arial"/>
                <a:ea typeface="Arial"/>
                <a:cs typeface="Arial"/>
              </a:rPr>
              <a:t>DAY 1  ·  2</a:t>
            </a:r>
          </a:p>
        </p:txBody>
      </p:sp>
    </p:spTree>
    <p:extLst>
      <p:ext uri="{BB962C8B-B14F-4D97-AF65-F5344CB8AC3E}">
        <ns3:creationId val="4181502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2026-10-25T18:37:33.5890000Z</dcterms:created>
  <dcterms:modified xsi:type="dcterms:W3CDTF">2026-10-25T18:37:33.5890000Z</dcterms:modified>
</coreProperties>
</file>
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cb1dd797ec4fa8" /><Relationship Type="http://schemas.openxmlformats.org/officeDocument/2006/relationships/extended-properties" Target="/docProps/app.xml" Id="Ra62c2405588f4101" /><Relationship Type="http://schemas.openxmlformats.org/officeDocument/2006/relationships/officeDocument" Target="/ppt/presentation.xml" Id="Ra5294388f06b437a" /></Relationships>
</file>

<file path=ppt/presentation.xml><?xml version="1.0" encoding="utf-8"?>
<p:presentation xmlns:p="http://schemas.openxmlformats.org/presentationml/2006/main">
  <p:sldMasterIdLst>
    <p:sldMasterId xmlns:r="http://schemas.openxmlformats.org/officeDocument/2006/relationships" id="2147483648" r:id="R6e9eee448d584e61"/>
  </p:sldMasterIdLst>
  <p:notesMasterIdLst>
    <p:notesMasterId xmlns:r="http://schemas.openxmlformats.org/officeDocument/2006/relationships" r:id="R1ee566a5755a496e"/>
  </p:notesMasterIdLst>
  <p:sldIdLst>
    <p:sldId xmlns:r="http://schemas.openxmlformats.org/officeDocument/2006/relationships" id="256" r:id="Rec8e975f8e804f4a"/>
    <p:sldId xmlns:r="http://schemas.openxmlformats.org/officeDocument/2006/relationships" id="257" r:id="Re4b829c012854016"/>
    <p:sldId xmlns:r="http://schemas.openxmlformats.org/officeDocument/2006/relationships" id="258" r:id="R14cc4e708cd24924"/>
    <p:sldId xmlns:r="http://schemas.openxmlformats.org/officeDocument/2006/relationships" id="259" r:id="R6a1b19ee676a4dbc"/>
    <p:sldId xmlns:r="http://schemas.openxmlformats.org/officeDocument/2006/relationships" id="260" r:id="Rd49bca11b965428b"/>
    <p:sldId xmlns:r="http://schemas.openxmlformats.org/officeDocument/2006/relationships" id="261" r:id="R58b3a838ebae4da8"/>
    <p:sldId xmlns:r="http://schemas.openxmlformats.org/officeDocument/2006/relationships" id="262" r:id="Rda11857a9abf41ea"/>
    <p:sldId xmlns:r="http://schemas.openxmlformats.org/officeDocument/2006/relationships" id="263" r:id="R4fe5609391c14f9e"/>
    <p:sldId xmlns:r="http://schemas.openxmlformats.org/officeDocument/2006/relationships" id="264" r:id="Rb28f8a9ffd914c3a"/>
    <p:sldId xmlns:r="http://schemas.openxmlformats.org/officeDocument/2006/relationships" id="265" r:id="R892da736610848fc"/>
    <p:sldId xmlns:r="http://schemas.openxmlformats.org/officeDocument/2006/relationships" id="266" r:id="R44901ee8bea0458b"/>
    <p:sldId xmlns:r="http://schemas.openxmlformats.org/officeDocument/2006/relationships" id="267" r:id="Re43be468a60e4551"/>
    <p:sldId xmlns:r="http://schemas.openxmlformats.org/officeDocument/2006/relationships" id="268" r:id="R256fc7e75e1345d0"/>
    <p:sldId xmlns:r="http://schemas.openxmlformats.org/officeDocument/2006/relationships" id="269" r:id="R1fc737a1d85a470c"/>
    <p:sldId xmlns:r="http://schemas.openxmlformats.org/officeDocument/2006/relationships" id="270" r:id="Ra5302889c96b4028"/>
    <p:sldId xmlns:r="http://schemas.openxmlformats.org/officeDocument/2006/relationships" id="271" r:id="R7a190eb405a04623"/>
    <p:sldId xmlns:r="http://schemas.openxmlformats.org/officeDocument/2006/relationships" id="272" r:id="R7c66fc18fb394463"/>
    <p:sldId xmlns:r="http://schemas.openxmlformats.org/officeDocument/2006/relationships" id="273" r:id="R5476be8e2477492e"/>
    <p:sldId xmlns:r="http://schemas.openxmlformats.org/officeDocument/2006/relationships" id="274" r:id="Ra7172f270f5d4dae"/>
    <p:sldId xmlns:r="http://schemas.openxmlformats.org/officeDocument/2006/relationships" id="275" r:id="R93a85c27801a4979"/>
    <p:sldId xmlns:r="http://schemas.openxmlformats.org/officeDocument/2006/relationships" id="276" r:id="Rf34df3b23db24268"/>
    <p:sldId xmlns:r="http://schemas.openxmlformats.org/officeDocument/2006/relationships" id="277" r:id="R70dda185e7284754"/>
    <p:sldId xmlns:r="http://schemas.openxmlformats.org/officeDocument/2006/relationships" id="278" r:id="R053b70beff5c4b0d"/>
    <p:sldId xmlns:r="http://schemas.openxmlformats.org/officeDocument/2006/relationships" id="279" r:id="R81678a1607b249ed"/>
    <p:sldId xmlns:r="http://schemas.openxmlformats.org/officeDocument/2006/relationships" id="280" r:id="R0c1e408209234d89"/>
    <p:sldId xmlns:r="http://schemas.openxmlformats.org/officeDocument/2006/relationships" id="281" r:id="R427adf59edb54ec2"/>
    <p:sldId xmlns:r="http://schemas.openxmlformats.org/officeDocument/2006/relationships" id="282" r:id="R5f035e80f43e4f01"/>
    <p:sldId xmlns:r="http://schemas.openxmlformats.org/officeDocument/2006/relationships" id="283" r:id="Rfa57e6fb2fc34c83"/>
    <p:sldId xmlns:r="http://schemas.openxmlformats.org/officeDocument/2006/relationships" id="284" r:id="R9e8125841bb04821"/>
    <p:sldId xmlns:r="http://schemas.openxmlformats.org/officeDocument/2006/relationships" id="285" r:id="Rfcc33c55fd56464e"/>
    <p:sldId xmlns:r="http://schemas.openxmlformats.org/officeDocument/2006/relationships" id="286" r:id="Rb1297cf922e14061"/>
    <p:sldId xmlns:r="http://schemas.openxmlformats.org/officeDocument/2006/relationships" id="287" r:id="R23dfa6b220534758"/>
    <p:sldId xmlns:r="http://schemas.openxmlformats.org/officeDocument/2006/relationships" id="288" r:id="R051eadb00b4845ca"/>
    <p:sldId xmlns:r="http://schemas.openxmlformats.org/officeDocument/2006/relationships" id="289" r:id="R20de3e9696d74c81"/>
    <p:sldId xmlns:r="http://schemas.openxmlformats.org/officeDocument/2006/relationships" id="290" r:id="R872a859e82604f09"/>
    <p:sldId xmlns:r="http://schemas.openxmlformats.org/officeDocument/2006/relationships" id="291" r:id="R51d3486e73e34080"/>
    <p:sldId xmlns:r="http://schemas.openxmlformats.org/officeDocument/2006/relationships" id="292" r:id="R916d183304ab42e7"/>
    <p:sldId xmlns:r="http://schemas.openxmlformats.org/officeDocument/2006/relationships" id="293" r:id="R599c0f7ffbfc4ca6"/>
    <p:sldId xmlns:r="http://schemas.openxmlformats.org/officeDocument/2006/relationships" id="294" r:id="Rd72a3de4304b4505"/>
    <p:sldId xmlns:r="http://schemas.openxmlformats.org/officeDocument/2006/relationships" id="295" r:id="R59f6e16fc6314218"/>
    <p:sldId xmlns:r="http://schemas.openxmlformats.org/officeDocument/2006/relationships" id="296" r:id="R00bf615043d64992"/>
    <p:sldId xmlns:r="http://schemas.openxmlformats.org/officeDocument/2006/relationships" id="297" r:id="Rbaf9a2a99b0b4775"/>
    <p:sldId xmlns:r="http://schemas.openxmlformats.org/officeDocument/2006/relationships" id="298" r:id="R48533930c4494e2e"/>
    <p:sldId xmlns:r="http://schemas.openxmlformats.org/officeDocument/2006/relationships" id="299" r:id="R1e81d4fe68e44df2"/>
    <p:sldId xmlns:r="http://schemas.openxmlformats.org/officeDocument/2006/relationships" id="300" r:id="Rcec6a87a235540fb"/>
    <p:sldId xmlns:r="http://schemas.openxmlformats.org/officeDocument/2006/relationships" id="301" r:id="Ra9188f6c70b44e2f"/>
    <p:sldId xmlns:r="http://schemas.openxmlformats.org/officeDocument/2006/relationships" id="302" r:id="R01ccfcae4f3b4857"/>
    <p:sldId xmlns:r="http://schemas.openxmlformats.org/officeDocument/2006/relationships" id="303" r:id="Rf7ef917871d649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648e8f454b4846" /><Relationship Type="http://schemas.openxmlformats.org/officeDocument/2006/relationships/slideMaster" Target="/ppt/slideMasters/slideMaster1.xml" Id="R6e9eee448d584e61" /><Relationship Type="http://schemas.openxmlformats.org/officeDocument/2006/relationships/notesMaster" Target="/ppt/notesMasters/notesMaster1.xml" Id="R1ee566a5755a496e" /><Relationship Type="http://schemas.openxmlformats.org/officeDocument/2006/relationships/presProps" Target="/ppt/presProps.xml" Id="R7d5c6f1f87654678" /><Relationship Type="http://schemas.openxmlformats.org/officeDocument/2006/relationships/tableStyles" Target="/ppt/tableStyles.xml" Id="Re30671b147f74902" /><Relationship Type="http://schemas.openxmlformats.org/officeDocument/2006/relationships/slide" Target="/ppt/slides/slide1.xml" Id="Rec8e975f8e804f4a" /><Relationship Type="http://schemas.openxmlformats.org/officeDocument/2006/relationships/slide" Target="/ppt/slides/slide2.xml" Id="Re4b829c012854016" /><Relationship Type="http://schemas.openxmlformats.org/officeDocument/2006/relationships/slide" Target="/ppt/slides/slide3.xml" Id="R14cc4e708cd24924" /><Relationship Type="http://schemas.openxmlformats.org/officeDocument/2006/relationships/slide" Target="/ppt/slides/slide4.xml" Id="R6a1b19ee676a4dbc" /><Relationship Type="http://schemas.openxmlformats.org/officeDocument/2006/relationships/slide" Target="/ppt/slides/slide5.xml" Id="Rd49bca11b965428b" /><Relationship Type="http://schemas.openxmlformats.org/officeDocument/2006/relationships/slide" Target="/ppt/slides/slide6.xml" Id="R58b3a838ebae4da8" /><Relationship Type="http://schemas.openxmlformats.org/officeDocument/2006/relationships/slide" Target="/ppt/slides/slide7.xml" Id="Rda11857a9abf41ea" /><Relationship Type="http://schemas.openxmlformats.org/officeDocument/2006/relationships/slide" Target="/ppt/slides/slide8.xml" Id="R4fe5609391c14f9e" /><Relationship Type="http://schemas.openxmlformats.org/officeDocument/2006/relationships/slide" Target="/ppt/slides/slide9.xml" Id="Rb28f8a9ffd914c3a" /><Relationship Type="http://schemas.openxmlformats.org/officeDocument/2006/relationships/slide" Target="/ppt/slides/slide10.xml" Id="R892da736610848fc" /><Relationship Type="http://schemas.openxmlformats.org/officeDocument/2006/relationships/slide" Target="/ppt/slides/slide11.xml" Id="R44901ee8bea0458b" /><Relationship Type="http://schemas.openxmlformats.org/officeDocument/2006/relationships/slide" Target="/ppt/slides/slide12.xml" Id="Re43be468a60e4551" /><Relationship Type="http://schemas.openxmlformats.org/officeDocument/2006/relationships/slide" Target="/ppt/slides/slide13.xml" Id="R256fc7e75e1345d0" /><Relationship Type="http://schemas.openxmlformats.org/officeDocument/2006/relationships/slide" Target="/ppt/slides/slide14.xml" Id="R1fc737a1d85a470c" /><Relationship Type="http://schemas.openxmlformats.org/officeDocument/2006/relationships/slide" Target="/ppt/slides/slide15.xml" Id="Ra5302889c96b4028" /><Relationship Type="http://schemas.openxmlformats.org/officeDocument/2006/relationships/slide" Target="/ppt/slides/slide16.xml" Id="R7a190eb405a04623" /><Relationship Type="http://schemas.openxmlformats.org/officeDocument/2006/relationships/slide" Target="/ppt/slides/slide17.xml" Id="R7c66fc18fb394463" /><Relationship Type="http://schemas.openxmlformats.org/officeDocument/2006/relationships/slide" Target="/ppt/slides/slide18.xml" Id="R5476be8e2477492e" /><Relationship Type="http://schemas.openxmlformats.org/officeDocument/2006/relationships/slide" Target="/ppt/slides/slide19.xml" Id="Ra7172f270f5d4dae" /><Relationship Type="http://schemas.openxmlformats.org/officeDocument/2006/relationships/slide" Target="/ppt/slides/slide20.xml" Id="R93a85c27801a4979" /><Relationship Type="http://schemas.openxmlformats.org/officeDocument/2006/relationships/slide" Target="/ppt/slides/slide21.xml" Id="Rf34df3b23db24268" /><Relationship Type="http://schemas.openxmlformats.org/officeDocument/2006/relationships/slide" Target="/ppt/slides/slide22.xml" Id="R70dda185e7284754" /><Relationship Type="http://schemas.openxmlformats.org/officeDocument/2006/relationships/slide" Target="/ppt/slides/slide23.xml" Id="R053b70beff5c4b0d" /><Relationship Type="http://schemas.openxmlformats.org/officeDocument/2006/relationships/slide" Target="/ppt/slides/slide24.xml" Id="R81678a1607b249ed" /><Relationship Type="http://schemas.openxmlformats.org/officeDocument/2006/relationships/slide" Target="/ppt/slides/slide25.xml" Id="R0c1e408209234d89" /><Relationship Type="http://schemas.openxmlformats.org/officeDocument/2006/relationships/slide" Target="/ppt/slides/slide26.xml" Id="R427adf59edb54ec2" /><Relationship Type="http://schemas.openxmlformats.org/officeDocument/2006/relationships/slide" Target="/ppt/slides/slide27.xml" Id="R5f035e80f43e4f01" /><Relationship Type="http://schemas.openxmlformats.org/officeDocument/2006/relationships/slide" Target="/ppt/slides/slide28.xml" Id="Rfa57e6fb2fc34c83" /><Relationship Type="http://schemas.openxmlformats.org/officeDocument/2006/relationships/slide" Target="/ppt/slides/slide29.xml" Id="R9e8125841bb04821" /><Relationship Type="http://schemas.openxmlformats.org/officeDocument/2006/relationships/slide" Target="/ppt/slides/slide30.xml" Id="Rfcc33c55fd56464e" /><Relationship Type="http://schemas.openxmlformats.org/officeDocument/2006/relationships/slide" Target="/ppt/slides/slide31.xml" Id="Rb1297cf922e14061" /><Relationship Type="http://schemas.openxmlformats.org/officeDocument/2006/relationships/slide" Target="/ppt/slides/slide32.xml" Id="R23dfa6b220534758" /><Relationship Type="http://schemas.openxmlformats.org/officeDocument/2006/relationships/slide" Target="/ppt/slides/slide33.xml" Id="R051eadb00b4845ca" /><Relationship Type="http://schemas.openxmlformats.org/officeDocument/2006/relationships/slide" Target="/ppt/slides/slide34.xml" Id="R20de3e9696d74c81" /><Relationship Type="http://schemas.openxmlformats.org/officeDocument/2006/relationships/slide" Target="/ppt/slides/slide35.xml" Id="R872a859e82604f09" /><Relationship Type="http://schemas.openxmlformats.org/officeDocument/2006/relationships/slide" Target="/ppt/slides/slide36.xml" Id="R51d3486e73e34080" /><Relationship Type="http://schemas.openxmlformats.org/officeDocument/2006/relationships/slide" Target="/ppt/slides/slide37.xml" Id="R916d183304ab42e7" /><Relationship Type="http://schemas.openxmlformats.org/officeDocument/2006/relationships/slide" Target="/ppt/slides/slide38.xml" Id="R599c0f7ffbfc4ca6" /><Relationship Type="http://schemas.openxmlformats.org/officeDocument/2006/relationships/slide" Target="/ppt/slides/slide39.xml" Id="Rd72a3de4304b4505" /><Relationship Type="http://schemas.openxmlformats.org/officeDocument/2006/relationships/slide" Target="/ppt/slides/slide40.xml" Id="R59f6e16fc6314218" /><Relationship Type="http://schemas.openxmlformats.org/officeDocument/2006/relationships/slide" Target="/ppt/slides/slide41.xml" Id="R00bf615043d64992" /><Relationship Type="http://schemas.openxmlformats.org/officeDocument/2006/relationships/slide" Target="/ppt/slides/slide42.xml" Id="Rbaf9a2a99b0b4775" /><Relationship Type="http://schemas.openxmlformats.org/officeDocument/2006/relationships/slide" Target="/ppt/slides/slide43.xml" Id="R48533930c4494e2e" /><Relationship Type="http://schemas.openxmlformats.org/officeDocument/2006/relationships/slide" Target="/ppt/slides/slide44.xml" Id="R1e81d4fe68e44df2" /><Relationship Type="http://schemas.openxmlformats.org/officeDocument/2006/relationships/slide" Target="/ppt/slides/slide45.xml" Id="Rcec6a87a235540fb" /><Relationship Type="http://schemas.openxmlformats.org/officeDocument/2006/relationships/slide" Target="/ppt/slides/slide46.xml" Id="Ra9188f6c70b44e2f" /><Relationship Type="http://schemas.openxmlformats.org/officeDocument/2006/relationships/slide" Target="/ppt/slides/slide47.xml" Id="R01ccfcae4f3b4857" /><Relationship Type="http://schemas.openxmlformats.org/officeDocument/2006/relationships/slide" Target="/ppt/slides/slide48.xml" Id="Rf7ef917871d649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51a8799dbc47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b053aa9c2e4b24" /><Relationship Type="http://schemas.openxmlformats.org/officeDocument/2006/relationships/notesMaster" Target="/ppt/notesMasters/notesMaster1.xml" Id="R2869c03e341644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ffea060df641b8" /><Relationship Type="http://schemas.openxmlformats.org/officeDocument/2006/relationships/notesMaster" Target="/ppt/notesMasters/notesMaster1.xml" Id="R8786c2da154c45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8055b3d7144e25" /><Relationship Type="http://schemas.openxmlformats.org/officeDocument/2006/relationships/notesMaster" Target="/ppt/notesMasters/notesMaster1.xml" Id="R21189159c9f649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82b177356d4b7c" /><Relationship Type="http://schemas.openxmlformats.org/officeDocument/2006/relationships/notesMaster" Target="/ppt/notesMasters/notesMaster1.xml" Id="Reaab36adcb1049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c9f8a947e64802" /><Relationship Type="http://schemas.openxmlformats.org/officeDocument/2006/relationships/notesMaster" Target="/ppt/notesMasters/notesMaster1.xml" Id="R7883543bb10743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53ad6911ac482c" /><Relationship Type="http://schemas.openxmlformats.org/officeDocument/2006/relationships/notesMaster" Target="/ppt/notesMasters/notesMaster1.xml" Id="R5e129ce5af874a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dfe46ddf11457f" /><Relationship Type="http://schemas.openxmlformats.org/officeDocument/2006/relationships/notesMaster" Target="/ppt/notesMasters/notesMaster1.xml" Id="Red2ce5db806f4f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92c5528d844805" /><Relationship Type="http://schemas.openxmlformats.org/officeDocument/2006/relationships/notesMaster" Target="/ppt/notesMasters/notesMaster1.xml" Id="Rf0269aafacd343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d81c8f1ac04612" /><Relationship Type="http://schemas.openxmlformats.org/officeDocument/2006/relationships/notesMaster" Target="/ppt/notesMasters/notesMaster1.xml" Id="R0edeafaa434643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f6108b13d94845" /><Relationship Type="http://schemas.openxmlformats.org/officeDocument/2006/relationships/notesMaster" Target="/ppt/notesMasters/notesMaster1.xml" Id="R21a6b71d394345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5e3feca17d444f" /><Relationship Type="http://schemas.openxmlformats.org/officeDocument/2006/relationships/notesMaster" Target="/ppt/notesMasters/notesMaster1.xml" Id="R02a87a42366745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e724cc0055494b" /><Relationship Type="http://schemas.openxmlformats.org/officeDocument/2006/relationships/notesMaster" Target="/ppt/notesMasters/notesMaster1.xml" Id="R174a57f8171743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c76ffa1c044278" /><Relationship Type="http://schemas.openxmlformats.org/officeDocument/2006/relationships/notesMaster" Target="/ppt/notesMasters/notesMaster1.xml" Id="R768935d48a2a4c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6c20161c784fcb" /><Relationship Type="http://schemas.openxmlformats.org/officeDocument/2006/relationships/notesMaster" Target="/ppt/notesMasters/notesMaster1.xml" Id="Rf0e48fd3cd234d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55056b4f554eaa" /><Relationship Type="http://schemas.openxmlformats.org/officeDocument/2006/relationships/notesMaster" Target="/ppt/notesMasters/notesMaster1.xml" Id="R4ce7257c767f4f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9ec09baebe4950" /><Relationship Type="http://schemas.openxmlformats.org/officeDocument/2006/relationships/notesMaster" Target="/ppt/notesMasters/notesMaster1.xml" Id="R11b88e93834d4d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e93bfc50be4aee" /><Relationship Type="http://schemas.openxmlformats.org/officeDocument/2006/relationships/notesMaster" Target="/ppt/notesMasters/notesMaster1.xml" Id="R00067402e24b4ee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952ed38c4c4507" /><Relationship Type="http://schemas.openxmlformats.org/officeDocument/2006/relationships/notesMaster" Target="/ppt/notesMasters/notesMaster1.xml" Id="R26fcfab80c5d44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992d341cab45a6" /><Relationship Type="http://schemas.openxmlformats.org/officeDocument/2006/relationships/notesMaster" Target="/ppt/notesMasters/notesMaster1.xml" Id="R130fa3fb55c047c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0221a4611b4d24" /><Relationship Type="http://schemas.openxmlformats.org/officeDocument/2006/relationships/notesMaster" Target="/ppt/notesMasters/notesMaster1.xml" Id="R47dbd2a4603c48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b537bf55d6414e" /><Relationship Type="http://schemas.openxmlformats.org/officeDocument/2006/relationships/notesMaster" Target="/ppt/notesMasters/notesMaster1.xml" Id="R3a10f85b0cdf40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b938b5a08642d4" /><Relationship Type="http://schemas.openxmlformats.org/officeDocument/2006/relationships/notesMaster" Target="/ppt/notesMasters/notesMaster1.xml" Id="R6193e15f997447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2cac9075c343b5" /><Relationship Type="http://schemas.openxmlformats.org/officeDocument/2006/relationships/notesMaster" Target="/ppt/notesMasters/notesMaster1.xml" Id="R07867ee8b7644aa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aa4047d6bf48ac" /><Relationship Type="http://schemas.openxmlformats.org/officeDocument/2006/relationships/notesMaster" Target="/ppt/notesMasters/notesMaster1.xml" Id="Re19cf88f4f87490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cfcef82be04175" /><Relationship Type="http://schemas.openxmlformats.org/officeDocument/2006/relationships/notesMaster" Target="/ppt/notesMasters/notesMaster1.xml" Id="Rd7f18646249b40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3fac776068c4def" /><Relationship Type="http://schemas.openxmlformats.org/officeDocument/2006/relationships/notesMaster" Target="/ppt/notesMasters/notesMaster1.xml" Id="R23c9cff024f74f8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ae58cc3568d4626" /><Relationship Type="http://schemas.openxmlformats.org/officeDocument/2006/relationships/notesMaster" Target="/ppt/notesMasters/notesMaster1.xml" Id="Rb72519c157c5473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9e3f10889e64ec8" /><Relationship Type="http://schemas.openxmlformats.org/officeDocument/2006/relationships/notesMaster" Target="/ppt/notesMasters/notesMaster1.xml" Id="R886123391fdc4c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490c1c2f4ed4de9" /><Relationship Type="http://schemas.openxmlformats.org/officeDocument/2006/relationships/notesMaster" Target="/ppt/notesMasters/notesMaster1.xml" Id="R86b33fcf4cf540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b1c989c07c4d1d" /><Relationship Type="http://schemas.openxmlformats.org/officeDocument/2006/relationships/notesMaster" Target="/ppt/notesMasters/notesMaster1.xml" Id="Ra212248c23c74b4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25231ecf51b4e56" /><Relationship Type="http://schemas.openxmlformats.org/officeDocument/2006/relationships/notesMaster" Target="/ppt/notesMasters/notesMaster1.xml" Id="R83437ea7d6104e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42857b9080043ed" /><Relationship Type="http://schemas.openxmlformats.org/officeDocument/2006/relationships/notesMaster" Target="/ppt/notesMasters/notesMaster1.xml" Id="R5405890e6fae463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1891ef65c0d4759" /><Relationship Type="http://schemas.openxmlformats.org/officeDocument/2006/relationships/notesMaster" Target="/ppt/notesMasters/notesMaster1.xml" Id="R9ac4009b936b4f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b5623f8bcd64336" /><Relationship Type="http://schemas.openxmlformats.org/officeDocument/2006/relationships/notesMaster" Target="/ppt/notesMasters/notesMaster1.xml" Id="R9219a212a1324df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30ace595d24b3e" /><Relationship Type="http://schemas.openxmlformats.org/officeDocument/2006/relationships/notesMaster" Target="/ppt/notesMasters/notesMaster1.xml" Id="Rc6b315697bb9492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3f2578955b24a87" /><Relationship Type="http://schemas.openxmlformats.org/officeDocument/2006/relationships/notesMaster" Target="/ppt/notesMasters/notesMaster1.xml" Id="Rb20e6eb7bd6f4f3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9769820f116440f" /><Relationship Type="http://schemas.openxmlformats.org/officeDocument/2006/relationships/notesMaster" Target="/ppt/notesMasters/notesMaster1.xml" Id="Rea0bde2553b34a6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90eb722e9a149be" /><Relationship Type="http://schemas.openxmlformats.org/officeDocument/2006/relationships/notesMaster" Target="/ppt/notesMasters/notesMaster1.xml" Id="Rce1f68837c59462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6ff1be13c664048" /><Relationship Type="http://schemas.openxmlformats.org/officeDocument/2006/relationships/notesMaster" Target="/ppt/notesMasters/notesMaster1.xml" Id="R970a5d4c9b404fb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a501299d95d46b5" /><Relationship Type="http://schemas.openxmlformats.org/officeDocument/2006/relationships/notesMaster" Target="/ppt/notesMasters/notesMaster1.xml" Id="Rd7d6246de3c7463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c4547257769428d" /><Relationship Type="http://schemas.openxmlformats.org/officeDocument/2006/relationships/notesMaster" Target="/ppt/notesMasters/notesMaster1.xml" Id="Reaa456b3c4654ff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e4ef7f0cbdf4e07" /><Relationship Type="http://schemas.openxmlformats.org/officeDocument/2006/relationships/notesMaster" Target="/ppt/notesMasters/notesMaster1.xml" Id="R9fab6f74594f4fe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52b1438f41d4724" /><Relationship Type="http://schemas.openxmlformats.org/officeDocument/2006/relationships/notesMaster" Target="/ppt/notesMasters/notesMaster1.xml" Id="R49dda4db65ca483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4c24cac4b424130" /><Relationship Type="http://schemas.openxmlformats.org/officeDocument/2006/relationships/notesMaster" Target="/ppt/notesMasters/notesMaster1.xml" Id="R121f4a9882144ea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4edf2ab4b8a44e2" /><Relationship Type="http://schemas.openxmlformats.org/officeDocument/2006/relationships/notesMaster" Target="/ppt/notesMasters/notesMaster1.xml" Id="Ra4080d7bd28b47f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e5e8fc16c134b19" /><Relationship Type="http://schemas.openxmlformats.org/officeDocument/2006/relationships/notesMaster" Target="/ppt/notesMasters/notesMaster1.xml" Id="Rb0ec972fba41418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96b9c9c18144f23" /><Relationship Type="http://schemas.openxmlformats.org/officeDocument/2006/relationships/notesMaster" Target="/ppt/notesMasters/notesMaster1.xml" Id="R675ca0e99bdb4bd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494893a55324bf3" /><Relationship Type="http://schemas.openxmlformats.org/officeDocument/2006/relationships/notesMaster" Target="/ppt/notesMasters/notesMaster1.xml" Id="Rdeac500c98c94f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Computer Use: Inside the Click</a:t>
            </a:r>
          </a:p>
          <a:p xmlns:a="http://schemas.openxmlformats.org/drawingml/2006/main">
            <a:r>
              <a:t/>
            </a:r>
          </a:p>
          <a:p xmlns:a="http://schemas.openxmlformats.org/drawingml/2006/main">
            <a:r>
              <a:t>SAY AND SHOW</a:t>
            </a:r>
          </a:p>
          <a:p xmlns:a="http://schemas.openxmlformats.org/drawingml/2006/main">
            <a:r>
              <a:t>OPEN</a:t>
            </a:r>
          </a:p>
          <a:p xmlns:a="http://schemas.openxmlformats.org/drawingml/2006/main">
            <a:r>
              <a:t>“When Codex clicks something, what actually happens? Today we will look inside that loop, then use it for three jobs you could give an assistant.”</a:t>
            </a:r>
          </a:p>
          <a:p xmlns:a="http://schemas.openxmlformats.org/drawingml/2006/main">
            <a:r>
              <a:t>All examples are independent and use fictional local training data.</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Today’s agenda</a:t>
            </a:r>
          </a:p>
          <a:p xmlns:a="http://schemas.openxmlformats.org/drawingml/2006/main">
            <a:r>
              <a:t/>
            </a:r>
          </a:p>
          <a:p xmlns:a="http://schemas.openxmlformats.org/drawingml/2006/main">
            <a:r>
              <a:t>SAY AND SHOW</a:t>
            </a:r>
          </a:p>
          <a:p xmlns:a="http://schemas.openxmlformats.org/drawingml/2006/main">
            <a:r>
              <a:t>Today is a deeper explanation of the machinery. First, show the range of work this can support. Then take one action apart. We can use a prepared walkthrough at the end if it helps answer a question. There is no requirement to run all three demos.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useful boundary is the interface</a:t>
            </a:r>
          </a:p>
          <a:p xmlns:a="http://schemas.openxmlformats.org/drawingml/2006/main">
            <a:r>
              <a:t/>
            </a:r>
          </a:p>
          <a:p xmlns:a="http://schemas.openxmlformats.org/drawingml/2006/main">
            <a:r>
              <a:t>SAY AND SHOW</a:t>
            </a:r>
          </a:p>
          <a:p xmlns:a="http://schemas.openxmlformats.org/drawingml/2006/main">
            <a:r>
              <a:t>The list is deliberately broad, but it is not a guarantee that every application or every action works. Think of the underlying moves: observe an interface, operate its controls and check what changed. New workflows are combinations of those moves. Use a direct connector when it gives the needed data or action more reliably.</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Customer and revenue work</a:t>
            </a:r>
          </a:p>
          <a:p xmlns:a="http://schemas.openxmlformats.org/drawingml/2006/main">
            <a:r>
              <a:t/>
            </a:r>
          </a:p>
          <a:p xmlns:a="http://schemas.openxmlformats.org/drawingml/2006/main">
            <a:r>
              <a:t>SAY AND SHOW</a:t>
            </a:r>
          </a:p>
          <a:p xmlns:a="http://schemas.openxmlformats.org/drawingml/2006/main">
            <a:r>
              <a:t>These are possible business applications, not 48 tested automations. Read only the examples that resonate with this audience, then ask which one they would actually delegate. Update CRM fields from approved notes. Find duplicate customer records. Check a lead-capture form. Inspect a quote before sending. Compare customer portal records. Reproduce a support issue. Prepare a campaign in a draft state. Capture evidence for a customer handoff. Preparation, inspection and comparison do not authorize sending, buying, hiring or publishing. For people-related workflows, this list concerns administrative preparation, not consequential employment decisions. For financial examples, keep transactions and approvals with the authorized person.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Operations and administration</a:t>
            </a:r>
          </a:p>
          <a:p xmlns:a="http://schemas.openxmlformats.org/drawingml/2006/main">
            <a:r>
              <a:t/>
            </a:r>
          </a:p>
          <a:p xmlns:a="http://schemas.openxmlformats.org/drawingml/2006/main">
            <a:r>
              <a:t>SAY AND SHOW</a:t>
            </a:r>
          </a:p>
          <a:p xmlns:a="http://schemas.openxmlformats.org/drawingml/2006/main">
            <a:r>
              <a:t>These are possible business applications, not 48 tested automations. Read only the examples that resonate with this audience, then ask which one they would actually delegate. Export a filtered order list. Reconcile a dashboard with its download. Check an inventory exception. Move approved data between apps. Prepare a service-booking request. Check an onboarding checklist. Organize files through an app. Inspect a recurring report before delivery. Preparation, inspection and comparison do not authorize sending, buying, hiring or publishing. For people-related workflows, this list concerns administrative preparation, not consequential employment decisions. For financial examples, keep transactions and approvals with the authorized person.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Finance and procurement</a:t>
            </a:r>
          </a:p>
          <a:p xmlns:a="http://schemas.openxmlformats.org/drawingml/2006/main">
            <a:r>
              <a:t/>
            </a:r>
          </a:p>
          <a:p xmlns:a="http://schemas.openxmlformats.org/drawingml/2006/main">
            <a:r>
              <a:t>SAY AND SHOW</a:t>
            </a:r>
          </a:p>
          <a:p xmlns:a="http://schemas.openxmlformats.org/drawingml/2006/main">
            <a:r>
              <a:t>These are possible business applications, not 48 tested automations. Read only the examples that resonate with this audience, then ask which one they would actually delegate. Download an approved invoice batch. Compare a purchase order with an invoice. Spot missing fields in expense claims. Review a billing portal. Collect supplier quote details. Check renewal dates across portals. Prepare a purchasing request. Compare report totals with source records. Preparation, inspection and comparison do not authorize sending, buying, hiring or publishing. For people-related workflows, this list concerns administrative preparation, not consequential employment decisions. For financial examples, keep transactions and approvals with the authorized person.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People and knowledge work</a:t>
            </a:r>
          </a:p>
          <a:p xmlns:a="http://schemas.openxmlformats.org/drawingml/2006/main">
            <a:r>
              <a:t/>
            </a:r>
          </a:p>
          <a:p xmlns:a="http://schemas.openxmlformats.org/drawingml/2006/main">
            <a:r>
              <a:t>SAY AND SHOW</a:t>
            </a:r>
          </a:p>
          <a:p xmlns:a="http://schemas.openxmlformats.org/drawingml/2006/main">
            <a:r>
              <a:t>These are possible business applications, not 48 tested automations. Read only the examples that resonate with this audience, then ask which one they would actually delegate. Prepare an employee onboarding workspace. Check whether a training flow works. Organize approved candidate records. Compare leave-calendar entries. Review a policy acknowledgement flow. Collect reference material into a brief. Check knowledge-base navigation. Prepare an offboarding checklist for review. Preparation, inspection and comparison do not authorize sending, buying, hiring or publishing. For people-related workflows, this list concerns administrative preparation, not consequential employment decisions. For financial examples, keep transactions and approvals with the authorized person.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Websites and software</a:t>
            </a:r>
          </a:p>
          <a:p xmlns:a="http://schemas.openxmlformats.org/drawingml/2006/main">
            <a:r>
              <a:t/>
            </a:r>
          </a:p>
          <a:p xmlns:a="http://schemas.openxmlformats.org/drawingml/2006/main">
            <a:r>
              <a:t>SAY AND SHOW</a:t>
            </a:r>
          </a:p>
          <a:p xmlns:a="http://schemas.openxmlformats.org/drawingml/2006/main">
            <a:r>
              <a:t>These are possible business applications, not 48 tested automations. Read only the examples that resonate with this audience, then ask which one they would actually delegate. Test sign-up and account setup. Check a checkout in a test environment. Reproduce a visual bug. Compare a build with a reference image. Check desktop and mobile layouts. Test empty, error and success states. Inspect menus, dialogs and keyboard paths. Capture regression evidence after a fix. Preparation, inspection and comparison do not authorize sending, buying, hiring or publishing. For people-related workflows, this list concerns administrative preparation, not consequential employment decisions. For financial examples, keep transactions and approvals with the authorized person.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Research and creative production</a:t>
            </a:r>
          </a:p>
          <a:p xmlns:a="http://schemas.openxmlformats.org/drawingml/2006/main">
            <a:r>
              <a:t/>
            </a:r>
          </a:p>
          <a:p xmlns:a="http://schemas.openxmlformats.org/drawingml/2006/main">
            <a:r>
              <a:t>SAY AND SHOW</a:t>
            </a:r>
          </a:p>
          <a:p xmlns:a="http://schemas.openxmlformats.org/drawingml/2006/main">
            <a:r>
              <a:t>These are possible business applications, not 48 tested automations. Read only the examples that resonate with this audience, then ask which one they would actually delegate. Compare published product specifications. Collect cited details from several sites. Review a slide deck visually. Check an exported PDF for layout issues. Inspect a CMS preview before publishing. Prepare a content draft in an editor. Document a workflow with screenshots. Review rendered images, charts or video frames. Preparation, inspection and comparison do not authorize sending, buying, hiring or publishing. For people-related workflows, this list concerns administrative preparation, not consequential employment decisions. For financial examples, keep transactions and approvals with the authorized person.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 browser is one possible surface</a:t>
            </a:r>
          </a:p>
          <a:p xmlns:a="http://schemas.openxmlformats.org/drawingml/2006/main">
            <a:r>
              <a:t/>
            </a:r>
          </a:p>
          <a:p xmlns:a="http://schemas.openxmlformats.org/drawingml/2006/main">
            <a:r>
              <a:t>SAY AND SHOW</a:t>
            </a:r>
          </a:p>
          <a:p xmlns:a="http://schemas.openxmlformats.org/drawingml/2006/main">
            <a:r>
              <a:t>Computer Use is broader than browser automation. The desktop plugin can operate permitted graphical apps. Today we keep the examples in the internal browser, which has a separate profile from regular Chrome. Do not imply every app behaves alike: Windows foreground control, macOS permissions and browser access are separate concerns.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CUA_REPL in plain English</a:t>
            </a:r>
          </a:p>
          <a:p xmlns:a="http://schemas.openxmlformats.org/drawingml/2006/main">
            <a:r>
              <a:t/>
            </a:r>
          </a:p>
          <a:p xmlns:a="http://schemas.openxmlformats.org/drawingml/2006/main">
            <a:r>
              <a:t>SAY AND SHOW</a:t>
            </a:r>
          </a:p>
          <a:p xmlns:a="http://schemas.openxmlformats.org/drawingml/2006/main">
            <a:r>
              <a:t>Here is the plain-English version: the model writes a small instruction in JavaScript, this tool runs it, and the result comes back. REPL means Read–Evaluate–Print Loop. It is a persistent workbench: a variable created in one call can be used in a later call. CUA_REPL is the name exposed in this particular teaching session, not the name of a model or a universal product requirement.</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model, the tool and the connection</a:t>
            </a:r>
          </a:p>
          <a:p xmlns:a="http://schemas.openxmlformats.org/drawingml/2006/main">
            <a:r>
              <a:t/>
            </a:r>
          </a:p>
          <a:p xmlns:a="http://schemas.openxmlformats.org/drawingml/2006/main">
            <a:r>
              <a:t>SAY AND SHOW</a:t>
            </a:r>
          </a:p>
          <a:p xmlns:a="http://schemas.openxmlformats.org/drawingml/2006/main">
            <a:r>
              <a:t>Do not say that Computer Use comes from CUA_REPL in every product. In this session, the exposed tool is mcp__cua_repl.js, and code inside it uses the cua object. The Computer Use plugin exposes an MCP server and a skill. MCP is the tool connection contract; the model, the JavaScript runtime and the connection are different layers. The official API also supports other integration patterns.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One request through the whole system</a:t>
            </a:r>
          </a:p>
          <a:p xmlns:a="http://schemas.openxmlformats.org/drawingml/2006/main">
            <a:r>
              <a:t/>
            </a:r>
          </a:p>
          <a:p xmlns:a="http://schemas.openxmlformats.org/drawingml/2006/main">
            <a:r>
              <a:t>SAY AND SHOW</a:t>
            </a:r>
          </a:p>
          <a:p xmlns:a="http://schemas.openxmlformats.org/drawingml/2006/main">
            <a:r>
              <a:t>Follow the request from left to right. The host makes tools available. The model proposes a tool call, the REPL executes the code, and the CUA API operates the selected surface. The model then receives the observation. The illustration groups the host, transport and execution adapter for clarity; it is not a proprietary wiring diagram.</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 real CUA_REPL call</a:t>
            </a:r>
          </a:p>
          <a:p xmlns:a="http://schemas.openxmlformats.org/drawingml/2006/main">
            <a:r>
              <a:t/>
            </a:r>
          </a:p>
          <a:p xmlns:a="http://schemas.openxmlformats.org/drawingml/2006/main">
            <a:r>
              <a:t>SAY AND SHOW</a:t>
            </a:r>
          </a:p>
          <a:p xmlns:a="http://schemas.openxmlformats.org/drawingml/2006/main">
            <a:r>
              <a:t>Read the code in normal language. Let tab means save this tab reference. Await means wait for this operation to finish before the next line. iab selects the internal browser. getAXState asks for the current accessible or DOM-backed representation. Creating or binding a target can already return an initial observation in this wrapper. This root URL is illustrative; each demo supplies its exact route.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What stays alive between calls?</a:t>
            </a:r>
          </a:p>
          <a:p xmlns:a="http://schemas.openxmlformats.org/drawingml/2006/main">
            <a:r>
              <a:t/>
            </a:r>
          </a:p>
          <a:p xmlns:a="http://schemas.openxmlformats.org/drawingml/2006/main">
            <a:r>
              <a:t>SAY AND SHOW</a:t>
            </a:r>
          </a:p>
          <a:p xmlns:a="http://schemas.openxmlformats.org/drawingml/2006/main">
            <a:r>
              <a:t>The JavaScript session can remember a tab handle while the browser keeps its own navigation and cookies. The conversation keeps the task and tool outputs. Resetting the REPL clears variables; it does not, by itself, mean the browser tab or its real-world effects were undone. A stale handle must be recovered through the supported interface.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Does it watch every frame?</a:t>
            </a:r>
          </a:p>
          <a:p xmlns:a="http://schemas.openxmlformats.org/drawingml/2006/main">
            <a:r>
              <a:t/>
            </a:r>
          </a:p>
          <a:p xmlns:a="http://schemas.openxmlformats.org/drawingml/2006/main">
            <a:r>
              <a:t>SAY AND SHOW</a:t>
            </a:r>
          </a:p>
          <a:p xmlns:a="http://schemas.openxmlformats.org/drawingml/2006/main">
            <a:r>
              <a:t>Directly answer the audience: no, this workflow does not continuously analyze every video frame as the mouse moves. It asks for selected observations. There can be several actions between observations. A screenshot shows one moment, so a transient error between captures could be missed. A recording can be useful evidence, but recording frames is not proof the model analyzed each one. Other computer-use systems can use different observation strategies.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 click, step by step</a:t>
            </a:r>
          </a:p>
          <a:p xmlns:a="http://schemas.openxmlformats.org/drawingml/2006/main">
            <a:r>
              <a:t/>
            </a:r>
          </a:p>
          <a:p xmlns:a="http://schemas.openxmlformats.org/drawingml/2006/main">
            <a:r>
              <a:t>SAY AND SHOW</a:t>
            </a:r>
          </a:p>
          <a:p xmlns:a="http://schemas.openxmlformats.org/drawingml/2006/main">
            <a:r>
              <a:t>A click method is only one link in the chain. First choose a target from the current observation. Dispatch an input through the supported browser or app adapter. The target app processes it. Then observe the resulting state and compare it with the goal. This wrapper tells us to re-read state after actions. Some calls automatically supply an initial observation, but a bare click is not a universal guarantee of a screenshot.</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Why it looks again</a:t>
            </a:r>
          </a:p>
          <a:p xmlns:a="http://schemas.openxmlformats.org/drawingml/2006/main">
            <a:r>
              <a:t/>
            </a:r>
          </a:p>
          <a:p xmlns:a="http://schemas.openxmlformats.org/drawingml/2006/main">
            <a:r>
              <a:t>SAY AND SHOW</a:t>
            </a:r>
          </a:p>
          <a:p xmlns:a="http://schemas.openxmlformats.org/drawingml/2006/main">
            <a:r>
              <a:t>The next screen supplies new evidence. The model can change its next action because the submission button has disappeared and a receipt is visible. Reusing the old control list after this change would be a mistake. This is exactly why fresh observations matter.</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Pixels and structure answer different questions</a:t>
            </a:r>
          </a:p>
          <a:p xmlns:a="http://schemas.openxmlformats.org/drawingml/2006/main">
            <a:r>
              <a:t/>
            </a:r>
          </a:p>
          <a:p xmlns:a="http://schemas.openxmlformats.org/drawingml/2006/main">
            <a:r>
              <a:t>SAY AND SHOW</a:t>
            </a:r>
          </a:p>
          <a:p xmlns:a="http://schemas.openxmlformats.org/drawingml/2006/main">
            <a:r>
              <a:t>Pixels reveal alignment, clipping and visual hierarchy. A structured observation can expose a button’s role and label. It can be cheaper and more direct for selecting controls, but it is not a substitute for checking appearance. The shortened excerpt here is adapted from the observed intake state.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 screenshot is a view of one moment</a:t>
            </a:r>
          </a:p>
          <a:p xmlns:a="http://schemas.openxmlformats.org/drawingml/2006/main">
            <a:r>
              <a:t/>
            </a:r>
          </a:p>
          <a:p xmlns:a="http://schemas.openxmlformats.org/drawingml/2006/main">
            <a:r>
              <a:t>SAY AND SHOW</a:t>
            </a:r>
          </a:p>
          <a:p xmlns:a="http://schemas.openxmlformats.org/drawingml/2006/main">
            <a:r>
              <a:t>A screenshot is useful evidence but not omniscience. The model may read visible text and infer likely controls. It can still misread small labels or miss subtle changes. Content outside the captured region, hidden tabs and database state require other observations. The underlying vision model’s exact internals are not documented here; do not claim a fixed pixel-scanning algorithm.</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structure behind a screen</a:t>
            </a:r>
          </a:p>
          <a:p xmlns:a="http://schemas.openxmlformats.org/drawingml/2006/main">
            <a:r>
              <a:t/>
            </a:r>
          </a:p>
          <a:p xmlns:a="http://schemas.openxmlformats.org/drawingml/2006/main">
            <a:r>
              <a:t>SAY AND SHOW</a:t>
            </a:r>
          </a:p>
          <a:p xmlns:a="http://schemas.openxmlformats.org/drawingml/2006/main">
            <a:r>
              <a:t>DOM means Document Object Model: the browser’s structured representation of page elements. An accessibility tree describes controls in a form assistive tools can use. They are related, not identical. A canvas may expose very little. In a DOM-only tab, this wrapper’s getAXState can return a DOM-backed snapshot without numeric element indices.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Coordinates or a named control</a:t>
            </a:r>
          </a:p>
          <a:p xmlns:a="http://schemas.openxmlformats.org/drawingml/2006/main">
            <a:r>
              <a:t/>
            </a:r>
          </a:p>
          <a:p xmlns:a="http://schemas.openxmlformats.org/drawingml/2006/main">
            <a:r>
              <a:t>SAY AND SHOW</a:t>
            </a:r>
          </a:p>
          <a:p xmlns:a="http://schemas.openxmlformats.org/drawingml/2006/main">
            <a:r>
              <a:t>These are examples from this session’s available wrappers, not universal APIs. A coordinate targets a point. A named locator targets a matching control in a supported browser tab. An accessible numeric index is another kind of target: it refers to the current observation, not a permanent page identifier. Some surfaces only support some of these methods.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Targets can go stale</a:t>
            </a:r>
          </a:p>
          <a:p xmlns:a="http://schemas.openxmlformats.org/drawingml/2006/main">
            <a:r>
              <a:t/>
            </a:r>
          </a:p>
          <a:p xmlns:a="http://schemas.openxmlformats.org/drawingml/2006/main">
            <a:r>
              <a:t>SAY AND SHOW</a:t>
            </a:r>
          </a:p>
          <a:p xmlns:a="http://schemas.openxmlformats.org/drawingml/2006/main">
            <a:r>
              <a:t>This is an illustrative excerpt, not a promise that the wrapper reuses that exact number. A rerender, dialog, navigation or scroll can invalidate an index or coordinate. A named locator can also fail if the label changes or multiple controls match. The answer is fresh evidence and a precise target, not blind repetition.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One call can contain several actions</a:t>
            </a:r>
          </a:p>
          <a:p xmlns:a="http://schemas.openxmlformats.org/drawingml/2006/main">
            <a:r>
              <a:t/>
            </a:r>
          </a:p>
          <a:p xmlns:a="http://schemas.openxmlformats.org/drawingml/2006/main">
            <a:r>
              <a:t>SAY AND SHOW</a:t>
            </a:r>
          </a:p>
          <a:p xmlns:a="http://schemas.openxmlformats.org/drawingml/2006/main">
            <a:r>
              <a:t>A REPL call is not necessarily one mouse event. It can contain multiple awaited operations. Batch only actions whose dependencies are already understood. Stop and observe when a popup, navigation or unknown response could change what the next operation should target. Fewer calls are useful only if they preserve correctness.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Await does not mean the task is done</a:t>
            </a:r>
          </a:p>
          <a:p xmlns:a="http://schemas.openxmlformats.org/drawingml/2006/main">
            <a:r>
              <a:t/>
            </a:r>
          </a:p>
          <a:p xmlns:a="http://schemas.openxmlformats.org/drawingml/2006/main">
            <a:r>
              <a:t>SAY AND SHOW</a:t>
            </a:r>
          </a:p>
          <a:p xmlns:a="http://schemas.openxmlformats.org/drawingml/2006/main">
            <a:r>
              <a:t>Await gives the JavaScript operation a chance to finish before the next line. It does not prove a remote server accepted the request or a file finished saving. Some observation methods wait internally before capturing. Watch the returned state or a supported readiness signal rather than assuming an arbitrary sleep makes the workflow correct.</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Scroll and zoom change the target</a:t>
            </a:r>
          </a:p>
          <a:p xmlns:a="http://schemas.openxmlformats.org/drawingml/2006/main">
            <a:r>
              <a:t/>
            </a:r>
          </a:p>
          <a:p xmlns:a="http://schemas.openxmlformats.org/drawingml/2006/main">
            <a:r>
              <a:t>SAY AND SHOW</a:t>
            </a:r>
          </a:p>
          <a:p xmlns:a="http://schemas.openxmlformats.org/drawingml/2006/main">
            <a:r>
              <a:t>This is a simple two-to-one scaling example. If a screenshot is cropped, also account for the crop offset. Browser CSS pixels and display pixels may differ. Scrolling changes the content at a location. For the current tool, use its documented coordinate system and the correct screenshot region; do not apply this example’s scale universally.</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returned observation</a:t>
            </a:r>
          </a:p>
          <a:p xmlns:a="http://schemas.openxmlformats.org/drawingml/2006/main">
            <a:r>
              <a:t/>
            </a:r>
          </a:p>
          <a:p xmlns:a="http://schemas.openxmlformats.org/drawingml/2006/main">
            <a:r>
              <a:t>SAY AND SHOW</a:t>
            </a:r>
          </a:p>
          <a:p xmlns:a="http://schemas.openxmlformats.org/drawingml/2006/main">
            <a:r>
              <a:t>Read this as a structured report from the interface. The example preserves the role and labels observed in our intake rehearsal; the formatting is shortened for projection. The numeric IDs belong to that observation. A screenshot is a separate image observation. Errors are another possible result. The model can use the text to choose a supported target and then request pixels if it needs visual judgment.</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Seeing the result is still a check</a:t>
            </a:r>
          </a:p>
          <a:p xmlns:a="http://schemas.openxmlformats.org/drawingml/2006/main">
            <a:r>
              <a:t/>
            </a:r>
          </a:p>
          <a:p xmlns:a="http://schemas.openxmlformats.org/drawingml/2006/main">
            <a:r>
              <a:t>SAY AND SHOW</a:t>
            </a:r>
          </a:p>
          <a:p xmlns:a="http://schemas.openxmlformats.org/drawingml/2006/main">
            <a:r>
              <a:t>There are two separate verification questions: did the operation happen, and is the result right? The browser download is evidence of one, and matching row IDs and totals is evidence of the other. A screenshot alone does not prove the underlying file contents.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Where time and tokens go</a:t>
            </a:r>
          </a:p>
          <a:p xmlns:a="http://schemas.openxmlformats.org/drawingml/2006/main">
            <a:r>
              <a:t/>
            </a:r>
          </a:p>
          <a:p xmlns:a="http://schemas.openxmlformats.org/drawingml/2006/main">
            <a:r>
              <a:t>SAY AND SHOW</a:t>
            </a:r>
          </a:p>
          <a:p xmlns:a="http://schemas.openxmlformats.org/drawingml/2006/main">
            <a:r>
              <a:t>More screenshots and more reasoning turns can mean more time and input. Size and detail can affect image cost in API use, but the exact calculation depends on the model and interface. Do not claim one click equals one fixed token charge. Reuse useful state, ask for the needed observation and avoid an endless screenshot loop. Do not cut the final correctness check to save a turn.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boundaries are part of the machinery</a:t>
            </a:r>
          </a:p>
          <a:p xmlns:a="http://schemas.openxmlformats.org/drawingml/2006/main">
            <a:r>
              <a:t/>
            </a:r>
          </a:p>
          <a:p xmlns:a="http://schemas.openxmlformats.org/drawingml/2006/main">
            <a:r>
              <a:t>SAY AND SHOW</a:t>
            </a:r>
          </a:p>
          <a:p xmlns:a="http://schemas.openxmlformats.org/drawingml/2006/main">
            <a:r>
              <a:t>A prompt can describe scope but cannot grant technical access. System permissions, app approvals and site restrictions are separate layers. A hostile page could ask the agent to send a document elsewhere; that is content to evaluate, not a new instruction from the user. Keep sending, buying, publishing and sensitive changes tied to the actual authorization. The examples in this deck do not grant permission to act on real accounts.</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complete working loop</a:t>
            </a:r>
          </a:p>
          <a:p xmlns:a="http://schemas.openxmlformats.org/drawingml/2006/main">
            <a:r>
              <a:t/>
            </a:r>
          </a:p>
          <a:p xmlns:a="http://schemas.openxmlformats.org/drawingml/2006/main">
            <a:r>
              <a:t>SAY AND SHOW</a:t>
            </a:r>
          </a:p>
          <a:p xmlns:a="http://schemas.openxmlformats.org/drawingml/2006/main">
            <a:r>
              <a:t>Tell the whole story once without the terminology: look at where you are, choose a sensible next step, perform it, and check what happened. If there is more to do, loop with the new evidence. If the result meets the task, report it and stop. If the action is uncertain, reconcile the state before retrying.</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Where the loop can break</a:t>
            </a:r>
          </a:p>
          <a:p xmlns:a="http://schemas.openxmlformats.org/drawingml/2006/main">
            <a:r>
              <a:t/>
            </a:r>
          </a:p>
          <a:p xmlns:a="http://schemas.openxmlformats.org/drawingml/2006/main">
            <a:r>
              <a:t>SAY AND SHOW</a:t>
            </a:r>
          </a:p>
          <a:p xmlns:a="http://schemas.openxmlformats.org/drawingml/2006/main">
            <a:r>
              <a:t>Each failure suggests a different response. Get better evidence, recover the target, use a supported route, or ask a person to take over. A timeout does not mean nothing happened. Repeating a submit after uncertainty could create a duplicate. Authentication challenges and some protected actions require human interaction.</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 better job to give Computer Use</a:t>
            </a:r>
          </a:p>
          <a:p xmlns:a="http://schemas.openxmlformats.org/drawingml/2006/main">
            <a:r>
              <a:t/>
            </a:r>
          </a:p>
          <a:p xmlns:a="http://schemas.openxmlformats.org/drawingml/2006/main">
            <a:r>
              <a:t>SAY AND SHOW</a:t>
            </a:r>
          </a:p>
          <a:p xmlns:a="http://schemas.openxmlformats.org/drawingml/2006/main">
            <a:r>
              <a:t>This is a conversational example of task shape; the optional demo uses the full exact prompt with local URL and fictional inputs. Name the surface, goal, boundary, deliverable and check. The user does not need to write JavaScript; the model can select tools and write the operational code.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Choose a walkthrough when it helps</a:t>
            </a:r>
          </a:p>
          <a:p xmlns:a="http://schemas.openxmlformats.org/drawingml/2006/main">
            <a:r>
              <a:t/>
            </a:r>
          </a:p>
          <a:p xmlns:a="http://schemas.openxmlformats.org/drawingml/2006/main">
            <a:r>
              <a:t>SAY AND SHOW</a:t>
            </a:r>
          </a:p>
          <a:p xmlns:a="http://schemas.openxmlformats.org/drawingml/2006/main">
            <a:r>
              <a:t>The main explanation can stop here. Invite a question, then choose the most useful prepared walkthrough. Each demo is independent and remains staged until you say Run the live demo. There is no need to run all three or depend on anything from an earlier day.</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Core explanation: 30 minutes in total. Read selected use cases; use the remaining examples as a reference.</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Demo 1: a second pair of eyes</a:t>
            </a:r>
          </a:p>
          <a:p xmlns:a="http://schemas.openxmlformats.org/drawingml/2006/main">
            <a:r>
              <a:t/>
            </a:r>
          </a:p>
          <a:p xmlns:a="http://schemas.openxmlformats.org/drawingml/2006/main">
            <a:r>
              <a:t>SAY AND SHOW</a:t>
            </a:r>
          </a:p>
          <a:p xmlns:a="http://schemas.openxmlformats.org/drawingml/2006/main">
            <a:r>
              <a:t>Open the staged chat “35 · Demo 1 — Review a PowerPoint”. Start with the browser viewer at /01-review-powerpoint/portal/. Explain that the five-slide proposal contains deliberate training defects. Do not give away the answer key yet.</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exact request</a:t>
            </a:r>
          </a:p>
          <a:p xmlns:a="http://schemas.openxmlformats.org/drawingml/2006/main">
            <a:r>
              <a:t/>
            </a:r>
          </a:p>
          <a:p xmlns:a="http://schemas.openxmlformats.org/drawingml/2006/main">
            <a:r>
              <a:t>SAY AND SHOW</a:t>
            </a:r>
          </a:p>
          <a:p xmlns:a="http://schemas.openxmlformats.org/drawingml/2006/main">
            <a:r>
              <a:t>SHOW</a:t>
            </a:r>
          </a:p>
          <a:p xmlns:a="http://schemas.openxmlformats.org/drawingml/2006/main">
            <a:r>
              <a:t>Open the staged chat associated with the previous slide. The task is already read and waiting.</a:t>
            </a:r>
          </a:p>
          <a:p xmlns:a="http://schemas.openxmlformats.org/drawingml/2006/main">
            <a:r>
              <a:t/>
            </a:r>
          </a:p>
          <a:p xmlns:a="http://schemas.openxmlformats.org/drawingml/2006/main">
            <a:r>
              <a:t>EXACT PROMPT</a:t>
            </a:r>
          </a:p>
          <a:p xmlns:a="http://schemas.openxmlformats.org/drawingml/2006/main">
            <a:r>
              <a:t>Use Computer Use in the built-in internal browser (@Browser) to open http://127.0.0.1:4355/01-review-powerpoint/portal/. Review all five rendered slides with the viewer controls. Look for clipped or overlapping content, hard-to-read text and inconsistent figures. Do not edit the deck. Save a screenshot of each slide in output/ and write output/review.md with slide numbers, observed issues and specific suggested fixes. These are rendered previews of input/client-proposal.pptx, not native PowerPoint. Do not claim to have reviewed the file in Microsoft PowerPoint. Do not inspect slide XML or source code, and do not use Chrome, external browsers or personal tabs.</a:t>
            </a:r>
          </a:p>
          <a:p xmlns:a="http://schemas.openxmlformats.org/drawingml/2006/main">
            <a:r>
              <a:t/>
            </a:r>
          </a:p>
          <a:p xmlns:a="http://schemas.openxmlformats.org/drawingml/2006/main">
            <a:r>
              <a:t>CHECK</a:t>
            </a:r>
          </a:p>
          <a:p xmlns:a="http://schemas.openxmlformats.org/drawingml/2006/main">
            <a:r>
              <a:t>Wait for the actual output and compare it with the screenshot. If the tool is unavailable, state the limitation; do not replace the UI task with a source parser.</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findings need visible evidence</a:t>
            </a:r>
          </a:p>
          <a:p xmlns:a="http://schemas.openxmlformats.org/drawingml/2006/main">
            <a:r>
              <a:t/>
            </a:r>
          </a:p>
          <a:p xmlns:a="http://schemas.openxmlformats.org/drawingml/2006/main">
            <a:r>
              <a:t>SAY AND SHOW</a:t>
            </a:r>
          </a:p>
          <a:p xmlns:a="http://schemas.openxmlformats.org/drawingml/2006/main">
            <a:r>
              <a:t>Reveal only after the live review. This is one deliberately seeded issue. Compare the agent’s claim with the actual image, then inspect its other findings. A plausible-sounding report can still miss an issue or invent one.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proposal-review X-ray</a:t>
            </a:r>
          </a:p>
          <a:p xmlns:a="http://schemas.openxmlformats.org/drawingml/2006/main">
            <a:r>
              <a:t/>
            </a:r>
          </a:p>
          <a:p xmlns:a="http://schemas.openxmlformats.org/drawingml/2006/main">
            <a:r>
              <a:t>SAY AND SHOW</a:t>
            </a:r>
          </a:p>
          <a:p xmlns:a="http://schemas.openxmlformats.org/drawingml/2006/main">
            <a:r>
              <a:t>Expand one actual tool call in the live chat and its returned observation. Show how it moved to the next slide and why it checked again. This schematic describes the intended procedure; use the real chat for the actual trace.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 valid file can still look wrong</a:t>
            </a:r>
          </a:p>
          <a:p xmlns:a="http://schemas.openxmlformats.org/drawingml/2006/main">
            <a:r>
              <a:t/>
            </a:r>
          </a:p>
          <a:p xmlns:a="http://schemas.openxmlformats.org/drawingml/2006/main">
            <a:r>
              <a:t>SAY AND SHOW</a:t>
            </a:r>
          </a:p>
          <a:p xmlns:a="http://schemas.openxmlformats.org/drawingml/2006/main">
            <a:r>
              <a:t>The title extends beyond the right edge in the intentionally flawed proposal. Parsing the PPTX does not prove readable layout. This demonstration uses rendered previews, so it does not claim native PowerPoint compatibility.</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Demo 2: act like a new customer</a:t>
            </a:r>
          </a:p>
          <a:p xmlns:a="http://schemas.openxmlformats.org/drawingml/2006/main">
            <a:r>
              <a:t/>
            </a:r>
          </a:p>
          <a:p xmlns:a="http://schemas.openxmlformats.org/drawingml/2006/main">
            <a:r>
              <a:t>SAY AND SHOW</a:t>
            </a:r>
          </a:p>
          <a:p xmlns:a="http://schemas.openxmlformats.org/drawingml/2006/main">
            <a:r>
              <a:t>Reload the local intake page first so the training notice returns. The prompt supplies all fictional details. Start the staged chat with “Run the live demo”.</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exact request</a:t>
            </a:r>
          </a:p>
          <a:p xmlns:a="http://schemas.openxmlformats.org/drawingml/2006/main">
            <a:r>
              <a:t/>
            </a:r>
          </a:p>
          <a:p xmlns:a="http://schemas.openxmlformats.org/drawingml/2006/main">
            <a:r>
              <a:t>SAY AND SHOW</a:t>
            </a:r>
          </a:p>
          <a:p xmlns:a="http://schemas.openxmlformats.org/drawingml/2006/main">
            <a:r>
              <a:t>SHOW</a:t>
            </a:r>
          </a:p>
          <a:p xmlns:a="http://schemas.openxmlformats.org/drawingml/2006/main">
            <a:r>
              <a:t>Open the staged chat associated with the previous slide. The task is already read and waiting.</a:t>
            </a:r>
          </a:p>
          <a:p xmlns:a="http://schemas.openxmlformats.org/drawingml/2006/main">
            <a:r>
              <a:t/>
            </a:r>
          </a:p>
          <a:p xmlns:a="http://schemas.openxmlformats.org/drawingml/2006/main">
            <a:r>
              <a:t>EXACT PROMPT</a:t>
            </a:r>
          </a:p>
          <a:p xmlns:a="http://schemas.openxmlformats.org/drawingml/2006/main">
            <a:r>
              <a:t>Use Computer Use in the built-in internal browser (@Browser) to test http://127.0.0.1:4355/02-client-intake/portal/. Dismiss the training notice. Enter Alex Morgan, Northpine Goods, Website audit, $5,000–$10,000, and the brief: We want to understand why customers abandon our enquiry form. First try the invalid email alex-at-northpine.example and check the visible validation. Correct it to alex@northpine.example. Review the details, then submit this local demo request. Save screenshots of the validation, review and confirmation in output/. Write output/test-report.md with what happened and the receipt reference. Use visible controls; do not bypass the UI or change the site code. Do not use Chrome, another external browser, or existing personal browser tabs.</a:t>
            </a:r>
          </a:p>
          <a:p xmlns:a="http://schemas.openxmlformats.org/drawingml/2006/main">
            <a:r>
              <a:t/>
            </a:r>
          </a:p>
          <a:p xmlns:a="http://schemas.openxmlformats.org/drawingml/2006/main">
            <a:r>
              <a:t>CHECK</a:t>
            </a:r>
          </a:p>
          <a:p xmlns:a="http://schemas.openxmlformats.org/drawingml/2006/main">
            <a:r>
              <a:t>Wait for the actual output and compare it with the screenshot. If the tool is unavailable, state the limitation; do not replace the UI task with a source parser.</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An error is part of this test</a:t>
            </a:r>
          </a:p>
          <a:p xmlns:a="http://schemas.openxmlformats.org/drawingml/2006/main">
            <a:r>
              <a:t/>
            </a:r>
          </a:p>
          <a:p xmlns:a="http://schemas.openxmlformats.org/drawingml/2006/main">
            <a:r>
              <a:t>SAY AND SHOW</a:t>
            </a:r>
          </a:p>
          <a:p xmlns:a="http://schemas.openxmlformats.org/drawingml/2006/main">
            <a:r>
              <a:t>Read the actual validation rather than guessing. Native browser wording may vary. Correct the email to the supplied valid fictional address and verify the review screen before submitting.</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confirmation is the evidence</a:t>
            </a:r>
          </a:p>
          <a:p xmlns:a="http://schemas.openxmlformats.org/drawingml/2006/main">
            <a:r>
              <a:t/>
            </a:r>
          </a:p>
          <a:p xmlns:a="http://schemas.openxmlformats.org/drawingml/2006/main">
            <a:r>
              <a:t>SAY AND SHOW</a:t>
            </a:r>
          </a:p>
          <a:p xmlns:a="http://schemas.openxmlformats.org/drawingml/2006/main">
            <a:r>
              <a:t>This is the rehearsal’s visible local receipt. In the live run, confirm the actual receipt and screenshot. A broader production application would also need server, data and delivery checks; this exercise verifies the requested UI path only.</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Demo 3: the records you need</a:t>
            </a:r>
          </a:p>
          <a:p xmlns:a="http://schemas.openxmlformats.org/drawingml/2006/main">
            <a:r>
              <a:t/>
            </a:r>
          </a:p>
          <a:p xmlns:a="http://schemas.openxmlformats.org/drawingml/2006/main">
            <a:r>
              <a:t>SAY AND SHOW</a:t>
            </a:r>
          </a:p>
          <a:p xmlns:a="http://schemas.openxmlformats.org/drawingml/2006/main">
            <a:r>
              <a:t>Reset to all eight orders before starting the staged chat. Ask the agent to apply the two filters and use the export controls. The CSV verification happens after the browser download.</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The exact request</a:t>
            </a:r>
          </a:p>
          <a:p xmlns:a="http://schemas.openxmlformats.org/drawingml/2006/main">
            <a:r>
              <a:t/>
            </a:r>
          </a:p>
          <a:p xmlns:a="http://schemas.openxmlformats.org/drawingml/2006/main">
            <a:r>
              <a:t>SAY AND SHOW</a:t>
            </a:r>
          </a:p>
          <a:p xmlns:a="http://schemas.openxmlformats.org/drawingml/2006/main">
            <a:r>
              <a:t>SHOW</a:t>
            </a:r>
          </a:p>
          <a:p xmlns:a="http://schemas.openxmlformats.org/drawingml/2006/main">
            <a:r>
              <a:t>Open the staged chat associated with the previous slide. The task is already read and waiting.</a:t>
            </a:r>
          </a:p>
          <a:p xmlns:a="http://schemas.openxmlformats.org/drawingml/2006/main">
            <a:r>
              <a:t/>
            </a:r>
          </a:p>
          <a:p xmlns:a="http://schemas.openxmlformats.org/drawingml/2006/main">
            <a:r>
              <a:t>EXACT PROMPT</a:t>
            </a:r>
          </a:p>
          <a:p xmlns:a="http://schemas.openxmlformats.org/drawingml/2006/main">
            <a:r>
              <a:t>Use Computer Use in the built-in internal browser (@Browser) to open http://127.0.0.1:4355/03-export-orders/portal/. Show only East region orders with status Awaiting review, apply the filters, then export the current view using the website controls. Check the export confirmation before downloading. Save a screenshot of the filtered table in output/. Copy the downloaded CSV into output/service-orders.csv, then inspect that downloaded file and write output/export-check.md with its row count, order IDs and total amount. Do not fetch the page data, read the source or generate a substitute CSV. Report any step you could not complete. Do not use Chrome, another external browser, or existing personal browser tabs.</a:t>
            </a:r>
          </a:p>
          <a:p xmlns:a="http://schemas.openxmlformats.org/drawingml/2006/main">
            <a:r>
              <a:t/>
            </a:r>
          </a:p>
          <a:p xmlns:a="http://schemas.openxmlformats.org/drawingml/2006/main">
            <a:r>
              <a:t>CHECK</a:t>
            </a:r>
          </a:p>
          <a:p xmlns:a="http://schemas.openxmlformats.org/drawingml/2006/main">
            <a:r>
              <a:t>Wait for the actual output and compare it with the screenshot. If the tool is unavailable, state the limitation; do not replace the UI task with a source parser.</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Does the file match the screen?</a:t>
            </a:r>
          </a:p>
          <a:p xmlns:a="http://schemas.openxmlformats.org/drawingml/2006/main">
            <a:r>
              <a:t/>
            </a:r>
          </a:p>
          <a:p xmlns:a="http://schemas.openxmlformats.org/drawingml/2006/main">
            <a:r>
              <a:t>SAY AND SHOW</a:t>
            </a:r>
          </a:p>
          <a:p xmlns:a="http://schemas.openxmlformats.org/drawingml/2006/main">
            <a:r>
              <a:t>The displayed table and CSV excerpt are from the actual rehearsal. Compare row IDs, row count and total, not just the filename. The full CSV contains region, status and customer columns too.</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Reading a useful action trace</a:t>
            </a:r>
          </a:p>
          <a:p xmlns:a="http://schemas.openxmlformats.org/drawingml/2006/main">
            <a:r>
              <a:t/>
            </a:r>
          </a:p>
          <a:p xmlns:a="http://schemas.openxmlformats.org/drawingml/2006/main">
            <a:r>
              <a:t>SAY AND SHOW</a:t>
            </a:r>
          </a:p>
          <a:p xmlns:a="http://schemas.openxmlformats.org/drawingml/2006/main">
            <a:r>
              <a:t>Use the visible execution trace, returned screenshots and artifacts. Private internal reasoning is neither necessary nor a reproducible debugging artifact.</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5 · Sources and useful boundaries</a:t>
            </a:r>
          </a:p>
          <a:p xmlns:a="http://schemas.openxmlformats.org/drawingml/2006/main">
            <a:r>
              <a:t/>
            </a:r>
          </a:p>
          <a:p xmlns:a="http://schemas.openxmlformats.org/drawingml/2006/main">
            <a:r>
              <a:t>SAY AND SHOW</a:t>
            </a:r>
          </a:p>
          <a:p xmlns:a="http://schemas.openxmlformats.org/drawingml/2006/main">
            <a:r>
              <a:t>The cited guides describe different product surfaces. Always identify whether a behavior belongs to the desktop plugin, this session’s wrapper API or the public API. Exact controls and capabilities can change.</a:t>
            </a:r>
          </a:p>
          <a:p xmlns:a="http://schemas.openxmlformats.org/drawingml/2006/main">
            <a:r>
              <a:t/>
            </a:r>
          </a:p>
          <a:p xmlns:a="http://schemas.openxmlformats.org/drawingml/2006/main">
            <a:r>
              <a:t>SURFACE</a:t>
            </a:r>
          </a:p>
          <a:p xmlns:a="http://schemas.openxmlformats.org/drawingml/2006/main">
            <a:r>
              <a:t>All optional demos use the internal @Browser. The user does not need to write code to request Computer Use.</a:t>
            </a:r>
          </a:p>
          <a:p xmlns:a="http://schemas.openxmlformats.org/drawingml/2006/main">
            <a:r>
              <a:t/>
            </a:r>
          </a:p>
          <a:p xmlns:a="http://schemas.openxmlformats.org/drawingml/2006/main">
            <a:r>
              <a:t>TIMING</a:t>
            </a:r>
          </a:p>
          <a:p xmlns:a="http://schemas.openxmlformats.org/drawingml/2006/main">
            <a:r>
              <a:t>Optional walkthrough or reference within the 15-minute Q&amp;A. Choose what answers the audience’s question.</a:t>
            </a:r>
          </a:p>
          <a:p xmlns:a="http://schemas.openxmlformats.org/drawingml/2006/main">
            <a:r>
              <a:t/>
            </a:r>
          </a:p>
          <a:p xmlns:a="http://schemas.openxmlformats.org/drawingml/2006/main">
            <a:r>
              <a:t>SOURCES AND SCOPE</a:t>
            </a:r>
          </a:p>
          <a:p xmlns:a="http://schemas.openxmlformats.org/drawingml/2006/main">
            <a:r>
              <a:t>https://learn.chatgpt.com/docs/computer-use</a:t>
            </a:r>
          </a:p>
          <a:p xmlns:a="http://schemas.openxmlformats.org/drawingml/2006/main">
            <a:r>
              <a:t>https://learn.chatgpt.com/docs/browser</a:t>
            </a:r>
          </a:p>
          <a:p xmlns:a="http://schemas.openxmlformats.org/drawingml/2006/main">
            <a:r>
              <a:t>https://learn.chatgpt.com/docs/extend/mcp</a:t>
            </a:r>
          </a:p>
          <a:p xmlns:a="http://schemas.openxmlformats.org/drawingml/2006/main">
            <a:r>
              <a:t>https://developers.openai.com/api/docs/guides/tools-computer-use</a:t>
            </a:r>
          </a:p>
          <a:p xmlns:a="http://schemas.openxmlformats.org/drawingml/2006/main">
            <a:r>
              <a:t>https://developers.openai.com/api/docs/guides/tools-computer-use-sdk-drivers</a:t>
            </a:r>
          </a:p>
          <a:p xmlns:a="http://schemas.openxmlformats.org/drawingml/2006/main">
            <a:r>
              <a:t>CUA_REPL details come from the observed, exposed tool documentation in this teaching session. Public OpenAI Docs search returned no exact cua_repl page. Do not present this session’s wrapper as a universal public API.</a:t>
            </a:r>
          </a:p>
          <a:p xmlns:a="http://schemas.openxmlformats.org/drawingml/2006/main">
            <a:r>
              <a:t/>
            </a:r>
          </a:p>
          <a:p xmlns:a="http://schemas.openxmlformats.org/drawingml/2006/main">
            <a:r>
              <a:t>VISUALS</a:t>
            </a:r>
          </a:p>
          <a:p xmlns:a="http://schemas.openxmlformats.org/drawingml/2006/main">
            <a:r>
              <a:t>Diagrams explain observable interfaces and responsibilities; they do not describe undisclosed model internals. Screenshots show fictional local fixtures. Concept art is an illustration, not execution evidence. Checked 30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d8bc2bce5c4d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68a6689e6444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c92a7b11ed49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88882daa414c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94d6b8504c48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261873e3624f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DE3F3E-EF31-4555-8D1B-0647DA6EDB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B3D425-4A42-4A42-8C4B-E7EC195ADA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CABD08-3F1D-4481-AA7D-5A11F2E0D6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D5B1A0-89B3-4860-BDA9-A30D2B71DC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2CA137-EAA3-4640-9FE2-7694BA17D6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B7A0C5-DA5D-426B-A030-A45DF3BCBB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96A4F5-9AF9-4F19-89FF-57C20799AF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3C9D5C-143A-4EA1-8D03-86A75BDEF3E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7E53A7-A303-4153-9FAD-02CD43E35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77270E-5F46-4F5A-9A26-7E89FDA519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c133cf68f14d8f" /><Relationship Type="http://schemas.openxmlformats.org/officeDocument/2006/relationships/slideLayout" Target="/ppt/slideLayouts/slideLayout1.xml" Id="R03d83dec4b594c72" /><Relationship Type="http://schemas.openxmlformats.org/officeDocument/2006/relationships/slideLayout" Target="/ppt/slideLayouts/slideLayout2.xml" Id="R50d4765b9bea4379" /><Relationship Type="http://schemas.openxmlformats.org/officeDocument/2006/relationships/slideLayout" Target="/ppt/slideLayouts/slideLayout3.xml" Id="R8b91ce0ccb0b4c8a" /><Relationship Type="http://schemas.openxmlformats.org/officeDocument/2006/relationships/slideLayout" Target="/ppt/slideLayouts/slideLayout4.xml" Id="R1bb7a1cb895f42ec" /><Relationship Type="http://schemas.openxmlformats.org/officeDocument/2006/relationships/slideLayout" Target="/ppt/slideLayouts/slideLayout5.xml" Id="Rcce4600adb774c58" /><Relationship Type="http://schemas.openxmlformats.org/officeDocument/2006/relationships/slideLayout" Target="/ppt/slideLayouts/slideLayout6.xml" Id="R1db1b5db5e1b42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d83dec4b594c72"/>
    <p:sldLayoutId xmlns:r="http://schemas.openxmlformats.org/officeDocument/2006/relationships" id="2147483650" r:id="R50d4765b9bea4379"/>
    <p:sldLayoutId xmlns:r="http://schemas.openxmlformats.org/officeDocument/2006/relationships" id="2147483651" r:id="R8b91ce0ccb0b4c8a"/>
    <p:sldLayoutId xmlns:r="http://schemas.openxmlformats.org/officeDocument/2006/relationships" id="2147483652" r:id="R1bb7a1cb895f42ec"/>
    <p:sldLayoutId xmlns:r="http://schemas.openxmlformats.org/officeDocument/2006/relationships" id="2147483653" r:id="Rcce4600adb774c58"/>
    <p:sldLayoutId xmlns:r="http://schemas.openxmlformats.org/officeDocument/2006/relationships" id="2147483654" r:id="R1db1b5db5e1b42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02184a45a1249bb" /><Relationship Type="http://schemas.openxmlformats.org/officeDocument/2006/relationships/image" Target="/ppt/media/image.png" Id="R9099447dc38a46fa" /><Relationship Type="http://schemas.openxmlformats.org/officeDocument/2006/relationships/notesSlide" Target="/ppt/notesSlides/notesSlide1.xml" Id="Rd4743dedbc8a4c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b1d84d9db7476d" /><Relationship Type="http://schemas.openxmlformats.org/officeDocument/2006/relationships/notesSlide" Target="/ppt/notesSlides/notesSlide2.xml" Id="R02bc8e787bc343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7c2ef31f4b4d51" /><Relationship Type="http://schemas.openxmlformats.org/officeDocument/2006/relationships/notesSlide" Target="/ppt/notesSlides/notesSlide3.xml" Id="Rd31952acc44843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1e0043fa89406b" /><Relationship Type="http://schemas.openxmlformats.org/officeDocument/2006/relationships/notesSlide" Target="/ppt/notesSlides/notesSlide4.xml" Id="R56181ba8413f43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c993857a714ce2" /><Relationship Type="http://schemas.openxmlformats.org/officeDocument/2006/relationships/notesSlide" Target="/ppt/notesSlides/notesSlide5.xml" Id="R471e77e606fa40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cb33fd3e2445f4" /><Relationship Type="http://schemas.openxmlformats.org/officeDocument/2006/relationships/notesSlide" Target="/ppt/notesSlides/notesSlide6.xml" Id="R4064a9f0e2b34f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f23c795c24451d" /><Relationship Type="http://schemas.openxmlformats.org/officeDocument/2006/relationships/notesSlide" Target="/ppt/notesSlides/notesSlide7.xml" Id="Ra0804dd190d441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c021326fae4c30" /><Relationship Type="http://schemas.openxmlformats.org/officeDocument/2006/relationships/notesSlide" Target="/ppt/notesSlides/notesSlide8.xml" Id="R4709376c525d4c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79969893e74ca8" /><Relationship Type="http://schemas.openxmlformats.org/officeDocument/2006/relationships/notesSlide" Target="/ppt/notesSlides/notesSlide9.xml" Id="Re200bec3fde14f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d7ecde14ca4921" /><Relationship Type="http://schemas.openxmlformats.org/officeDocument/2006/relationships/notesSlide" Target="/ppt/notesSlides/notesSlide10.xml" Id="Ra52c666631274d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c18b83b8ddf4f18" /><Relationship Type="http://schemas.openxmlformats.org/officeDocument/2006/relationships/notesSlide" Target="/ppt/notesSlides/notesSlide11.xml" Id="R1ce635baf7c24f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668ceddbb7445d" /><Relationship Type="http://schemas.openxmlformats.org/officeDocument/2006/relationships/notesSlide" Target="/ppt/notesSlides/notesSlide12.xml" Id="Ra8bfca2e1ccc43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1165d021774d3d" /><Relationship Type="http://schemas.openxmlformats.org/officeDocument/2006/relationships/image" Target="/ppt/media/image2.png" Id="R4b8f393320484879" /><Relationship Type="http://schemas.openxmlformats.org/officeDocument/2006/relationships/notesSlide" Target="/ppt/notesSlides/notesSlide13.xml" Id="Re9e147835f204c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1ce880172184284" /><Relationship Type="http://schemas.openxmlformats.org/officeDocument/2006/relationships/notesSlide" Target="/ppt/notesSlides/notesSlide14.xml" Id="Re0b0e8caf29444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a660cb4cd94e76" /><Relationship Type="http://schemas.openxmlformats.org/officeDocument/2006/relationships/notesSlide" Target="/ppt/notesSlides/notesSlide15.xml" Id="R44ed6dacd39449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4959c20ad14587" /><Relationship Type="http://schemas.openxmlformats.org/officeDocument/2006/relationships/image" Target="/ppt/media/image.jpeg" Id="R92c881ab9c2941c8" /><Relationship Type="http://schemas.openxmlformats.org/officeDocument/2006/relationships/image" Target="/ppt/media/image2.jpeg" Id="R7d594d0d956f409a" /><Relationship Type="http://schemas.openxmlformats.org/officeDocument/2006/relationships/notesSlide" Target="/ppt/notesSlides/notesSlide16.xml" Id="Rde75a4b82d8b46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f77874e4f2d4084" /><Relationship Type="http://schemas.openxmlformats.org/officeDocument/2006/relationships/notesSlide" Target="/ppt/notesSlides/notesSlide17.xml" Id="R5c05be5fc57e4d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fdcfa31a5f34019" /><Relationship Type="http://schemas.openxmlformats.org/officeDocument/2006/relationships/image" Target="/ppt/media/image3.jpeg" Id="R4703d06bf96e413b" /><Relationship Type="http://schemas.openxmlformats.org/officeDocument/2006/relationships/image" Target="/ppt/media/image4.jpeg" Id="Re1fae3292fba4752" /><Relationship Type="http://schemas.openxmlformats.org/officeDocument/2006/relationships/notesSlide" Target="/ppt/notesSlides/notesSlide18.xml" Id="R2c83759ac7374c1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924cb31ce63487f" /><Relationship Type="http://schemas.openxmlformats.org/officeDocument/2006/relationships/image" Target="/ppt/media/image5.jpeg" Id="R45f270a035434619" /><Relationship Type="http://schemas.openxmlformats.org/officeDocument/2006/relationships/notesSlide" Target="/ppt/notesSlides/notesSlide19.xml" Id="R1f823ad5d7c64e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91a4280e5094194" /><Relationship Type="http://schemas.openxmlformats.org/officeDocument/2006/relationships/image" Target="/ppt/media/image3.png" Id="R1f9ba6caae9d4188" /><Relationship Type="http://schemas.openxmlformats.org/officeDocument/2006/relationships/notesSlide" Target="/ppt/notesSlides/notesSlide20.xml" Id="R9cba532289fe44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1472d0866b24235" /><Relationship Type="http://schemas.openxmlformats.org/officeDocument/2006/relationships/notesSlide" Target="/ppt/notesSlides/notesSlide21.xml" Id="R2412b6a0ee06451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d90a10d1f084aa6" /><Relationship Type="http://schemas.openxmlformats.org/officeDocument/2006/relationships/notesSlide" Target="/ppt/notesSlides/notesSlide22.xml" Id="R9ec47461a0e04dc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bcebf1f3db44e3" /><Relationship Type="http://schemas.openxmlformats.org/officeDocument/2006/relationships/notesSlide" Target="/ppt/notesSlides/notesSlide23.xml" Id="Ree376e0cdb6244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53e5774449b4dd1" /><Relationship Type="http://schemas.openxmlformats.org/officeDocument/2006/relationships/notesSlide" Target="/ppt/notesSlides/notesSlide24.xml" Id="R7fd3f1a57539406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97bd4f45674e83" /><Relationship Type="http://schemas.openxmlformats.org/officeDocument/2006/relationships/notesSlide" Target="/ppt/notesSlides/notesSlide25.xml" Id="R5bcd51a56a874e4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6f3b8cd6ff04a4e" /><Relationship Type="http://schemas.openxmlformats.org/officeDocument/2006/relationships/notesSlide" Target="/ppt/notesSlides/notesSlide26.xml" Id="R2bbfeee4ba924cc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7e2585944fa48f7" /><Relationship Type="http://schemas.openxmlformats.org/officeDocument/2006/relationships/notesSlide" Target="/ppt/notesSlides/notesSlide27.xml" Id="R88748c29d04249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ba8282daa734765" /><Relationship Type="http://schemas.openxmlformats.org/officeDocument/2006/relationships/notesSlide" Target="/ppt/notesSlides/notesSlide28.xml" Id="Rf2ad5b1fd56247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d4600f51c2247fc" /><Relationship Type="http://schemas.openxmlformats.org/officeDocument/2006/relationships/notesSlide" Target="/ppt/notesSlides/notesSlide29.xml" Id="R45a7c7fbaf6548f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881d515756d4dca" /><Relationship Type="http://schemas.openxmlformats.org/officeDocument/2006/relationships/notesSlide" Target="/ppt/notesSlides/notesSlide30.xml" Id="R885d69bddf4e44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b1b5dd3ea844dbe" /><Relationship Type="http://schemas.openxmlformats.org/officeDocument/2006/relationships/notesSlide" Target="/ppt/notesSlides/notesSlide31.xml" Id="R2e15663ff96246a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03dc8ad82cf469a" /><Relationship Type="http://schemas.openxmlformats.org/officeDocument/2006/relationships/notesSlide" Target="/ppt/notesSlides/notesSlide32.xml" Id="R406420e00fa642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f90ee2276a749e0" /><Relationship Type="http://schemas.openxmlformats.org/officeDocument/2006/relationships/notesSlide" Target="/ppt/notesSlides/notesSlide33.xml" Id="Ree8a7b53ee964b8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3c0873406cc4b76" /><Relationship Type="http://schemas.openxmlformats.org/officeDocument/2006/relationships/notesSlide" Target="/ppt/notesSlides/notesSlide34.xml" Id="R12a2a60741b74a3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ebab46cb7c74eac" /><Relationship Type="http://schemas.openxmlformats.org/officeDocument/2006/relationships/image" Target="/ppt/media/image4.png" Id="Rb0ee247b257f4595" /><Relationship Type="http://schemas.openxmlformats.org/officeDocument/2006/relationships/notesSlide" Target="/ppt/notesSlides/notesSlide35.xml" Id="Recca8dd19679474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111ee21ee1c4314" /><Relationship Type="http://schemas.openxmlformats.org/officeDocument/2006/relationships/notesSlide" Target="/ppt/notesSlides/notesSlide36.xml" Id="R95fc412600624d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2124d917ddb4c4c" /><Relationship Type="http://schemas.openxmlformats.org/officeDocument/2006/relationships/image" Target="/ppt/media/image5.png" Id="R8b12e688a43c49b8" /><Relationship Type="http://schemas.openxmlformats.org/officeDocument/2006/relationships/notesSlide" Target="/ppt/notesSlides/notesSlide37.xml" Id="R86330d0ec2884b4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f22f04be0864a75" /><Relationship Type="http://schemas.openxmlformats.org/officeDocument/2006/relationships/notesSlide" Target="/ppt/notesSlides/notesSlide38.xml" Id="R1d51925b37e54ed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ea7d56cc81b471c" /><Relationship Type="http://schemas.openxmlformats.org/officeDocument/2006/relationships/image" Target="/ppt/media/image6.png" Id="R4062e3d3c78b4489" /><Relationship Type="http://schemas.openxmlformats.org/officeDocument/2006/relationships/notesSlide" Target="/ppt/notesSlides/notesSlide39.xml" Id="Re7b0574f90f7489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a69ebd1dc6f4f72" /><Relationship Type="http://schemas.openxmlformats.org/officeDocument/2006/relationships/image" Target="/ppt/media/image6.jpeg" Id="Rd75bc98e21d744ef" /><Relationship Type="http://schemas.openxmlformats.org/officeDocument/2006/relationships/notesSlide" Target="/ppt/notesSlides/notesSlide40.xml" Id="Ra16c9d2e49eb480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f7cd93be75b4d22" /><Relationship Type="http://schemas.openxmlformats.org/officeDocument/2006/relationships/notesSlide" Target="/ppt/notesSlides/notesSlide41.xml" Id="R3cd31d0f7aa7440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ad9459a6a0d430f" /><Relationship Type="http://schemas.openxmlformats.org/officeDocument/2006/relationships/image" Target="/ppt/media/image7.jpeg" Id="Re591073de2ed420c" /><Relationship Type="http://schemas.openxmlformats.org/officeDocument/2006/relationships/notesSlide" Target="/ppt/notesSlides/notesSlide42.xml" Id="R2ecbfc61514a4f2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6a6d2f61a7f4ad5" /><Relationship Type="http://schemas.openxmlformats.org/officeDocument/2006/relationships/image" Target="/ppt/media/image8.jpeg" Id="R6687d9cd33e043ce" /><Relationship Type="http://schemas.openxmlformats.org/officeDocument/2006/relationships/notesSlide" Target="/ppt/notesSlides/notesSlide43.xml" Id="R2dc4c48ea1324ec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ff06f7eeb0d4a78" /><Relationship Type="http://schemas.openxmlformats.org/officeDocument/2006/relationships/image" Target="/ppt/media/image9.jpeg" Id="R3d5db38de8a44500" /><Relationship Type="http://schemas.openxmlformats.org/officeDocument/2006/relationships/notesSlide" Target="/ppt/notesSlides/notesSlide44.xml" Id="Rf2e0ff46ddc145a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a7ff2205fc148e0" /><Relationship Type="http://schemas.openxmlformats.org/officeDocument/2006/relationships/notesSlide" Target="/ppt/notesSlides/notesSlide45.xml" Id="R659f5c9f8b1f4b2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c3681afb68448c8" /><Relationship Type="http://schemas.openxmlformats.org/officeDocument/2006/relationships/image" Target="/ppt/media/image10.jpeg" Id="R640ba6db39274553" /><Relationship Type="http://schemas.openxmlformats.org/officeDocument/2006/relationships/notesSlide" Target="/ppt/notesSlides/notesSlide46.xml" Id="R6bc0a700d8ed4de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7e9d626748c44ea" /><Relationship Type="http://schemas.openxmlformats.org/officeDocument/2006/relationships/notesSlide" Target="/ppt/notesSlides/notesSlide47.xml" Id="R10e81e4849544cf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20efcc01f544114" /><Relationship Type="http://schemas.openxmlformats.org/officeDocument/2006/relationships/notesSlide" Target="/ppt/notesSlides/notesSlide48.xml" Id="R6f21973b5a34489f" /></Relationships>
</file>

<file path=ppt/slides/slide1.xml><?xml version="1.0" encoding="utf-8"?>
<p:sld xmlns:p="http://schemas.openxmlformats.org/presentationml/2006/main">
  <p:cSld>
    <p:bg>
      <p:bgPr>
        <a:solidFill xmlns:a="http://schemas.openxmlformats.org/drawingml/2006/main">
          <a:srgbClr val="071629"/>
        </a:solidFill>
      </p:bgPr>
    </p:bg>
    <p:spTree>
      <p:nvGrpSpPr>
        <p:cNvPr id="1" name=""/>
        <p:cNvGrpSpPr/>
        <p:nvPr/>
      </p:nvGrpSpPr>
      <p:grpSpPr>
        <a:xfrm xmlns:a="http://schemas.openxmlformats.org/drawingml/2006/main"/>
      </p:grpSpPr>
      <p:sp>
        <p:nvSpPr>
          <p:cNvPr id="11" name="item-0">
            <a:extLst xmlns:a="http://schemas.openxmlformats.org/drawingml/2006/main">
              <a:ext uri="{FF2B5EF4-FFF2-40B4-BE49-F238E27FC236}">
                <a16:creationId xmlns:a16="http://schemas.microsoft.com/office/drawing/2014/main" id="{664B9F01-C074-4BE3-A55B-D8CB360D26EC}"/>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r>
              <a:t/>
            </a:r>
          </a:p>
        </p:txBody>
      </p:sp>
      <p:sp>
        <p:nvSpPr>
          <p:cNvPr id="2" name="item-1">
            <a:extLst xmlns:a="http://schemas.openxmlformats.org/drawingml/2006/main">
              <a:ext uri="{FF2B5EF4-FFF2-40B4-BE49-F238E27FC236}">
                <a16:creationId xmlns:a16="http://schemas.microsoft.com/office/drawing/2014/main" id="{C519B39B-C854-4FFD-8ADD-B1CB426188DA}"/>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
            <a:extLst xmlns:a="http://schemas.openxmlformats.org/drawingml/2006/main">
              <a:ext uri="{FF2B5EF4-FFF2-40B4-BE49-F238E27FC236}">
                <a16:creationId xmlns:a16="http://schemas.microsoft.com/office/drawing/2014/main" id="{3DA70A92-7484-4F49-8267-1E1408C3C564}"/>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a:t>
            </a:r>
          </a:p>
        </p:txBody>
      </p:sp>
      <p:pic>
        <p:nvPicPr>
          <p:cNvPr id="4" name="">
            <a:extLst xmlns:a="http://schemas.openxmlformats.org/drawingml/2006/main">
              <a:ext uri="{FF2B5EF4-FFF2-40B4-BE49-F238E27FC236}">
                <a16:creationId xmlns:a16="http://schemas.microsoft.com/office/drawing/2014/main" id="{3459F4B3-0EE2-4DC3-B718-8FAAE34FC772}"/>
              </a:ext>
            </a:extLst>
          </p:cNvPr>
          <p:cNvPicPr>
            <a:picLocks xmlns:a="http://schemas.openxmlformats.org/drawingml/2006/main" noChangeAspect="1"/>
          </p:cNvPicPr>
          <p:nvPr/>
        </p:nvPicPr>
        <p:blipFill>
          <a:blip xmlns:r="http://schemas.openxmlformats.org/officeDocument/2006/relationships" xmlns:a="http://schemas.openxmlformats.org/drawingml/2006/main" r:embed="R9099447dc38a46fa"/>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
        <p:nvSpPr>
          <p:cNvPr id="5" name="item-3">
            <a:extLst xmlns:a="http://schemas.openxmlformats.org/drawingml/2006/main">
              <a:ext uri="{FF2B5EF4-FFF2-40B4-BE49-F238E27FC236}">
                <a16:creationId xmlns:a16="http://schemas.microsoft.com/office/drawing/2014/main" id="{858B16B4-BEE4-4B48-BF93-91F34A815909}"/>
              </a:ext>
            </a:extLst>
          </p:cNvPr>
          <p:cNvSpPr>
            <a:spLocks xmlns:a="http://schemas.openxmlformats.org/drawingml/2006/main" noGrp="1"/>
          </p:cNvSpPr>
          <p:nvPr/>
        </p:nvSpPr>
        <p:spPr>
          <a:xfrm xmlns:a="http://schemas.openxmlformats.org/drawingml/2006/main">
            <a:off x="723900" y="52387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5F7FF"/>
                </a:solidFill>
                <a:latin typeface="Arial"/>
                <a:ea typeface="Arial"/>
                <a:cs typeface="Arial"/>
              </a:defRPr>
            </a:defPPr>
            <a:lvl1pPr algn="l">
              <a:defRPr sz="1725" b="1">
                <a:solidFill>
                  <a:srgbClr val="F5F7FF"/>
                </a:solidFill>
                <a:latin typeface="Arial"/>
                <a:ea typeface="Arial"/>
                <a:cs typeface="Arial"/>
              </a:defRPr>
            </a:lvl1pPr>
            <a:lvl2pPr algn="l">
              <a:defRPr sz="1725" b="1">
                <a:solidFill>
                  <a:srgbClr val="F5F7FF"/>
                </a:solidFill>
                <a:latin typeface="Arial"/>
                <a:ea typeface="Arial"/>
                <a:cs typeface="Arial"/>
              </a:defRPr>
            </a:lvl2pPr>
            <a:lvl3pPr algn="l">
              <a:defRPr sz="1725" b="1">
                <a:solidFill>
                  <a:srgbClr val="F5F7FF"/>
                </a:solidFill>
                <a:latin typeface="Arial"/>
                <a:ea typeface="Arial"/>
                <a:cs typeface="Arial"/>
              </a:defRPr>
            </a:lvl3pPr>
            <a:lvl4pPr algn="l">
              <a:defRPr sz="1725" b="1">
                <a:solidFill>
                  <a:srgbClr val="F5F7FF"/>
                </a:solidFill>
                <a:latin typeface="Arial"/>
                <a:ea typeface="Arial"/>
                <a:cs typeface="Arial"/>
              </a:defRPr>
            </a:lvl4pPr>
            <a:lvl5pPr algn="l">
              <a:defRPr sz="1725" b="1">
                <a:solidFill>
                  <a:srgbClr val="F5F7FF"/>
                </a:solidFill>
                <a:latin typeface="Arial"/>
                <a:ea typeface="Arial"/>
                <a:cs typeface="Arial"/>
              </a:defRPr>
            </a:lvl5pPr>
            <a:lvl6pPr algn="l">
              <a:defRPr sz="1725" b="1">
                <a:solidFill>
                  <a:srgbClr val="F5F7FF"/>
                </a:solidFill>
                <a:latin typeface="Arial"/>
                <a:ea typeface="Arial"/>
                <a:cs typeface="Arial"/>
              </a:defRPr>
            </a:lvl6pPr>
            <a:lvl7pPr algn="l">
              <a:defRPr sz="1725" b="1">
                <a:solidFill>
                  <a:srgbClr val="F5F7FF"/>
                </a:solidFill>
                <a:latin typeface="Arial"/>
                <a:ea typeface="Arial"/>
                <a:cs typeface="Arial"/>
              </a:defRPr>
            </a:lvl7pPr>
            <a:lvl8pPr algn="l">
              <a:defRPr sz="1725" b="1">
                <a:solidFill>
                  <a:srgbClr val="F5F7FF"/>
                </a:solidFill>
                <a:latin typeface="Arial"/>
                <a:ea typeface="Arial"/>
                <a:cs typeface="Arial"/>
              </a:defRPr>
            </a:lvl8pPr>
            <a:lvl9pPr algn="l">
              <a:defRPr sz="1725" b="1">
                <a:solidFill>
                  <a:srgbClr val="F5F7FF"/>
                </a:solidFill>
                <a:latin typeface="Arial"/>
                <a:ea typeface="Arial"/>
                <a:cs typeface="Arial"/>
              </a:defRPr>
            </a:lvl9pPr>
          </a:lstStyle>
          <a:p xmlns:a="http://schemas.openxmlformats.org/drawingml/2006/main">
            <a:pPr algn="l">
              <a:defRPr sz="1725" b="1">
                <a:solidFill>
                  <a:srgbClr val="F5F7FF"/>
                </a:solidFill>
                <a:latin typeface="Arial"/>
                <a:ea typeface="Arial"/>
                <a:cs typeface="Arial"/>
              </a:defRPr>
            </a:pPr>
            <a:r>
              <a:rPr sz="1725" b="1">
                <a:solidFill>
                  <a:srgbClr val="F5F7FF"/>
                </a:solidFill>
                <a:latin typeface="Arial"/>
                <a:ea typeface="Arial"/>
                <a:cs typeface="Arial"/>
              </a:rPr>
              <a:t>O’REILLY LIVE</a:t>
            </a:r>
          </a:p>
        </p:txBody>
      </p:sp>
      <p:sp>
        <p:nvSpPr>
          <p:cNvPr id="6" name="item-4">
            <a:extLst xmlns:a="http://schemas.openxmlformats.org/drawingml/2006/main">
              <a:ext uri="{FF2B5EF4-FFF2-40B4-BE49-F238E27FC236}">
                <a16:creationId xmlns:a16="http://schemas.microsoft.com/office/drawing/2014/main" id="{832277F8-BC1C-4031-8F77-7A9A776DE273}"/>
              </a:ext>
            </a:extLst>
          </p:cNvPr>
          <p:cNvSpPr>
            <a:spLocks xmlns:a="http://schemas.openxmlformats.org/drawingml/2006/main" noGrp="1"/>
          </p:cNvSpPr>
          <p:nvPr/>
        </p:nvSpPr>
        <p:spPr>
          <a:xfrm xmlns:a="http://schemas.openxmlformats.org/drawingml/2006/main">
            <a:off x="685800" y="1895475"/>
            <a:ext cx="5762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8400" b="1">
                <a:solidFill>
                  <a:srgbClr val="F5F7FF"/>
                </a:solidFill>
                <a:latin typeface="Arial"/>
                <a:ea typeface="Arial"/>
                <a:cs typeface="Arial"/>
              </a:defRPr>
            </a:defPPr>
            <a:lvl1pPr algn="l">
              <a:defRPr sz="8400" b="1">
                <a:solidFill>
                  <a:srgbClr val="F5F7FF"/>
                </a:solidFill>
                <a:latin typeface="Arial"/>
                <a:ea typeface="Arial"/>
                <a:cs typeface="Arial"/>
              </a:defRPr>
            </a:lvl1pPr>
            <a:lvl2pPr algn="l">
              <a:defRPr sz="8400" b="1">
                <a:solidFill>
                  <a:srgbClr val="F5F7FF"/>
                </a:solidFill>
                <a:latin typeface="Arial"/>
                <a:ea typeface="Arial"/>
                <a:cs typeface="Arial"/>
              </a:defRPr>
            </a:lvl2pPr>
            <a:lvl3pPr algn="l">
              <a:defRPr sz="8400" b="1">
                <a:solidFill>
                  <a:srgbClr val="F5F7FF"/>
                </a:solidFill>
                <a:latin typeface="Arial"/>
                <a:ea typeface="Arial"/>
                <a:cs typeface="Arial"/>
              </a:defRPr>
            </a:lvl3pPr>
            <a:lvl4pPr algn="l">
              <a:defRPr sz="8400" b="1">
                <a:solidFill>
                  <a:srgbClr val="F5F7FF"/>
                </a:solidFill>
                <a:latin typeface="Arial"/>
                <a:ea typeface="Arial"/>
                <a:cs typeface="Arial"/>
              </a:defRPr>
            </a:lvl4pPr>
            <a:lvl5pPr algn="l">
              <a:defRPr sz="8400" b="1">
                <a:solidFill>
                  <a:srgbClr val="F5F7FF"/>
                </a:solidFill>
                <a:latin typeface="Arial"/>
                <a:ea typeface="Arial"/>
                <a:cs typeface="Arial"/>
              </a:defRPr>
            </a:lvl5pPr>
            <a:lvl6pPr algn="l">
              <a:defRPr sz="8400" b="1">
                <a:solidFill>
                  <a:srgbClr val="F5F7FF"/>
                </a:solidFill>
                <a:latin typeface="Arial"/>
                <a:ea typeface="Arial"/>
                <a:cs typeface="Arial"/>
              </a:defRPr>
            </a:lvl6pPr>
            <a:lvl7pPr algn="l">
              <a:defRPr sz="8400" b="1">
                <a:solidFill>
                  <a:srgbClr val="F5F7FF"/>
                </a:solidFill>
                <a:latin typeface="Arial"/>
                <a:ea typeface="Arial"/>
                <a:cs typeface="Arial"/>
              </a:defRPr>
            </a:lvl7pPr>
            <a:lvl8pPr algn="l">
              <a:defRPr sz="8400" b="1">
                <a:solidFill>
                  <a:srgbClr val="F5F7FF"/>
                </a:solidFill>
                <a:latin typeface="Arial"/>
                <a:ea typeface="Arial"/>
                <a:cs typeface="Arial"/>
              </a:defRPr>
            </a:lvl8pPr>
            <a:lvl9pPr algn="l">
              <a:defRPr sz="8400" b="1">
                <a:solidFill>
                  <a:srgbClr val="F5F7FF"/>
                </a:solidFill>
                <a:latin typeface="Arial"/>
                <a:ea typeface="Arial"/>
                <a:cs typeface="Arial"/>
              </a:defRPr>
            </a:lvl9pPr>
          </a:lstStyle>
          <a:p xmlns:a="http://schemas.openxmlformats.org/drawingml/2006/main">
            <a:pPr algn="l">
              <a:defRPr sz="8400" b="1">
                <a:solidFill>
                  <a:srgbClr val="F5F7FF"/>
                </a:solidFill>
                <a:latin typeface="Arial"/>
                <a:ea typeface="Arial"/>
                <a:cs typeface="Arial"/>
              </a:defRPr>
            </a:pPr>
            <a:r>
              <a:rPr sz="8400" b="1">
                <a:solidFill>
                  <a:srgbClr val="F5F7FF"/>
                </a:solidFill>
                <a:latin typeface="Arial"/>
                <a:ea typeface="Arial"/>
                <a:cs typeface="Arial"/>
              </a:rPr>
              <a:t>Codex</a:t>
            </a:r>
          </a:p>
        </p:txBody>
      </p:sp>
      <p:sp>
        <p:nvSpPr>
          <p:cNvPr id="7" name="item-5">
            <a:extLst xmlns:a="http://schemas.openxmlformats.org/drawingml/2006/main">
              <a:ext uri="{FF2B5EF4-FFF2-40B4-BE49-F238E27FC236}">
                <a16:creationId xmlns:a16="http://schemas.microsoft.com/office/drawing/2014/main" id="{4CF24163-BB1C-4BC9-96DD-ADEE180B412D}"/>
              </a:ext>
            </a:extLst>
          </p:cNvPr>
          <p:cNvSpPr>
            <a:spLocks xmlns:a="http://schemas.openxmlformats.org/drawingml/2006/main" noGrp="1"/>
          </p:cNvSpPr>
          <p:nvPr/>
        </p:nvSpPr>
        <p:spPr>
          <a:xfrm xmlns:a="http://schemas.openxmlformats.org/drawingml/2006/main">
            <a:off x="723900" y="3171825"/>
            <a:ext cx="56769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6600" b="1">
                <a:solidFill>
                  <a:srgbClr val="AABEFF"/>
                </a:solidFill>
                <a:latin typeface="Arial"/>
                <a:ea typeface="Arial"/>
                <a:cs typeface="Arial"/>
              </a:defRPr>
            </a:defPPr>
            <a:lvl1pPr algn="l">
              <a:defRPr sz="6600" b="1">
                <a:solidFill>
                  <a:srgbClr val="AABEFF"/>
                </a:solidFill>
                <a:latin typeface="Arial"/>
                <a:ea typeface="Arial"/>
                <a:cs typeface="Arial"/>
              </a:defRPr>
            </a:lvl1pPr>
            <a:lvl2pPr algn="l">
              <a:defRPr sz="6600" b="1">
                <a:solidFill>
                  <a:srgbClr val="AABEFF"/>
                </a:solidFill>
                <a:latin typeface="Arial"/>
                <a:ea typeface="Arial"/>
                <a:cs typeface="Arial"/>
              </a:defRPr>
            </a:lvl2pPr>
            <a:lvl3pPr algn="l">
              <a:defRPr sz="6600" b="1">
                <a:solidFill>
                  <a:srgbClr val="AABEFF"/>
                </a:solidFill>
                <a:latin typeface="Arial"/>
                <a:ea typeface="Arial"/>
                <a:cs typeface="Arial"/>
              </a:defRPr>
            </a:lvl3pPr>
            <a:lvl4pPr algn="l">
              <a:defRPr sz="6600" b="1">
                <a:solidFill>
                  <a:srgbClr val="AABEFF"/>
                </a:solidFill>
                <a:latin typeface="Arial"/>
                <a:ea typeface="Arial"/>
                <a:cs typeface="Arial"/>
              </a:defRPr>
            </a:lvl4pPr>
            <a:lvl5pPr algn="l">
              <a:defRPr sz="6600" b="1">
                <a:solidFill>
                  <a:srgbClr val="AABEFF"/>
                </a:solidFill>
                <a:latin typeface="Arial"/>
                <a:ea typeface="Arial"/>
                <a:cs typeface="Arial"/>
              </a:defRPr>
            </a:lvl5pPr>
            <a:lvl6pPr algn="l">
              <a:defRPr sz="6600" b="1">
                <a:solidFill>
                  <a:srgbClr val="AABEFF"/>
                </a:solidFill>
                <a:latin typeface="Arial"/>
                <a:ea typeface="Arial"/>
                <a:cs typeface="Arial"/>
              </a:defRPr>
            </a:lvl6pPr>
            <a:lvl7pPr algn="l">
              <a:defRPr sz="6600" b="1">
                <a:solidFill>
                  <a:srgbClr val="AABEFF"/>
                </a:solidFill>
                <a:latin typeface="Arial"/>
                <a:ea typeface="Arial"/>
                <a:cs typeface="Arial"/>
              </a:defRPr>
            </a:lvl7pPr>
            <a:lvl8pPr algn="l">
              <a:defRPr sz="6600" b="1">
                <a:solidFill>
                  <a:srgbClr val="AABEFF"/>
                </a:solidFill>
                <a:latin typeface="Arial"/>
                <a:ea typeface="Arial"/>
                <a:cs typeface="Arial"/>
              </a:defRPr>
            </a:lvl8pPr>
            <a:lvl9pPr algn="l">
              <a:defRPr sz="6600" b="1">
                <a:solidFill>
                  <a:srgbClr val="AABEFF"/>
                </a:solidFill>
                <a:latin typeface="Arial"/>
                <a:ea typeface="Arial"/>
                <a:cs typeface="Arial"/>
              </a:defRPr>
            </a:lvl9pPr>
          </a:lstStyle>
          <a:p xmlns:a="http://schemas.openxmlformats.org/drawingml/2006/main">
            <a:pPr algn="l">
              <a:defRPr sz="6600" b="1">
                <a:solidFill>
                  <a:srgbClr val="AABEFF"/>
                </a:solidFill>
                <a:latin typeface="Arial"/>
                <a:ea typeface="Arial"/>
                <a:cs typeface="Arial"/>
              </a:defRPr>
            </a:pPr>
            <a:r>
              <a:rPr sz="6600" b="1">
                <a:solidFill>
                  <a:srgbClr val="AABEFF"/>
                </a:solidFill>
                <a:latin typeface="Arial"/>
                <a:ea typeface="Arial"/>
                <a:cs typeface="Arial"/>
              </a:rPr>
              <a:t>&amp; Coffee</a:t>
            </a:r>
          </a:p>
        </p:txBody>
      </p:sp>
      <p:sp>
        <p:nvSpPr>
          <p:cNvPr id="8" name="item-6">
            <a:extLst xmlns:a="http://schemas.openxmlformats.org/drawingml/2006/main">
              <a:ext uri="{FF2B5EF4-FFF2-40B4-BE49-F238E27FC236}">
                <a16:creationId xmlns:a16="http://schemas.microsoft.com/office/drawing/2014/main" id="{FF7322B3-3125-4668-98A5-423E9CBD457D}"/>
              </a:ext>
            </a:extLst>
          </p:cNvPr>
          <p:cNvSpPr>
            <a:spLocks xmlns:a="http://schemas.openxmlformats.org/drawingml/2006/main" noGrp="1"/>
          </p:cNvSpPr>
          <p:nvPr/>
        </p:nvSpPr>
        <p:spPr>
          <a:xfrm xmlns:a="http://schemas.openxmlformats.org/drawingml/2006/main">
            <a:off x="742950" y="49434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F5F7FF"/>
                </a:solidFill>
                <a:latin typeface="Arial"/>
                <a:ea typeface="Arial"/>
                <a:cs typeface="Arial"/>
              </a:defRPr>
            </a:defPPr>
            <a:lvl1pPr algn="l">
              <a:defRPr sz="2100" b="0">
                <a:solidFill>
                  <a:srgbClr val="F5F7FF"/>
                </a:solidFill>
                <a:latin typeface="Arial"/>
                <a:ea typeface="Arial"/>
                <a:cs typeface="Arial"/>
              </a:defRPr>
            </a:lvl1pPr>
            <a:lvl2pPr algn="l">
              <a:defRPr sz="2100" b="0">
                <a:solidFill>
                  <a:srgbClr val="F5F7FF"/>
                </a:solidFill>
                <a:latin typeface="Arial"/>
                <a:ea typeface="Arial"/>
                <a:cs typeface="Arial"/>
              </a:defRPr>
            </a:lvl2pPr>
            <a:lvl3pPr algn="l">
              <a:defRPr sz="2100" b="0">
                <a:solidFill>
                  <a:srgbClr val="F5F7FF"/>
                </a:solidFill>
                <a:latin typeface="Arial"/>
                <a:ea typeface="Arial"/>
                <a:cs typeface="Arial"/>
              </a:defRPr>
            </a:lvl3pPr>
            <a:lvl4pPr algn="l">
              <a:defRPr sz="2100" b="0">
                <a:solidFill>
                  <a:srgbClr val="F5F7FF"/>
                </a:solidFill>
                <a:latin typeface="Arial"/>
                <a:ea typeface="Arial"/>
                <a:cs typeface="Arial"/>
              </a:defRPr>
            </a:lvl4pPr>
            <a:lvl5pPr algn="l">
              <a:defRPr sz="2100" b="0">
                <a:solidFill>
                  <a:srgbClr val="F5F7FF"/>
                </a:solidFill>
                <a:latin typeface="Arial"/>
                <a:ea typeface="Arial"/>
                <a:cs typeface="Arial"/>
              </a:defRPr>
            </a:lvl5pPr>
            <a:lvl6pPr algn="l">
              <a:defRPr sz="2100" b="0">
                <a:solidFill>
                  <a:srgbClr val="F5F7FF"/>
                </a:solidFill>
                <a:latin typeface="Arial"/>
                <a:ea typeface="Arial"/>
                <a:cs typeface="Arial"/>
              </a:defRPr>
            </a:lvl6pPr>
            <a:lvl7pPr algn="l">
              <a:defRPr sz="2100" b="0">
                <a:solidFill>
                  <a:srgbClr val="F5F7FF"/>
                </a:solidFill>
                <a:latin typeface="Arial"/>
                <a:ea typeface="Arial"/>
                <a:cs typeface="Arial"/>
              </a:defRPr>
            </a:lvl7pPr>
            <a:lvl8pPr algn="l">
              <a:defRPr sz="2100" b="0">
                <a:solidFill>
                  <a:srgbClr val="F5F7FF"/>
                </a:solidFill>
                <a:latin typeface="Arial"/>
                <a:ea typeface="Arial"/>
                <a:cs typeface="Arial"/>
              </a:defRPr>
            </a:lvl8pPr>
            <a:lvl9pPr algn="l">
              <a:defRPr sz="2100" b="0">
                <a:solidFill>
                  <a:srgbClr val="F5F7FF"/>
                </a:solidFill>
                <a:latin typeface="Arial"/>
                <a:ea typeface="Arial"/>
                <a:cs typeface="Arial"/>
              </a:defRPr>
            </a:lvl9pPr>
          </a:lstStyle>
          <a:p xmlns:a="http://schemas.openxmlformats.org/drawingml/2006/main">
            <a:pPr algn="l">
              <a:defRPr sz="2100" b="0">
                <a:solidFill>
                  <a:srgbClr val="F5F7FF"/>
                </a:solidFill>
                <a:latin typeface="Arial"/>
                <a:ea typeface="Arial"/>
                <a:cs typeface="Arial"/>
              </a:defRPr>
            </a:pPr>
            <a:r>
              <a:rPr sz="2100" b="0">
                <a:solidFill>
                  <a:srgbClr val="F5F7FF"/>
                </a:solidFill>
                <a:latin typeface="Arial"/>
                <a:ea typeface="Arial"/>
                <a:cs typeface="Arial"/>
              </a:rPr>
              <a:t>Mark Kashef</a:t>
            </a:r>
          </a:p>
        </p:txBody>
      </p:sp>
      <p:sp>
        <p:nvSpPr>
          <p:cNvPr id="9" name="item-7">
            <a:extLst xmlns:a="http://schemas.openxmlformats.org/drawingml/2006/main">
              <a:ext uri="{FF2B5EF4-FFF2-40B4-BE49-F238E27FC236}">
                <a16:creationId xmlns:a16="http://schemas.microsoft.com/office/drawing/2014/main" id="{713F8627-4C8D-4D8E-A9A4-6439A54B92BB}"/>
              </a:ext>
            </a:extLst>
          </p:cNvPr>
          <p:cNvSpPr>
            <a:spLocks xmlns:a="http://schemas.openxmlformats.org/drawingml/2006/main" noGrp="1"/>
          </p:cNvSpPr>
          <p:nvPr/>
        </p:nvSpPr>
        <p:spPr>
          <a:xfrm xmlns:a="http://schemas.openxmlformats.org/drawingml/2006/main">
            <a:off x="752475" y="57721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AABEFF"/>
                </a:solidFill>
                <a:latin typeface="Arial"/>
                <a:ea typeface="Arial"/>
                <a:cs typeface="Arial"/>
              </a:defRPr>
            </a:defPPr>
            <a:lvl1pPr algn="l">
              <a:defRPr sz="1350" b="1">
                <a:solidFill>
                  <a:srgbClr val="AABEFF"/>
                </a:solidFill>
                <a:latin typeface="Arial"/>
                <a:ea typeface="Arial"/>
                <a:cs typeface="Arial"/>
              </a:defRPr>
            </a:lvl1pPr>
            <a:lvl2pPr algn="l">
              <a:defRPr sz="1350" b="1">
                <a:solidFill>
                  <a:srgbClr val="AABEFF"/>
                </a:solidFill>
                <a:latin typeface="Arial"/>
                <a:ea typeface="Arial"/>
                <a:cs typeface="Arial"/>
              </a:defRPr>
            </a:lvl2pPr>
            <a:lvl3pPr algn="l">
              <a:defRPr sz="1350" b="1">
                <a:solidFill>
                  <a:srgbClr val="AABEFF"/>
                </a:solidFill>
                <a:latin typeface="Arial"/>
                <a:ea typeface="Arial"/>
                <a:cs typeface="Arial"/>
              </a:defRPr>
            </a:lvl3pPr>
            <a:lvl4pPr algn="l">
              <a:defRPr sz="1350" b="1">
                <a:solidFill>
                  <a:srgbClr val="AABEFF"/>
                </a:solidFill>
                <a:latin typeface="Arial"/>
                <a:ea typeface="Arial"/>
                <a:cs typeface="Arial"/>
              </a:defRPr>
            </a:lvl4pPr>
            <a:lvl5pPr algn="l">
              <a:defRPr sz="1350" b="1">
                <a:solidFill>
                  <a:srgbClr val="AABEFF"/>
                </a:solidFill>
                <a:latin typeface="Arial"/>
                <a:ea typeface="Arial"/>
                <a:cs typeface="Arial"/>
              </a:defRPr>
            </a:lvl5pPr>
            <a:lvl6pPr algn="l">
              <a:defRPr sz="1350" b="1">
                <a:solidFill>
                  <a:srgbClr val="AABEFF"/>
                </a:solidFill>
                <a:latin typeface="Arial"/>
                <a:ea typeface="Arial"/>
                <a:cs typeface="Arial"/>
              </a:defRPr>
            </a:lvl6pPr>
            <a:lvl7pPr algn="l">
              <a:defRPr sz="1350" b="1">
                <a:solidFill>
                  <a:srgbClr val="AABEFF"/>
                </a:solidFill>
                <a:latin typeface="Arial"/>
                <a:ea typeface="Arial"/>
                <a:cs typeface="Arial"/>
              </a:defRPr>
            </a:lvl7pPr>
            <a:lvl8pPr algn="l">
              <a:defRPr sz="1350" b="1">
                <a:solidFill>
                  <a:srgbClr val="AABEFF"/>
                </a:solidFill>
                <a:latin typeface="Arial"/>
                <a:ea typeface="Arial"/>
                <a:cs typeface="Arial"/>
              </a:defRPr>
            </a:lvl8pPr>
            <a:lvl9pPr algn="l">
              <a:defRPr sz="1350" b="1">
                <a:solidFill>
                  <a:srgbClr val="AABEFF"/>
                </a:solidFill>
                <a:latin typeface="Arial"/>
                <a:ea typeface="Arial"/>
                <a:cs typeface="Arial"/>
              </a:defRPr>
            </a:lvl9pPr>
          </a:lstStyle>
          <a:p xmlns:a="http://schemas.openxmlformats.org/drawingml/2006/main">
            <a:pPr algn="l">
              <a:defRPr sz="1350" b="1">
                <a:solidFill>
                  <a:srgbClr val="AABEFF"/>
                </a:solidFill>
                <a:latin typeface="Arial"/>
                <a:ea typeface="Arial"/>
                <a:cs typeface="Arial"/>
              </a:defRPr>
            </a:pPr>
            <a:r>
              <a:rPr sz="1350" b="1">
                <a:solidFill>
                  <a:srgbClr val="AABEFF"/>
                </a:solidFill>
                <a:latin typeface="Arial"/>
                <a:ea typeface="Arial"/>
                <a:cs typeface="Arial"/>
              </a:rPr>
              <a:t>DAY 5</a:t>
            </a:r>
          </a:p>
        </p:txBody>
      </p:sp>
      <p:sp>
        <p:nvSpPr>
          <p:cNvPr id="10" name="item-8">
            <a:extLst xmlns:a="http://schemas.openxmlformats.org/drawingml/2006/main">
              <a:ext uri="{FF2B5EF4-FFF2-40B4-BE49-F238E27FC236}">
                <a16:creationId xmlns:a16="http://schemas.microsoft.com/office/drawing/2014/main" id="{D6514BCF-BF86-4767-B79A-42B3BE357979}"/>
              </a:ext>
            </a:extLst>
          </p:cNvPr>
          <p:cNvSpPr>
            <a:spLocks xmlns:a="http://schemas.openxmlformats.org/drawingml/2006/main" noGrp="1"/>
          </p:cNvSpPr>
          <p:nvPr/>
        </p:nvSpPr>
        <p:spPr>
          <a:xfrm xmlns:a="http://schemas.openxmlformats.org/drawingml/2006/main">
            <a:off x="752475" y="61150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F5F7FF"/>
                </a:solidFill>
                <a:latin typeface="Arial"/>
                <a:ea typeface="Arial"/>
                <a:cs typeface="Arial"/>
              </a:defRPr>
            </a:defPPr>
            <a:lvl1pPr algn="l">
              <a:defRPr sz="2025" b="0">
                <a:solidFill>
                  <a:srgbClr val="F5F7FF"/>
                </a:solidFill>
                <a:latin typeface="Arial"/>
                <a:ea typeface="Arial"/>
                <a:cs typeface="Arial"/>
              </a:defRPr>
            </a:lvl1pPr>
            <a:lvl2pPr algn="l">
              <a:defRPr sz="2025" b="0">
                <a:solidFill>
                  <a:srgbClr val="F5F7FF"/>
                </a:solidFill>
                <a:latin typeface="Arial"/>
                <a:ea typeface="Arial"/>
                <a:cs typeface="Arial"/>
              </a:defRPr>
            </a:lvl2pPr>
            <a:lvl3pPr algn="l">
              <a:defRPr sz="2025" b="0">
                <a:solidFill>
                  <a:srgbClr val="F5F7FF"/>
                </a:solidFill>
                <a:latin typeface="Arial"/>
                <a:ea typeface="Arial"/>
                <a:cs typeface="Arial"/>
              </a:defRPr>
            </a:lvl3pPr>
            <a:lvl4pPr algn="l">
              <a:defRPr sz="2025" b="0">
                <a:solidFill>
                  <a:srgbClr val="F5F7FF"/>
                </a:solidFill>
                <a:latin typeface="Arial"/>
                <a:ea typeface="Arial"/>
                <a:cs typeface="Arial"/>
              </a:defRPr>
            </a:lvl4pPr>
            <a:lvl5pPr algn="l">
              <a:defRPr sz="2025" b="0">
                <a:solidFill>
                  <a:srgbClr val="F5F7FF"/>
                </a:solidFill>
                <a:latin typeface="Arial"/>
                <a:ea typeface="Arial"/>
                <a:cs typeface="Arial"/>
              </a:defRPr>
            </a:lvl5pPr>
            <a:lvl6pPr algn="l">
              <a:defRPr sz="2025" b="0">
                <a:solidFill>
                  <a:srgbClr val="F5F7FF"/>
                </a:solidFill>
                <a:latin typeface="Arial"/>
                <a:ea typeface="Arial"/>
                <a:cs typeface="Arial"/>
              </a:defRPr>
            </a:lvl6pPr>
            <a:lvl7pPr algn="l">
              <a:defRPr sz="2025" b="0">
                <a:solidFill>
                  <a:srgbClr val="F5F7FF"/>
                </a:solidFill>
                <a:latin typeface="Arial"/>
                <a:ea typeface="Arial"/>
                <a:cs typeface="Arial"/>
              </a:defRPr>
            </a:lvl7pPr>
            <a:lvl8pPr algn="l">
              <a:defRPr sz="2025" b="0">
                <a:solidFill>
                  <a:srgbClr val="F5F7FF"/>
                </a:solidFill>
                <a:latin typeface="Arial"/>
                <a:ea typeface="Arial"/>
                <a:cs typeface="Arial"/>
              </a:defRPr>
            </a:lvl8pPr>
            <a:lvl9pPr algn="l">
              <a:defRPr sz="2025" b="0">
                <a:solidFill>
                  <a:srgbClr val="F5F7FF"/>
                </a:solidFill>
                <a:latin typeface="Arial"/>
                <a:ea typeface="Arial"/>
                <a:cs typeface="Arial"/>
              </a:defRPr>
            </a:lvl9pPr>
          </a:lstStyle>
          <a:p xmlns:a="http://schemas.openxmlformats.org/drawingml/2006/main">
            <a:pPr algn="l">
              <a:defRPr sz="2025" b="0">
                <a:solidFill>
                  <a:srgbClr val="F5F7FF"/>
                </a:solidFill>
                <a:latin typeface="Arial"/>
                <a:ea typeface="Arial"/>
                <a:cs typeface="Arial"/>
              </a:defRPr>
            </a:pPr>
            <a:r>
              <a:rPr sz="2025" b="0">
                <a:solidFill>
                  <a:srgbClr val="F5F7FF"/>
                </a:solidFill>
                <a:latin typeface="Arial"/>
                <a:ea typeface="Arial"/>
                <a:cs typeface="Arial"/>
              </a:rPr>
              <a:t>Computer Use: Inside the Click</a:t>
            </a:r>
          </a:p>
        </p:txBody>
      </p:sp>
    </p:spTree>
    <p:extLst>
      <p:ext uri="{BB962C8B-B14F-4D97-AF65-F5344CB8AC3E}">
        <p14:creationId xmlns:p14="http://schemas.microsoft.com/office/powerpoint/2010/main" val="13808579"/>
      </p:ext>
    </p:extLst>
  </p:cSld>
</p:sld>
</file>

<file path=ppt/slides/slide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3" name="item-9">
            <a:extLst xmlns:a="http://schemas.openxmlformats.org/drawingml/2006/main">
              <a:ext uri="{FF2B5EF4-FFF2-40B4-BE49-F238E27FC236}">
                <a16:creationId xmlns:a16="http://schemas.microsoft.com/office/drawing/2014/main" id="{133E12F0-174F-4A90-8F55-622299F1C893}"/>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Today’s agenda</a:t>
            </a:r>
          </a:p>
        </p:txBody>
      </p:sp>
      <p:sp>
        <p:nvSpPr>
          <p:cNvPr id="2" name="item-10">
            <a:extLst xmlns:a="http://schemas.openxmlformats.org/drawingml/2006/main">
              <a:ext uri="{FF2B5EF4-FFF2-40B4-BE49-F238E27FC236}">
                <a16:creationId xmlns:a16="http://schemas.microsoft.com/office/drawing/2014/main" id="{FDF36085-A116-4AAC-8851-A0BAEA8D9AFE}"/>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11">
            <a:extLst xmlns:a="http://schemas.openxmlformats.org/drawingml/2006/main">
              <a:ext uri="{FF2B5EF4-FFF2-40B4-BE49-F238E27FC236}">
                <a16:creationId xmlns:a16="http://schemas.microsoft.com/office/drawing/2014/main" id="{CE5005BC-7445-487B-9DF9-AA8D1B369E5C}"/>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a:t>
            </a:r>
          </a:p>
        </p:txBody>
      </p:sp>
      <p:sp>
        <p:nvSpPr>
          <p:cNvPr id="4" name="item-12">
            <a:extLst xmlns:a="http://schemas.openxmlformats.org/drawingml/2006/main">
              <a:ext uri="{FF2B5EF4-FFF2-40B4-BE49-F238E27FC236}">
                <a16:creationId xmlns:a16="http://schemas.microsoft.com/office/drawing/2014/main" id="{A7F5CB96-54D9-4BCB-8888-DA2ADE6743EA}"/>
              </a:ext>
            </a:extLst>
          </p:cNvPr>
          <p:cNvSpPr>
            <a:spLocks xmlns:a="http://schemas.openxmlformats.org/drawingml/2006/main" noGrp="1"/>
          </p:cNvSpPr>
          <p:nvPr/>
        </p:nvSpPr>
        <p:spPr>
          <a:xfrm xmlns:a="http://schemas.openxmlformats.org/drawingml/2006/main">
            <a:off x="809625" y="1685925"/>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5" name="item-13">
            <a:extLst xmlns:a="http://schemas.openxmlformats.org/drawingml/2006/main">
              <a:ext uri="{FF2B5EF4-FFF2-40B4-BE49-F238E27FC236}">
                <a16:creationId xmlns:a16="http://schemas.microsoft.com/office/drawing/2014/main" id="{D40091A6-0E62-486B-AECF-B038078A4418}"/>
              </a:ext>
            </a:extLst>
          </p:cNvPr>
          <p:cNvSpPr>
            <a:spLocks xmlns:a="http://schemas.openxmlformats.org/drawingml/2006/main" noGrp="1"/>
          </p:cNvSpPr>
          <p:nvPr/>
        </p:nvSpPr>
        <p:spPr>
          <a:xfrm xmlns:a="http://schemas.openxmlformats.org/drawingml/2006/main">
            <a:off x="695325" y="1685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item-14">
            <a:extLst xmlns:a="http://schemas.openxmlformats.org/drawingml/2006/main">
              <a:ext uri="{FF2B5EF4-FFF2-40B4-BE49-F238E27FC236}">
                <a16:creationId xmlns:a16="http://schemas.microsoft.com/office/drawing/2014/main" id="{5ED6C5A3-5FBC-4074-835E-5B62CFCF745B}"/>
              </a:ext>
            </a:extLst>
          </p:cNvPr>
          <p:cNvSpPr>
            <a:spLocks xmlns:a="http://schemas.openxmlformats.org/drawingml/2006/main" noGrp="1"/>
          </p:cNvSpPr>
          <p:nvPr/>
        </p:nvSpPr>
        <p:spPr>
          <a:xfrm xmlns:a="http://schemas.openxmlformats.org/drawingml/2006/main">
            <a:off x="1438275" y="16192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What could you hand over?</a:t>
            </a:r>
          </a:p>
        </p:txBody>
      </p:sp>
      <p:sp>
        <p:nvSpPr>
          <p:cNvPr id="7" name="item-15">
            <a:extLst xmlns:a="http://schemas.openxmlformats.org/drawingml/2006/main">
              <a:ext uri="{FF2B5EF4-FFF2-40B4-BE49-F238E27FC236}">
                <a16:creationId xmlns:a16="http://schemas.microsoft.com/office/drawing/2014/main" id="{00AFE56E-1D42-4F8A-B4A2-3FBB7E3228E1}"/>
              </a:ext>
            </a:extLst>
          </p:cNvPr>
          <p:cNvSpPr>
            <a:spLocks xmlns:a="http://schemas.openxmlformats.org/drawingml/2006/main" noGrp="1"/>
          </p:cNvSpPr>
          <p:nvPr/>
        </p:nvSpPr>
        <p:spPr>
          <a:xfrm xmlns:a="http://schemas.openxmlformats.org/drawingml/2006/main">
            <a:off x="6400800" y="163830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A broad map of business uses</a:t>
            </a:r>
          </a:p>
        </p:txBody>
      </p:sp>
      <p:sp>
        <p:nvSpPr>
          <p:cNvPr id="8" name="item-16">
            <a:extLst xmlns:a="http://schemas.openxmlformats.org/drawingml/2006/main">
              <a:ext uri="{FF2B5EF4-FFF2-40B4-BE49-F238E27FC236}">
                <a16:creationId xmlns:a16="http://schemas.microsoft.com/office/drawing/2014/main" id="{A33CE7BE-C9CD-4B9E-99DA-66A3908E9D97}"/>
              </a:ext>
            </a:extLst>
          </p:cNvPr>
          <p:cNvSpPr>
            <a:spLocks xmlns:a="http://schemas.openxmlformats.org/drawingml/2006/main" noGrp="1"/>
          </p:cNvSpPr>
          <p:nvPr/>
        </p:nvSpPr>
        <p:spPr>
          <a:xfrm xmlns:a="http://schemas.openxmlformats.org/drawingml/2006/main">
            <a:off x="1438275" y="2438400"/>
            <a:ext cx="981075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9" name="item-17">
            <a:extLst xmlns:a="http://schemas.openxmlformats.org/drawingml/2006/main">
              <a:ext uri="{FF2B5EF4-FFF2-40B4-BE49-F238E27FC236}">
                <a16:creationId xmlns:a16="http://schemas.microsoft.com/office/drawing/2014/main" id="{741BE866-3664-4ED3-ADBA-639A55A28F0D}"/>
              </a:ext>
            </a:extLst>
          </p:cNvPr>
          <p:cNvSpPr>
            <a:spLocks xmlns:a="http://schemas.openxmlformats.org/drawingml/2006/main" noGrp="1"/>
          </p:cNvSpPr>
          <p:nvPr/>
        </p:nvSpPr>
        <p:spPr>
          <a:xfrm xmlns:a="http://schemas.openxmlformats.org/drawingml/2006/main">
            <a:off x="809625" y="2752725"/>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0" name="item-18">
            <a:extLst xmlns:a="http://schemas.openxmlformats.org/drawingml/2006/main">
              <a:ext uri="{FF2B5EF4-FFF2-40B4-BE49-F238E27FC236}">
                <a16:creationId xmlns:a16="http://schemas.microsoft.com/office/drawing/2014/main" id="{EEE7371D-C6CB-4046-B889-F33262071150}"/>
              </a:ext>
            </a:extLst>
          </p:cNvPr>
          <p:cNvSpPr>
            <a:spLocks xmlns:a="http://schemas.openxmlformats.org/drawingml/2006/main" noGrp="1"/>
          </p:cNvSpPr>
          <p:nvPr/>
        </p:nvSpPr>
        <p:spPr>
          <a:xfrm xmlns:a="http://schemas.openxmlformats.org/drawingml/2006/main">
            <a:off x="695325" y="27527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item-19">
            <a:extLst xmlns:a="http://schemas.openxmlformats.org/drawingml/2006/main">
              <a:ext uri="{FF2B5EF4-FFF2-40B4-BE49-F238E27FC236}">
                <a16:creationId xmlns:a16="http://schemas.microsoft.com/office/drawing/2014/main" id="{72668EDD-1670-4C7C-BDB0-2036D25A6648}"/>
              </a:ext>
            </a:extLst>
          </p:cNvPr>
          <p:cNvSpPr>
            <a:spLocks xmlns:a="http://schemas.openxmlformats.org/drawingml/2006/main" noGrp="1"/>
          </p:cNvSpPr>
          <p:nvPr/>
        </p:nvSpPr>
        <p:spPr>
          <a:xfrm xmlns:a="http://schemas.openxmlformats.org/drawingml/2006/main">
            <a:off x="1438275" y="26860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What is CUA_REPL?</a:t>
            </a:r>
          </a:p>
        </p:txBody>
      </p:sp>
      <p:sp>
        <p:nvSpPr>
          <p:cNvPr id="12" name="item-20">
            <a:extLst xmlns:a="http://schemas.openxmlformats.org/drawingml/2006/main">
              <a:ext uri="{FF2B5EF4-FFF2-40B4-BE49-F238E27FC236}">
                <a16:creationId xmlns:a16="http://schemas.microsoft.com/office/drawing/2014/main" id="{B8C96DA4-CEEA-4F47-AD06-336AD44696F9}"/>
              </a:ext>
            </a:extLst>
          </p:cNvPr>
          <p:cNvSpPr>
            <a:spLocks xmlns:a="http://schemas.openxmlformats.org/drawingml/2006/main" noGrp="1"/>
          </p:cNvSpPr>
          <p:nvPr/>
        </p:nvSpPr>
        <p:spPr>
          <a:xfrm xmlns:a="http://schemas.openxmlformats.org/drawingml/2006/main">
            <a:off x="6400800" y="270510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The control room behind the actions</a:t>
            </a:r>
          </a:p>
        </p:txBody>
      </p:sp>
      <p:sp>
        <p:nvSpPr>
          <p:cNvPr id="13" name="item-21">
            <a:extLst xmlns:a="http://schemas.openxmlformats.org/drawingml/2006/main">
              <a:ext uri="{FF2B5EF4-FFF2-40B4-BE49-F238E27FC236}">
                <a16:creationId xmlns:a16="http://schemas.microsoft.com/office/drawing/2014/main" id="{ACC92F9E-3E39-417C-A0E3-792D392AE37D}"/>
              </a:ext>
            </a:extLst>
          </p:cNvPr>
          <p:cNvSpPr>
            <a:spLocks xmlns:a="http://schemas.openxmlformats.org/drawingml/2006/main" noGrp="1"/>
          </p:cNvSpPr>
          <p:nvPr/>
        </p:nvSpPr>
        <p:spPr>
          <a:xfrm xmlns:a="http://schemas.openxmlformats.org/drawingml/2006/main">
            <a:off x="1438275" y="3505200"/>
            <a:ext cx="981075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14" name="item-22">
            <a:extLst xmlns:a="http://schemas.openxmlformats.org/drawingml/2006/main">
              <a:ext uri="{FF2B5EF4-FFF2-40B4-BE49-F238E27FC236}">
                <a16:creationId xmlns:a16="http://schemas.microsoft.com/office/drawing/2014/main" id="{3B0F58DB-448B-46C6-A7EF-1DCCCBD752E3}"/>
              </a:ext>
            </a:extLst>
          </p:cNvPr>
          <p:cNvSpPr>
            <a:spLocks xmlns:a="http://schemas.openxmlformats.org/drawingml/2006/main" noGrp="1"/>
          </p:cNvSpPr>
          <p:nvPr/>
        </p:nvSpPr>
        <p:spPr>
          <a:xfrm xmlns:a="http://schemas.openxmlformats.org/drawingml/2006/main">
            <a:off x="809625" y="3819525"/>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5" name="item-23">
            <a:extLst xmlns:a="http://schemas.openxmlformats.org/drawingml/2006/main">
              <a:ext uri="{FF2B5EF4-FFF2-40B4-BE49-F238E27FC236}">
                <a16:creationId xmlns:a16="http://schemas.microsoft.com/office/drawing/2014/main" id="{D8F794D7-FA4C-48E9-A1B0-E9F0D422FF45}"/>
              </a:ext>
            </a:extLst>
          </p:cNvPr>
          <p:cNvSpPr>
            <a:spLocks xmlns:a="http://schemas.openxmlformats.org/drawingml/2006/main" noGrp="1"/>
          </p:cNvSpPr>
          <p:nvPr/>
        </p:nvSpPr>
        <p:spPr>
          <a:xfrm xmlns:a="http://schemas.openxmlformats.org/drawingml/2006/main">
            <a:off x="695325" y="38195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6" name="item-24">
            <a:extLst xmlns:a="http://schemas.openxmlformats.org/drawingml/2006/main">
              <a:ext uri="{FF2B5EF4-FFF2-40B4-BE49-F238E27FC236}">
                <a16:creationId xmlns:a16="http://schemas.microsoft.com/office/drawing/2014/main" id="{749E2334-8292-4D88-AB51-674920188278}"/>
              </a:ext>
            </a:extLst>
          </p:cNvPr>
          <p:cNvSpPr>
            <a:spLocks xmlns:a="http://schemas.openxmlformats.org/drawingml/2006/main" noGrp="1"/>
          </p:cNvSpPr>
          <p:nvPr/>
        </p:nvSpPr>
        <p:spPr>
          <a:xfrm xmlns:a="http://schemas.openxmlformats.org/drawingml/2006/main">
            <a:off x="1438275" y="37528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What happens after a click?</a:t>
            </a:r>
          </a:p>
        </p:txBody>
      </p:sp>
      <p:sp>
        <p:nvSpPr>
          <p:cNvPr id="17" name="item-25">
            <a:extLst xmlns:a="http://schemas.openxmlformats.org/drawingml/2006/main">
              <a:ext uri="{FF2B5EF4-FFF2-40B4-BE49-F238E27FC236}">
                <a16:creationId xmlns:a16="http://schemas.microsoft.com/office/drawing/2014/main" id="{67F4912B-BC90-4829-A0BB-F424B6590A23}"/>
              </a:ext>
            </a:extLst>
          </p:cNvPr>
          <p:cNvSpPr>
            <a:spLocks xmlns:a="http://schemas.openxmlformats.org/drawingml/2006/main" noGrp="1"/>
          </p:cNvSpPr>
          <p:nvPr/>
        </p:nvSpPr>
        <p:spPr>
          <a:xfrm xmlns:a="http://schemas.openxmlformats.org/drawingml/2006/main">
            <a:off x="6400800" y="377190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Snapshots, structure, decisions and checks</a:t>
            </a:r>
          </a:p>
        </p:txBody>
      </p:sp>
      <p:sp>
        <p:nvSpPr>
          <p:cNvPr id="18" name="item-26">
            <a:extLst xmlns:a="http://schemas.openxmlformats.org/drawingml/2006/main">
              <a:ext uri="{FF2B5EF4-FFF2-40B4-BE49-F238E27FC236}">
                <a16:creationId xmlns:a16="http://schemas.microsoft.com/office/drawing/2014/main" id="{D78FD907-19E1-4B68-90D3-9E06656F7867}"/>
              </a:ext>
            </a:extLst>
          </p:cNvPr>
          <p:cNvSpPr>
            <a:spLocks xmlns:a="http://schemas.openxmlformats.org/drawingml/2006/main" noGrp="1"/>
          </p:cNvSpPr>
          <p:nvPr/>
        </p:nvSpPr>
        <p:spPr>
          <a:xfrm xmlns:a="http://schemas.openxmlformats.org/drawingml/2006/main">
            <a:off x="1438275" y="4572000"/>
            <a:ext cx="981075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19" name="item-27">
            <a:extLst xmlns:a="http://schemas.openxmlformats.org/drawingml/2006/main">
              <a:ext uri="{FF2B5EF4-FFF2-40B4-BE49-F238E27FC236}">
                <a16:creationId xmlns:a16="http://schemas.microsoft.com/office/drawing/2014/main" id="{907A9C6E-DBC5-429A-AC0C-AA81E9108814}"/>
              </a:ext>
            </a:extLst>
          </p:cNvPr>
          <p:cNvSpPr>
            <a:spLocks xmlns:a="http://schemas.openxmlformats.org/drawingml/2006/main" noGrp="1"/>
          </p:cNvSpPr>
          <p:nvPr/>
        </p:nvSpPr>
        <p:spPr>
          <a:xfrm xmlns:a="http://schemas.openxmlformats.org/drawingml/2006/main">
            <a:off x="809625" y="4886325"/>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20" name="item-28">
            <a:extLst xmlns:a="http://schemas.openxmlformats.org/drawingml/2006/main">
              <a:ext uri="{FF2B5EF4-FFF2-40B4-BE49-F238E27FC236}">
                <a16:creationId xmlns:a16="http://schemas.microsoft.com/office/drawing/2014/main" id="{5F3D7610-BB32-49CA-A7AF-29BA34F1987B}"/>
              </a:ext>
            </a:extLst>
          </p:cNvPr>
          <p:cNvSpPr>
            <a:spLocks xmlns:a="http://schemas.openxmlformats.org/drawingml/2006/main" noGrp="1"/>
          </p:cNvSpPr>
          <p:nvPr/>
        </p:nvSpPr>
        <p:spPr>
          <a:xfrm xmlns:a="http://schemas.openxmlformats.org/drawingml/2006/main">
            <a:off x="695325" y="48863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21" name="item-29">
            <a:extLst xmlns:a="http://schemas.openxmlformats.org/drawingml/2006/main">
              <a:ext uri="{FF2B5EF4-FFF2-40B4-BE49-F238E27FC236}">
                <a16:creationId xmlns:a16="http://schemas.microsoft.com/office/drawing/2014/main" id="{905209D4-C6DB-4A61-8028-0510ED062D86}"/>
              </a:ext>
            </a:extLst>
          </p:cNvPr>
          <p:cNvSpPr>
            <a:spLocks xmlns:a="http://schemas.openxmlformats.org/drawingml/2006/main" noGrp="1"/>
          </p:cNvSpPr>
          <p:nvPr/>
        </p:nvSpPr>
        <p:spPr>
          <a:xfrm xmlns:a="http://schemas.openxmlformats.org/drawingml/2006/main">
            <a:off x="1438275" y="48196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Optional walkthroughs</a:t>
            </a:r>
          </a:p>
        </p:txBody>
      </p:sp>
      <p:sp>
        <p:nvSpPr>
          <p:cNvPr id="22" name="item-30">
            <a:extLst xmlns:a="http://schemas.openxmlformats.org/drawingml/2006/main">
              <a:ext uri="{FF2B5EF4-FFF2-40B4-BE49-F238E27FC236}">
                <a16:creationId xmlns:a16="http://schemas.microsoft.com/office/drawing/2014/main" id="{D3EAEC71-A632-4251-AA0B-1447EBD3A621}"/>
              </a:ext>
            </a:extLst>
          </p:cNvPr>
          <p:cNvSpPr>
            <a:spLocks xmlns:a="http://schemas.openxmlformats.org/drawingml/2006/main" noGrp="1"/>
          </p:cNvSpPr>
          <p:nvPr/>
        </p:nvSpPr>
        <p:spPr>
          <a:xfrm xmlns:a="http://schemas.openxmlformats.org/drawingml/2006/main">
            <a:off x="6400800" y="483870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The prepared examples are at the end</a:t>
            </a:r>
          </a:p>
        </p:txBody>
      </p:sp>
    </p:spTree>
    <p:extLst>
      <p:ext uri="{BB962C8B-B14F-4D97-AF65-F5344CB8AC3E}">
        <p14:creationId xmlns:p14="http://schemas.microsoft.com/office/powerpoint/2010/main" val="1131423178"/>
      </p:ext>
    </p:extLst>
  </p:cSld>
</p:sld>
</file>

<file path=ppt/slides/slide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7C00953-F0A7-4A41-AB63-D88B86CDE6CA}"/>
              </a:ext>
            </a:extLst>
          </p:cNvPr>
          <p:cNvCxnSpPr>
            <a:stCxn xmlns:a="http://schemas.openxmlformats.org/drawingml/2006/main" id="7" idx="3"/>
            <a:endCxn xmlns:a="http://schemas.openxmlformats.org/drawingml/2006/main" id="10" idx="1"/>
          </p:cNvCxnSpPr>
          <p:nvPr/>
        </p:nvCxnSpPr>
        <p:spPr>
          <a:xfrm xmlns:a="http://schemas.openxmlformats.org/drawingml/2006/main">
            <a:off x="7734300" y="3119438"/>
            <a:ext cx="419100" cy="0"/>
          </a:xfrm>
          <a:prstGeom xmlns:a="http://schemas.openxmlformats.org/drawingml/2006/main" prst="straightConnector1">
            <a:avLst/>
          </a:prstGeom>
          <a:ln xmlns:a="http://schemas.openxmlformats.org/drawingml/2006/main" w="23813">
            <a:solidFill>
              <a:srgbClr val="378775"/>
            </a:solidFill>
            <a:tailEnd type="arrow" w="sm" len="sm"/>
          </a:ln>
        </p:spPr>
      </p:cxnSp>
      <p:cxnSp>
        <p:nvCxnSpPr>
          <p:cNvPr id="13" name="">
            <a:extLst xmlns:a="http://schemas.openxmlformats.org/drawingml/2006/main">
              <a:ext uri="{FF2B5EF4-FFF2-40B4-BE49-F238E27FC236}">
                <a16:creationId xmlns:a16="http://schemas.microsoft.com/office/drawing/2014/main" id="{DD1A9E9E-0C2D-497E-A351-71B17B04F5D3}"/>
              </a:ext>
            </a:extLst>
          </p:cNvPr>
          <p:cNvCxnSpPr>
            <a:stCxn xmlns:a="http://schemas.openxmlformats.org/drawingml/2006/main" id="4" idx="3"/>
            <a:endCxn xmlns:a="http://schemas.openxmlformats.org/drawingml/2006/main" id="7" idx="1"/>
          </p:cNvCxnSpPr>
          <p:nvPr/>
        </p:nvCxnSpPr>
        <p:spPr>
          <a:xfrm xmlns:a="http://schemas.openxmlformats.org/drawingml/2006/main">
            <a:off x="4029075" y="3119438"/>
            <a:ext cx="419100" cy="0"/>
          </a:xfrm>
          <a:prstGeom xmlns:a="http://schemas.openxmlformats.org/drawingml/2006/main" prst="straightConnector1">
            <a:avLst/>
          </a:prstGeom>
          <a:ln xmlns:a="http://schemas.openxmlformats.org/drawingml/2006/main" w="23813">
            <a:solidFill>
              <a:srgbClr val="477BBD"/>
            </a:solidFill>
            <a:tailEnd type="arrow" w="sm" len="sm"/>
          </a:ln>
        </p:spPr>
      </p:cxnSp>
      <p:sp>
        <p:nvSpPr>
          <p:cNvPr id="16" name="item-31">
            <a:extLst xmlns:a="http://schemas.openxmlformats.org/drawingml/2006/main">
              <a:ext uri="{FF2B5EF4-FFF2-40B4-BE49-F238E27FC236}">
                <a16:creationId xmlns:a16="http://schemas.microsoft.com/office/drawing/2014/main" id="{7D91AE92-47F6-4027-A763-EE3A416A2F45}"/>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useful boundary is the interface</a:t>
            </a:r>
          </a:p>
        </p:txBody>
      </p:sp>
      <p:sp>
        <p:nvSpPr>
          <p:cNvPr id="2" name="item-32">
            <a:extLst xmlns:a="http://schemas.openxmlformats.org/drawingml/2006/main">
              <a:ext uri="{FF2B5EF4-FFF2-40B4-BE49-F238E27FC236}">
                <a16:creationId xmlns:a16="http://schemas.microsoft.com/office/drawing/2014/main" id="{319DD8FB-9B8D-48B3-B08E-E812180DB561}"/>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3">
            <a:extLst xmlns:a="http://schemas.openxmlformats.org/drawingml/2006/main">
              <a:ext uri="{FF2B5EF4-FFF2-40B4-BE49-F238E27FC236}">
                <a16:creationId xmlns:a16="http://schemas.microsoft.com/office/drawing/2014/main" id="{BF21880E-5856-4153-BCBD-9AE6858C9C4E}"/>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a:t>
            </a:r>
          </a:p>
        </p:txBody>
      </p:sp>
      <p:sp>
        <p:nvSpPr>
          <p:cNvPr id="4" name="item-34">
            <a:extLst xmlns:a="http://schemas.openxmlformats.org/drawingml/2006/main">
              <a:ext uri="{FF2B5EF4-FFF2-40B4-BE49-F238E27FC236}">
                <a16:creationId xmlns:a16="http://schemas.microsoft.com/office/drawing/2014/main" id="{278C1D30-BB83-436F-AF37-9EDE9206C85D}"/>
              </a:ext>
            </a:extLst>
          </p:cNvPr>
          <p:cNvSpPr>
            <a:spLocks xmlns:a="http://schemas.openxmlformats.org/drawingml/2006/main" noGrp="1"/>
          </p:cNvSpPr>
          <p:nvPr/>
        </p:nvSpPr>
        <p:spPr>
          <a:xfrm xmlns:a="http://schemas.openxmlformats.org/drawingml/2006/main">
            <a:off x="742950" y="2238375"/>
            <a:ext cx="3286125" cy="1762125"/>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19050">
            <a:solidFill>
              <a:srgbClr val="477BBD"/>
            </a:solidFill>
          </a:ln>
        </p:spPr>
      </p:sp>
      <p:sp>
        <p:nvSpPr>
          <p:cNvPr id="5" name="item-35">
            <a:extLst xmlns:a="http://schemas.openxmlformats.org/drawingml/2006/main">
              <a:ext uri="{FF2B5EF4-FFF2-40B4-BE49-F238E27FC236}">
                <a16:creationId xmlns:a16="http://schemas.microsoft.com/office/drawing/2014/main" id="{901ABD90-423B-492F-8C87-C97AF3E07552}"/>
              </a:ext>
            </a:extLst>
          </p:cNvPr>
          <p:cNvSpPr>
            <a:spLocks xmlns:a="http://schemas.openxmlformats.org/drawingml/2006/main" noGrp="1"/>
          </p:cNvSpPr>
          <p:nvPr/>
        </p:nvSpPr>
        <p:spPr>
          <a:xfrm xmlns:a="http://schemas.openxmlformats.org/drawingml/2006/main">
            <a:off x="857250" y="2371725"/>
            <a:ext cx="3057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Observe</a:t>
            </a:r>
          </a:p>
        </p:txBody>
      </p:sp>
      <p:sp>
        <p:nvSpPr>
          <p:cNvPr id="6" name="item-36">
            <a:extLst xmlns:a="http://schemas.openxmlformats.org/drawingml/2006/main">
              <a:ext uri="{FF2B5EF4-FFF2-40B4-BE49-F238E27FC236}">
                <a16:creationId xmlns:a16="http://schemas.microsoft.com/office/drawing/2014/main" id="{66306C98-29AE-4C24-B52A-625870BF7A1A}"/>
              </a:ext>
            </a:extLst>
          </p:cNvPr>
          <p:cNvSpPr>
            <a:spLocks xmlns:a="http://schemas.openxmlformats.org/drawingml/2006/main" noGrp="1"/>
          </p:cNvSpPr>
          <p:nvPr/>
        </p:nvSpPr>
        <p:spPr>
          <a:xfrm xmlns:a="http://schemas.openxmlformats.org/drawingml/2006/main">
            <a:off x="895350" y="2847975"/>
            <a:ext cx="2981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Read text, inspect layout and compare</a:t>
            </a:r>
          </a:p>
        </p:txBody>
      </p:sp>
      <p:sp>
        <p:nvSpPr>
          <p:cNvPr id="7" name="item-37">
            <a:extLst xmlns:a="http://schemas.openxmlformats.org/drawingml/2006/main">
              <a:ext uri="{FF2B5EF4-FFF2-40B4-BE49-F238E27FC236}">
                <a16:creationId xmlns:a16="http://schemas.microsoft.com/office/drawing/2014/main" id="{C6139BCE-0D3B-4F0D-87A3-372E2127EB88}"/>
              </a:ext>
            </a:extLst>
          </p:cNvPr>
          <p:cNvSpPr>
            <a:spLocks xmlns:a="http://schemas.openxmlformats.org/drawingml/2006/main" noGrp="1"/>
          </p:cNvSpPr>
          <p:nvPr/>
        </p:nvSpPr>
        <p:spPr>
          <a:xfrm xmlns:a="http://schemas.openxmlformats.org/drawingml/2006/main">
            <a:off x="4448175" y="2238375"/>
            <a:ext cx="3286125" cy="1762125"/>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19050">
            <a:solidFill>
              <a:srgbClr val="8872B3"/>
            </a:solidFill>
          </a:ln>
        </p:spPr>
      </p:sp>
      <p:sp>
        <p:nvSpPr>
          <p:cNvPr id="8" name="item-38">
            <a:extLst xmlns:a="http://schemas.openxmlformats.org/drawingml/2006/main">
              <a:ext uri="{FF2B5EF4-FFF2-40B4-BE49-F238E27FC236}">
                <a16:creationId xmlns:a16="http://schemas.microsoft.com/office/drawing/2014/main" id="{E79474AC-EB8B-432B-A59E-C7625D276660}"/>
              </a:ext>
            </a:extLst>
          </p:cNvPr>
          <p:cNvSpPr>
            <a:spLocks xmlns:a="http://schemas.openxmlformats.org/drawingml/2006/main" noGrp="1"/>
          </p:cNvSpPr>
          <p:nvPr/>
        </p:nvSpPr>
        <p:spPr>
          <a:xfrm xmlns:a="http://schemas.openxmlformats.org/drawingml/2006/main">
            <a:off x="4562475" y="2371725"/>
            <a:ext cx="3057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Operate</a:t>
            </a:r>
          </a:p>
        </p:txBody>
      </p:sp>
      <p:sp>
        <p:nvSpPr>
          <p:cNvPr id="9" name="item-39">
            <a:extLst xmlns:a="http://schemas.openxmlformats.org/drawingml/2006/main">
              <a:ext uri="{FF2B5EF4-FFF2-40B4-BE49-F238E27FC236}">
                <a16:creationId xmlns:a16="http://schemas.microsoft.com/office/drawing/2014/main" id="{B466081E-991F-4DCF-B8D4-6685D92A9032}"/>
              </a:ext>
            </a:extLst>
          </p:cNvPr>
          <p:cNvSpPr>
            <a:spLocks xmlns:a="http://schemas.openxmlformats.org/drawingml/2006/main" noGrp="1"/>
          </p:cNvSpPr>
          <p:nvPr/>
        </p:nvSpPr>
        <p:spPr>
          <a:xfrm xmlns:a="http://schemas.openxmlformats.org/drawingml/2006/main">
            <a:off x="4600575" y="2847975"/>
            <a:ext cx="2981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Click, type, select, scroll and navigate</a:t>
            </a:r>
          </a:p>
        </p:txBody>
      </p:sp>
      <p:sp>
        <p:nvSpPr>
          <p:cNvPr id="10" name="item-40">
            <a:extLst xmlns:a="http://schemas.openxmlformats.org/drawingml/2006/main">
              <a:ext uri="{FF2B5EF4-FFF2-40B4-BE49-F238E27FC236}">
                <a16:creationId xmlns:a16="http://schemas.microsoft.com/office/drawing/2014/main" id="{C111D05D-752E-4ABD-BED8-536F91244C31}"/>
              </a:ext>
            </a:extLst>
          </p:cNvPr>
          <p:cNvSpPr>
            <a:spLocks xmlns:a="http://schemas.openxmlformats.org/drawingml/2006/main" noGrp="1"/>
          </p:cNvSpPr>
          <p:nvPr/>
        </p:nvSpPr>
        <p:spPr>
          <a:xfrm xmlns:a="http://schemas.openxmlformats.org/drawingml/2006/main">
            <a:off x="8153400" y="2238375"/>
            <a:ext cx="3286125" cy="1762125"/>
          </a:xfrm>
          <a:prstGeom xmlns:a="http://schemas.openxmlformats.org/drawingml/2006/main" prst="roundRect">
            <a:avLst>
              <a:gd name="adj" fmla="val 4324"/>
            </a:avLst>
          </a:prstGeom>
          <a:solidFill xmlns:a="http://schemas.openxmlformats.org/drawingml/2006/main">
            <a:srgbClr val="FFFFFF"/>
          </a:solidFill>
          <a:ln xmlns:a="http://schemas.openxmlformats.org/drawingml/2006/main" w="19050">
            <a:solidFill>
              <a:srgbClr val="378775"/>
            </a:solidFill>
          </a:ln>
        </p:spPr>
      </p:sp>
      <p:sp>
        <p:nvSpPr>
          <p:cNvPr id="11" name="item-41">
            <a:extLst xmlns:a="http://schemas.openxmlformats.org/drawingml/2006/main">
              <a:ext uri="{FF2B5EF4-FFF2-40B4-BE49-F238E27FC236}">
                <a16:creationId xmlns:a16="http://schemas.microsoft.com/office/drawing/2014/main" id="{7E48F8AB-5FB0-49D3-8655-4DD036DE6C49}"/>
              </a:ext>
            </a:extLst>
          </p:cNvPr>
          <p:cNvSpPr>
            <a:spLocks xmlns:a="http://schemas.openxmlformats.org/drawingml/2006/main" noGrp="1"/>
          </p:cNvSpPr>
          <p:nvPr/>
        </p:nvSpPr>
        <p:spPr>
          <a:xfrm xmlns:a="http://schemas.openxmlformats.org/drawingml/2006/main">
            <a:off x="8267700" y="2371725"/>
            <a:ext cx="3057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Check</a:t>
            </a:r>
          </a:p>
        </p:txBody>
      </p:sp>
      <p:sp>
        <p:nvSpPr>
          <p:cNvPr id="12" name="item-42">
            <a:extLst xmlns:a="http://schemas.openxmlformats.org/drawingml/2006/main">
              <a:ext uri="{FF2B5EF4-FFF2-40B4-BE49-F238E27FC236}">
                <a16:creationId xmlns:a16="http://schemas.microsoft.com/office/drawing/2014/main" id="{153EE112-A488-4B6F-BD1B-D731EFD12FBA}"/>
              </a:ext>
            </a:extLst>
          </p:cNvPr>
          <p:cNvSpPr>
            <a:spLocks xmlns:a="http://schemas.openxmlformats.org/drawingml/2006/main" noGrp="1"/>
          </p:cNvSpPr>
          <p:nvPr/>
        </p:nvSpPr>
        <p:spPr>
          <a:xfrm xmlns:a="http://schemas.openxmlformats.org/drawingml/2006/main">
            <a:off x="8305800" y="2847975"/>
            <a:ext cx="2981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Capture evidence and inspect the outcome</a:t>
            </a:r>
          </a:p>
        </p:txBody>
      </p:sp>
      <p:sp>
        <p:nvSpPr>
          <p:cNvPr id="15" name="item-43">
            <a:extLst xmlns:a="http://schemas.openxmlformats.org/drawingml/2006/main">
              <a:ext uri="{FF2B5EF4-FFF2-40B4-BE49-F238E27FC236}">
                <a16:creationId xmlns:a16="http://schemas.microsoft.com/office/drawing/2014/main" id="{CD345D66-5E1D-4CD4-830C-9A319126B3AB}"/>
              </a:ext>
            </a:extLst>
          </p:cNvPr>
          <p:cNvSpPr>
            <a:spLocks xmlns:a="http://schemas.openxmlformats.org/drawingml/2006/main" noGrp="1"/>
          </p:cNvSpPr>
          <p:nvPr/>
        </p:nvSpPr>
        <p:spPr>
          <a:xfrm xmlns:a="http://schemas.openxmlformats.org/drawingml/2006/main">
            <a:off x="857250" y="48196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325" b="1">
                <a:solidFill>
                  <a:srgbClr val="152D46"/>
                </a:solidFill>
                <a:latin typeface="Arial"/>
                <a:ea typeface="Arial"/>
                <a:cs typeface="Arial"/>
              </a:defRPr>
            </a:defPPr>
            <a:lvl1pPr algn="ctr">
              <a:defRPr sz="2325" b="1">
                <a:solidFill>
                  <a:srgbClr val="152D46"/>
                </a:solidFill>
                <a:latin typeface="Arial"/>
                <a:ea typeface="Arial"/>
                <a:cs typeface="Arial"/>
              </a:defRPr>
            </a:lvl1pPr>
            <a:lvl2pPr algn="ctr">
              <a:defRPr sz="2325" b="1">
                <a:solidFill>
                  <a:srgbClr val="152D46"/>
                </a:solidFill>
                <a:latin typeface="Arial"/>
                <a:ea typeface="Arial"/>
                <a:cs typeface="Arial"/>
              </a:defRPr>
            </a:lvl2pPr>
            <a:lvl3pPr algn="ctr">
              <a:defRPr sz="2325" b="1">
                <a:solidFill>
                  <a:srgbClr val="152D46"/>
                </a:solidFill>
                <a:latin typeface="Arial"/>
                <a:ea typeface="Arial"/>
                <a:cs typeface="Arial"/>
              </a:defRPr>
            </a:lvl3pPr>
            <a:lvl4pPr algn="ctr">
              <a:defRPr sz="2325" b="1">
                <a:solidFill>
                  <a:srgbClr val="152D46"/>
                </a:solidFill>
                <a:latin typeface="Arial"/>
                <a:ea typeface="Arial"/>
                <a:cs typeface="Arial"/>
              </a:defRPr>
            </a:lvl4pPr>
            <a:lvl5pPr algn="ctr">
              <a:defRPr sz="2325" b="1">
                <a:solidFill>
                  <a:srgbClr val="152D46"/>
                </a:solidFill>
                <a:latin typeface="Arial"/>
                <a:ea typeface="Arial"/>
                <a:cs typeface="Arial"/>
              </a:defRPr>
            </a:lvl5pPr>
            <a:lvl6pPr algn="ctr">
              <a:defRPr sz="2325" b="1">
                <a:solidFill>
                  <a:srgbClr val="152D46"/>
                </a:solidFill>
                <a:latin typeface="Arial"/>
                <a:ea typeface="Arial"/>
                <a:cs typeface="Arial"/>
              </a:defRPr>
            </a:lvl6pPr>
            <a:lvl7pPr algn="ctr">
              <a:defRPr sz="2325" b="1">
                <a:solidFill>
                  <a:srgbClr val="152D46"/>
                </a:solidFill>
                <a:latin typeface="Arial"/>
                <a:ea typeface="Arial"/>
                <a:cs typeface="Arial"/>
              </a:defRPr>
            </a:lvl7pPr>
            <a:lvl8pPr algn="ctr">
              <a:defRPr sz="2325" b="1">
                <a:solidFill>
                  <a:srgbClr val="152D46"/>
                </a:solidFill>
                <a:latin typeface="Arial"/>
                <a:ea typeface="Arial"/>
                <a:cs typeface="Arial"/>
              </a:defRPr>
            </a:lvl8pPr>
            <a:lvl9pPr algn="ctr">
              <a:defRPr sz="2325" b="1">
                <a:solidFill>
                  <a:srgbClr val="152D46"/>
                </a:solidFill>
                <a:latin typeface="Arial"/>
                <a:ea typeface="Arial"/>
                <a:cs typeface="Arial"/>
              </a:defRPr>
            </a:lvl9pPr>
          </a:lstStyle>
          <a:p xmlns:a="http://schemas.openxmlformats.org/drawingml/2006/main">
            <a:pPr algn="ctr">
              <a:defRPr sz="2325" b="1">
                <a:solidFill>
                  <a:srgbClr val="152D46"/>
                </a:solidFill>
                <a:latin typeface="Arial"/>
                <a:ea typeface="Arial"/>
                <a:cs typeface="Arial"/>
              </a:defRPr>
            </a:pPr>
            <a:r>
              <a:rPr sz="2325" b="1">
                <a:solidFill>
                  <a:srgbClr val="152D46"/>
                </a:solidFill>
                <a:latin typeface="Arial"/>
                <a:ea typeface="Arial"/>
                <a:cs typeface="Arial"/>
              </a:rPr>
              <a:t>48 examples follow. Each depends on app support, access and a clear check.</a:t>
            </a:r>
          </a:p>
        </p:txBody>
      </p:sp>
    </p:spTree>
    <p:extLst>
      <p:ext uri="{BB962C8B-B14F-4D97-AF65-F5344CB8AC3E}">
        <p14:creationId xmlns:p14="http://schemas.microsoft.com/office/powerpoint/2010/main" val="1841168475"/>
      </p:ext>
    </p:extLst>
  </p:cSld>
</p:sld>
</file>

<file path=ppt/slides/slide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item-44">
            <a:extLst xmlns:a="http://schemas.openxmlformats.org/drawingml/2006/main">
              <a:ext uri="{FF2B5EF4-FFF2-40B4-BE49-F238E27FC236}">
                <a16:creationId xmlns:a16="http://schemas.microsoft.com/office/drawing/2014/main" id="{6BEE2608-775B-4493-ACF6-ED37EE8ECBC9}"/>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Customer and revenue work</a:t>
            </a:r>
          </a:p>
        </p:txBody>
      </p:sp>
      <p:sp>
        <p:nvSpPr>
          <p:cNvPr id="2" name="item-45">
            <a:extLst xmlns:a="http://schemas.openxmlformats.org/drawingml/2006/main">
              <a:ext uri="{FF2B5EF4-FFF2-40B4-BE49-F238E27FC236}">
                <a16:creationId xmlns:a16="http://schemas.microsoft.com/office/drawing/2014/main" id="{AF578416-1A19-46AD-86EE-08015FD4821D}"/>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6">
            <a:extLst xmlns:a="http://schemas.openxmlformats.org/drawingml/2006/main">
              <a:ext uri="{FF2B5EF4-FFF2-40B4-BE49-F238E27FC236}">
                <a16:creationId xmlns:a16="http://schemas.microsoft.com/office/drawing/2014/main" id="{D9B7205D-A32D-4620-9FAD-E9DFC2C293DB}"/>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a:t>
            </a:r>
          </a:p>
        </p:txBody>
      </p:sp>
      <p:sp>
        <p:nvSpPr>
          <p:cNvPr id="4" name="item-47">
            <a:extLst xmlns:a="http://schemas.openxmlformats.org/drawingml/2006/main">
              <a:ext uri="{FF2B5EF4-FFF2-40B4-BE49-F238E27FC236}">
                <a16:creationId xmlns:a16="http://schemas.microsoft.com/office/drawing/2014/main" id="{21E541C5-B28A-4BC2-97EC-781E920375C3}"/>
              </a:ext>
            </a:extLst>
          </p:cNvPr>
          <p:cNvSpPr>
            <a:spLocks xmlns:a="http://schemas.openxmlformats.org/drawingml/2006/main" noGrp="1"/>
          </p:cNvSpPr>
          <p:nvPr/>
        </p:nvSpPr>
        <p:spPr>
          <a:xfrm xmlns:a="http://schemas.openxmlformats.org/drawingml/2006/main">
            <a:off x="762000" y="12668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477BBD"/>
                </a:solidFill>
                <a:latin typeface="Arial"/>
                <a:ea typeface="Arial"/>
                <a:cs typeface="Arial"/>
              </a:defRPr>
            </a:defPPr>
            <a:lvl1pPr algn="l">
              <a:defRPr sz="1725" b="0">
                <a:solidFill>
                  <a:srgbClr val="477BBD"/>
                </a:solidFill>
                <a:latin typeface="Arial"/>
                <a:ea typeface="Arial"/>
                <a:cs typeface="Arial"/>
              </a:defRPr>
            </a:lvl1pPr>
            <a:lvl2pPr algn="l">
              <a:defRPr sz="1725" b="0">
                <a:solidFill>
                  <a:srgbClr val="477BBD"/>
                </a:solidFill>
                <a:latin typeface="Arial"/>
                <a:ea typeface="Arial"/>
                <a:cs typeface="Arial"/>
              </a:defRPr>
            </a:lvl2pPr>
            <a:lvl3pPr algn="l">
              <a:defRPr sz="1725" b="0">
                <a:solidFill>
                  <a:srgbClr val="477BBD"/>
                </a:solidFill>
                <a:latin typeface="Arial"/>
                <a:ea typeface="Arial"/>
                <a:cs typeface="Arial"/>
              </a:defRPr>
            </a:lvl3pPr>
            <a:lvl4pPr algn="l">
              <a:defRPr sz="1725" b="0">
                <a:solidFill>
                  <a:srgbClr val="477BBD"/>
                </a:solidFill>
                <a:latin typeface="Arial"/>
                <a:ea typeface="Arial"/>
                <a:cs typeface="Arial"/>
              </a:defRPr>
            </a:lvl4pPr>
            <a:lvl5pPr algn="l">
              <a:defRPr sz="1725" b="0">
                <a:solidFill>
                  <a:srgbClr val="477BBD"/>
                </a:solidFill>
                <a:latin typeface="Arial"/>
                <a:ea typeface="Arial"/>
                <a:cs typeface="Arial"/>
              </a:defRPr>
            </a:lvl5pPr>
            <a:lvl6pPr algn="l">
              <a:defRPr sz="1725" b="0">
                <a:solidFill>
                  <a:srgbClr val="477BBD"/>
                </a:solidFill>
                <a:latin typeface="Arial"/>
                <a:ea typeface="Arial"/>
                <a:cs typeface="Arial"/>
              </a:defRPr>
            </a:lvl6pPr>
            <a:lvl7pPr algn="l">
              <a:defRPr sz="1725" b="0">
                <a:solidFill>
                  <a:srgbClr val="477BBD"/>
                </a:solidFill>
                <a:latin typeface="Arial"/>
                <a:ea typeface="Arial"/>
                <a:cs typeface="Arial"/>
              </a:defRPr>
            </a:lvl7pPr>
            <a:lvl8pPr algn="l">
              <a:defRPr sz="1725" b="0">
                <a:solidFill>
                  <a:srgbClr val="477BBD"/>
                </a:solidFill>
                <a:latin typeface="Arial"/>
                <a:ea typeface="Arial"/>
                <a:cs typeface="Arial"/>
              </a:defRPr>
            </a:lvl8pPr>
            <a:lvl9pPr algn="l">
              <a:defRPr sz="1725" b="0">
                <a:solidFill>
                  <a:srgbClr val="477BBD"/>
                </a:solidFill>
                <a:latin typeface="Arial"/>
                <a:ea typeface="Arial"/>
                <a:cs typeface="Arial"/>
              </a:defRPr>
            </a:lvl9pPr>
          </a:lstStyle>
          <a:p xmlns:a="http://schemas.openxmlformats.org/drawingml/2006/main">
            <a:pPr algn="l">
              <a:defRPr sz="1725" b="0">
                <a:solidFill>
                  <a:srgbClr val="477BBD"/>
                </a:solidFill>
                <a:latin typeface="Arial"/>
                <a:ea typeface="Arial"/>
                <a:cs typeface="Arial"/>
              </a:defRPr>
            </a:pPr>
            <a:r>
              <a:rPr sz="1725" b="0">
                <a:solidFill>
                  <a:srgbClr val="477BBD"/>
                </a:solidFill>
                <a:latin typeface="Arial"/>
                <a:ea typeface="Arial"/>
                <a:cs typeface="Arial"/>
              </a:rPr>
              <a:t>Possible workflows to scope and verify</a:t>
            </a:r>
          </a:p>
        </p:txBody>
      </p:sp>
      <p:sp>
        <p:nvSpPr>
          <p:cNvPr id="5" name="item-48">
            <a:extLst xmlns:a="http://schemas.openxmlformats.org/drawingml/2006/main">
              <a:ext uri="{FF2B5EF4-FFF2-40B4-BE49-F238E27FC236}">
                <a16:creationId xmlns:a16="http://schemas.microsoft.com/office/drawing/2014/main" id="{DC13EBF8-CE74-45C3-A524-946A5F19D23D}"/>
              </a:ext>
            </a:extLst>
          </p:cNvPr>
          <p:cNvSpPr>
            <a:spLocks xmlns:a="http://schemas.openxmlformats.org/drawingml/2006/main" noGrp="1"/>
          </p:cNvSpPr>
          <p:nvPr/>
        </p:nvSpPr>
        <p:spPr>
          <a:xfrm xmlns:a="http://schemas.openxmlformats.org/drawingml/2006/main">
            <a:off x="809625" y="20383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6" name="item-49">
            <a:extLst xmlns:a="http://schemas.openxmlformats.org/drawingml/2006/main">
              <a:ext uri="{FF2B5EF4-FFF2-40B4-BE49-F238E27FC236}">
                <a16:creationId xmlns:a16="http://schemas.microsoft.com/office/drawing/2014/main" id="{07CDE312-79AC-4447-BBE0-BB48AF47771E}"/>
              </a:ext>
            </a:extLst>
          </p:cNvPr>
          <p:cNvSpPr>
            <a:spLocks xmlns:a="http://schemas.openxmlformats.org/drawingml/2006/main" noGrp="1"/>
          </p:cNvSpPr>
          <p:nvPr/>
        </p:nvSpPr>
        <p:spPr>
          <a:xfrm xmlns:a="http://schemas.openxmlformats.org/drawingml/2006/main">
            <a:off x="69532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7" name="item-50">
            <a:extLst xmlns:a="http://schemas.openxmlformats.org/drawingml/2006/main">
              <a:ext uri="{FF2B5EF4-FFF2-40B4-BE49-F238E27FC236}">
                <a16:creationId xmlns:a16="http://schemas.microsoft.com/office/drawing/2014/main" id="{E9849C45-45F9-4868-B7F8-ED2789700765}"/>
              </a:ext>
            </a:extLst>
          </p:cNvPr>
          <p:cNvSpPr>
            <a:spLocks xmlns:a="http://schemas.openxmlformats.org/drawingml/2006/main" noGrp="1"/>
          </p:cNvSpPr>
          <p:nvPr/>
        </p:nvSpPr>
        <p:spPr>
          <a:xfrm xmlns:a="http://schemas.openxmlformats.org/drawingml/2006/main">
            <a:off x="136207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Update CRM fields from approved notes</a:t>
            </a:r>
          </a:p>
        </p:txBody>
      </p:sp>
      <p:sp>
        <p:nvSpPr>
          <p:cNvPr id="8" name="item-51">
            <a:extLst xmlns:a="http://schemas.openxmlformats.org/drawingml/2006/main">
              <a:ext uri="{FF2B5EF4-FFF2-40B4-BE49-F238E27FC236}">
                <a16:creationId xmlns:a16="http://schemas.microsoft.com/office/drawing/2014/main" id="{EDBBB8FE-1B42-459C-8A27-7BEC31BFFEBC}"/>
              </a:ext>
            </a:extLst>
          </p:cNvPr>
          <p:cNvSpPr>
            <a:spLocks xmlns:a="http://schemas.openxmlformats.org/drawingml/2006/main" noGrp="1"/>
          </p:cNvSpPr>
          <p:nvPr/>
        </p:nvSpPr>
        <p:spPr>
          <a:xfrm xmlns:a="http://schemas.openxmlformats.org/drawingml/2006/main">
            <a:off x="809625" y="30670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9" name="item-52">
            <a:extLst xmlns:a="http://schemas.openxmlformats.org/drawingml/2006/main">
              <a:ext uri="{FF2B5EF4-FFF2-40B4-BE49-F238E27FC236}">
                <a16:creationId xmlns:a16="http://schemas.microsoft.com/office/drawing/2014/main" id="{C18DF953-F02D-4D0A-9CE0-CD32BE9DD9FF}"/>
              </a:ext>
            </a:extLst>
          </p:cNvPr>
          <p:cNvSpPr>
            <a:spLocks xmlns:a="http://schemas.openxmlformats.org/drawingml/2006/main" noGrp="1"/>
          </p:cNvSpPr>
          <p:nvPr/>
        </p:nvSpPr>
        <p:spPr>
          <a:xfrm xmlns:a="http://schemas.openxmlformats.org/drawingml/2006/main">
            <a:off x="69532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item-53">
            <a:extLst xmlns:a="http://schemas.openxmlformats.org/drawingml/2006/main">
              <a:ext uri="{FF2B5EF4-FFF2-40B4-BE49-F238E27FC236}">
                <a16:creationId xmlns:a16="http://schemas.microsoft.com/office/drawing/2014/main" id="{C7E39E06-0C20-44E2-8011-629F21DDBC4C}"/>
              </a:ext>
            </a:extLst>
          </p:cNvPr>
          <p:cNvSpPr>
            <a:spLocks xmlns:a="http://schemas.openxmlformats.org/drawingml/2006/main" noGrp="1"/>
          </p:cNvSpPr>
          <p:nvPr/>
        </p:nvSpPr>
        <p:spPr>
          <a:xfrm xmlns:a="http://schemas.openxmlformats.org/drawingml/2006/main">
            <a:off x="136207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Find duplicate customer records</a:t>
            </a:r>
          </a:p>
        </p:txBody>
      </p:sp>
      <p:sp>
        <p:nvSpPr>
          <p:cNvPr id="11" name="item-54">
            <a:extLst xmlns:a="http://schemas.openxmlformats.org/drawingml/2006/main">
              <a:ext uri="{FF2B5EF4-FFF2-40B4-BE49-F238E27FC236}">
                <a16:creationId xmlns:a16="http://schemas.microsoft.com/office/drawing/2014/main" id="{3CC6BE0E-6E94-4739-8D54-A79C92E46857}"/>
              </a:ext>
            </a:extLst>
          </p:cNvPr>
          <p:cNvSpPr>
            <a:spLocks xmlns:a="http://schemas.openxmlformats.org/drawingml/2006/main" noGrp="1"/>
          </p:cNvSpPr>
          <p:nvPr/>
        </p:nvSpPr>
        <p:spPr>
          <a:xfrm xmlns:a="http://schemas.openxmlformats.org/drawingml/2006/main">
            <a:off x="809625" y="40957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2" name="item-55">
            <a:extLst xmlns:a="http://schemas.openxmlformats.org/drawingml/2006/main">
              <a:ext uri="{FF2B5EF4-FFF2-40B4-BE49-F238E27FC236}">
                <a16:creationId xmlns:a16="http://schemas.microsoft.com/office/drawing/2014/main" id="{E4F0DA5D-A94F-4291-8648-48025281E502}"/>
              </a:ext>
            </a:extLst>
          </p:cNvPr>
          <p:cNvSpPr>
            <a:spLocks xmlns:a="http://schemas.openxmlformats.org/drawingml/2006/main" noGrp="1"/>
          </p:cNvSpPr>
          <p:nvPr/>
        </p:nvSpPr>
        <p:spPr>
          <a:xfrm xmlns:a="http://schemas.openxmlformats.org/drawingml/2006/main">
            <a:off x="69532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3" name="item-56">
            <a:extLst xmlns:a="http://schemas.openxmlformats.org/drawingml/2006/main">
              <a:ext uri="{FF2B5EF4-FFF2-40B4-BE49-F238E27FC236}">
                <a16:creationId xmlns:a16="http://schemas.microsoft.com/office/drawing/2014/main" id="{EAF1A9CD-FDBA-48E4-99DD-02F2DE81A5A0}"/>
              </a:ext>
            </a:extLst>
          </p:cNvPr>
          <p:cNvSpPr>
            <a:spLocks xmlns:a="http://schemas.openxmlformats.org/drawingml/2006/main" noGrp="1"/>
          </p:cNvSpPr>
          <p:nvPr/>
        </p:nvSpPr>
        <p:spPr>
          <a:xfrm xmlns:a="http://schemas.openxmlformats.org/drawingml/2006/main">
            <a:off x="136207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a lead-capture form</a:t>
            </a:r>
          </a:p>
        </p:txBody>
      </p:sp>
      <p:sp>
        <p:nvSpPr>
          <p:cNvPr id="14" name="item-57">
            <a:extLst xmlns:a="http://schemas.openxmlformats.org/drawingml/2006/main">
              <a:ext uri="{FF2B5EF4-FFF2-40B4-BE49-F238E27FC236}">
                <a16:creationId xmlns:a16="http://schemas.microsoft.com/office/drawing/2014/main" id="{02C0CF9F-107A-4032-8A54-FF12EF7A787A}"/>
              </a:ext>
            </a:extLst>
          </p:cNvPr>
          <p:cNvSpPr>
            <a:spLocks xmlns:a="http://schemas.openxmlformats.org/drawingml/2006/main" noGrp="1"/>
          </p:cNvSpPr>
          <p:nvPr/>
        </p:nvSpPr>
        <p:spPr>
          <a:xfrm xmlns:a="http://schemas.openxmlformats.org/drawingml/2006/main">
            <a:off x="809625" y="51244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5" name="item-58">
            <a:extLst xmlns:a="http://schemas.openxmlformats.org/drawingml/2006/main">
              <a:ext uri="{FF2B5EF4-FFF2-40B4-BE49-F238E27FC236}">
                <a16:creationId xmlns:a16="http://schemas.microsoft.com/office/drawing/2014/main" id="{18AF4CE9-9A4A-43C3-8EB0-5893487E0BD3}"/>
              </a:ext>
            </a:extLst>
          </p:cNvPr>
          <p:cNvSpPr>
            <a:spLocks xmlns:a="http://schemas.openxmlformats.org/drawingml/2006/main" noGrp="1"/>
          </p:cNvSpPr>
          <p:nvPr/>
        </p:nvSpPr>
        <p:spPr>
          <a:xfrm xmlns:a="http://schemas.openxmlformats.org/drawingml/2006/main">
            <a:off x="69532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6" name="item-59">
            <a:extLst xmlns:a="http://schemas.openxmlformats.org/drawingml/2006/main">
              <a:ext uri="{FF2B5EF4-FFF2-40B4-BE49-F238E27FC236}">
                <a16:creationId xmlns:a16="http://schemas.microsoft.com/office/drawing/2014/main" id="{05E78609-E71D-4DF1-A32E-D9CBEEBD2DFD}"/>
              </a:ext>
            </a:extLst>
          </p:cNvPr>
          <p:cNvSpPr>
            <a:spLocks xmlns:a="http://schemas.openxmlformats.org/drawingml/2006/main" noGrp="1"/>
          </p:cNvSpPr>
          <p:nvPr/>
        </p:nvSpPr>
        <p:spPr>
          <a:xfrm xmlns:a="http://schemas.openxmlformats.org/drawingml/2006/main">
            <a:off x="136207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Inspect a quote before sending</a:t>
            </a:r>
          </a:p>
        </p:txBody>
      </p:sp>
      <p:sp>
        <p:nvSpPr>
          <p:cNvPr id="17" name="item-60">
            <a:extLst xmlns:a="http://schemas.openxmlformats.org/drawingml/2006/main">
              <a:ext uri="{FF2B5EF4-FFF2-40B4-BE49-F238E27FC236}">
                <a16:creationId xmlns:a16="http://schemas.microsoft.com/office/drawing/2014/main" id="{7CC6E67A-B6D8-45CE-9DB9-24E7C61A0F8E}"/>
              </a:ext>
            </a:extLst>
          </p:cNvPr>
          <p:cNvSpPr>
            <a:spLocks xmlns:a="http://schemas.openxmlformats.org/drawingml/2006/main" noGrp="1"/>
          </p:cNvSpPr>
          <p:nvPr/>
        </p:nvSpPr>
        <p:spPr>
          <a:xfrm xmlns:a="http://schemas.openxmlformats.org/drawingml/2006/main">
            <a:off x="6429375" y="20383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8" name="item-61">
            <a:extLst xmlns:a="http://schemas.openxmlformats.org/drawingml/2006/main">
              <a:ext uri="{FF2B5EF4-FFF2-40B4-BE49-F238E27FC236}">
                <a16:creationId xmlns:a16="http://schemas.microsoft.com/office/drawing/2014/main" id="{74F05E52-EFF9-4B3D-8B41-53A4A56C2627}"/>
              </a:ext>
            </a:extLst>
          </p:cNvPr>
          <p:cNvSpPr>
            <a:spLocks xmlns:a="http://schemas.openxmlformats.org/drawingml/2006/main" noGrp="1"/>
          </p:cNvSpPr>
          <p:nvPr/>
        </p:nvSpPr>
        <p:spPr>
          <a:xfrm xmlns:a="http://schemas.openxmlformats.org/drawingml/2006/main">
            <a:off x="63150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9" name="item-62">
            <a:extLst xmlns:a="http://schemas.openxmlformats.org/drawingml/2006/main">
              <a:ext uri="{FF2B5EF4-FFF2-40B4-BE49-F238E27FC236}">
                <a16:creationId xmlns:a16="http://schemas.microsoft.com/office/drawing/2014/main" id="{EE2950A7-4977-4C6F-8413-941F34567FEC}"/>
              </a:ext>
            </a:extLst>
          </p:cNvPr>
          <p:cNvSpPr>
            <a:spLocks xmlns:a="http://schemas.openxmlformats.org/drawingml/2006/main" noGrp="1"/>
          </p:cNvSpPr>
          <p:nvPr/>
        </p:nvSpPr>
        <p:spPr>
          <a:xfrm xmlns:a="http://schemas.openxmlformats.org/drawingml/2006/main">
            <a:off x="698182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Compare customer portal records</a:t>
            </a:r>
          </a:p>
        </p:txBody>
      </p:sp>
      <p:sp>
        <p:nvSpPr>
          <p:cNvPr id="20" name="item-63">
            <a:extLst xmlns:a="http://schemas.openxmlformats.org/drawingml/2006/main">
              <a:ext uri="{FF2B5EF4-FFF2-40B4-BE49-F238E27FC236}">
                <a16:creationId xmlns:a16="http://schemas.microsoft.com/office/drawing/2014/main" id="{A184D8B5-86C1-4653-A908-B9AE164E83E5}"/>
              </a:ext>
            </a:extLst>
          </p:cNvPr>
          <p:cNvSpPr>
            <a:spLocks xmlns:a="http://schemas.openxmlformats.org/drawingml/2006/main" noGrp="1"/>
          </p:cNvSpPr>
          <p:nvPr/>
        </p:nvSpPr>
        <p:spPr>
          <a:xfrm xmlns:a="http://schemas.openxmlformats.org/drawingml/2006/main">
            <a:off x="6429375" y="30670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21" name="item-64">
            <a:extLst xmlns:a="http://schemas.openxmlformats.org/drawingml/2006/main">
              <a:ext uri="{FF2B5EF4-FFF2-40B4-BE49-F238E27FC236}">
                <a16:creationId xmlns:a16="http://schemas.microsoft.com/office/drawing/2014/main" id="{9C70C29E-593B-40B6-A8A3-6DFFFA41C981}"/>
              </a:ext>
            </a:extLst>
          </p:cNvPr>
          <p:cNvSpPr>
            <a:spLocks xmlns:a="http://schemas.openxmlformats.org/drawingml/2006/main" noGrp="1"/>
          </p:cNvSpPr>
          <p:nvPr/>
        </p:nvSpPr>
        <p:spPr>
          <a:xfrm xmlns:a="http://schemas.openxmlformats.org/drawingml/2006/main">
            <a:off x="631507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2" name="item-65">
            <a:extLst xmlns:a="http://schemas.openxmlformats.org/drawingml/2006/main">
              <a:ext uri="{FF2B5EF4-FFF2-40B4-BE49-F238E27FC236}">
                <a16:creationId xmlns:a16="http://schemas.microsoft.com/office/drawing/2014/main" id="{A0A6CD1D-B130-4F7C-9132-1F60835AFB40}"/>
              </a:ext>
            </a:extLst>
          </p:cNvPr>
          <p:cNvSpPr>
            <a:spLocks xmlns:a="http://schemas.openxmlformats.org/drawingml/2006/main" noGrp="1"/>
          </p:cNvSpPr>
          <p:nvPr/>
        </p:nvSpPr>
        <p:spPr>
          <a:xfrm xmlns:a="http://schemas.openxmlformats.org/drawingml/2006/main">
            <a:off x="698182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Reproduce a support issue</a:t>
            </a:r>
          </a:p>
        </p:txBody>
      </p:sp>
      <p:sp>
        <p:nvSpPr>
          <p:cNvPr id="23" name="item-66">
            <a:extLst xmlns:a="http://schemas.openxmlformats.org/drawingml/2006/main">
              <a:ext uri="{FF2B5EF4-FFF2-40B4-BE49-F238E27FC236}">
                <a16:creationId xmlns:a16="http://schemas.microsoft.com/office/drawing/2014/main" id="{03B09120-8968-4EDC-B5DC-D7272FFA78CA}"/>
              </a:ext>
            </a:extLst>
          </p:cNvPr>
          <p:cNvSpPr>
            <a:spLocks xmlns:a="http://schemas.openxmlformats.org/drawingml/2006/main" noGrp="1"/>
          </p:cNvSpPr>
          <p:nvPr/>
        </p:nvSpPr>
        <p:spPr>
          <a:xfrm xmlns:a="http://schemas.openxmlformats.org/drawingml/2006/main">
            <a:off x="6429375" y="40957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24" name="item-67">
            <a:extLst xmlns:a="http://schemas.openxmlformats.org/drawingml/2006/main">
              <a:ext uri="{FF2B5EF4-FFF2-40B4-BE49-F238E27FC236}">
                <a16:creationId xmlns:a16="http://schemas.microsoft.com/office/drawing/2014/main" id="{90727C8D-C8A2-445D-8C81-EA4A010E11B8}"/>
              </a:ext>
            </a:extLst>
          </p:cNvPr>
          <p:cNvSpPr>
            <a:spLocks xmlns:a="http://schemas.openxmlformats.org/drawingml/2006/main" noGrp="1"/>
          </p:cNvSpPr>
          <p:nvPr/>
        </p:nvSpPr>
        <p:spPr>
          <a:xfrm xmlns:a="http://schemas.openxmlformats.org/drawingml/2006/main">
            <a:off x="631507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5" name="item-68">
            <a:extLst xmlns:a="http://schemas.openxmlformats.org/drawingml/2006/main">
              <a:ext uri="{FF2B5EF4-FFF2-40B4-BE49-F238E27FC236}">
                <a16:creationId xmlns:a16="http://schemas.microsoft.com/office/drawing/2014/main" id="{74F70817-1843-4A07-897B-CCA2CD49A953}"/>
              </a:ext>
            </a:extLst>
          </p:cNvPr>
          <p:cNvSpPr>
            <a:spLocks xmlns:a="http://schemas.openxmlformats.org/drawingml/2006/main" noGrp="1"/>
          </p:cNvSpPr>
          <p:nvPr/>
        </p:nvSpPr>
        <p:spPr>
          <a:xfrm xmlns:a="http://schemas.openxmlformats.org/drawingml/2006/main">
            <a:off x="698182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Prepare a campaign in a draft state</a:t>
            </a:r>
          </a:p>
        </p:txBody>
      </p:sp>
      <p:sp>
        <p:nvSpPr>
          <p:cNvPr id="26" name="item-69">
            <a:extLst xmlns:a="http://schemas.openxmlformats.org/drawingml/2006/main">
              <a:ext uri="{FF2B5EF4-FFF2-40B4-BE49-F238E27FC236}">
                <a16:creationId xmlns:a16="http://schemas.microsoft.com/office/drawing/2014/main" id="{04997BF3-7BD5-4976-90B6-F69F92E630EB}"/>
              </a:ext>
            </a:extLst>
          </p:cNvPr>
          <p:cNvSpPr>
            <a:spLocks xmlns:a="http://schemas.openxmlformats.org/drawingml/2006/main" noGrp="1"/>
          </p:cNvSpPr>
          <p:nvPr/>
        </p:nvSpPr>
        <p:spPr>
          <a:xfrm xmlns:a="http://schemas.openxmlformats.org/drawingml/2006/main">
            <a:off x="6429375" y="51244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27" name="item-70">
            <a:extLst xmlns:a="http://schemas.openxmlformats.org/drawingml/2006/main">
              <a:ext uri="{FF2B5EF4-FFF2-40B4-BE49-F238E27FC236}">
                <a16:creationId xmlns:a16="http://schemas.microsoft.com/office/drawing/2014/main" id="{E165320D-E91A-4133-B036-45B88964490A}"/>
              </a:ext>
            </a:extLst>
          </p:cNvPr>
          <p:cNvSpPr>
            <a:spLocks xmlns:a="http://schemas.openxmlformats.org/drawingml/2006/main" noGrp="1"/>
          </p:cNvSpPr>
          <p:nvPr/>
        </p:nvSpPr>
        <p:spPr>
          <a:xfrm xmlns:a="http://schemas.openxmlformats.org/drawingml/2006/main">
            <a:off x="631507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8" name="item-71">
            <a:extLst xmlns:a="http://schemas.openxmlformats.org/drawingml/2006/main">
              <a:ext uri="{FF2B5EF4-FFF2-40B4-BE49-F238E27FC236}">
                <a16:creationId xmlns:a16="http://schemas.microsoft.com/office/drawing/2014/main" id="{7DB0AA94-C976-4458-A6EC-A13BB56DD7B1}"/>
              </a:ext>
            </a:extLst>
          </p:cNvPr>
          <p:cNvSpPr>
            <a:spLocks xmlns:a="http://schemas.openxmlformats.org/drawingml/2006/main" noGrp="1"/>
          </p:cNvSpPr>
          <p:nvPr/>
        </p:nvSpPr>
        <p:spPr>
          <a:xfrm xmlns:a="http://schemas.openxmlformats.org/drawingml/2006/main">
            <a:off x="698182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Capture evidence for a customer handoff</a:t>
            </a:r>
          </a:p>
        </p:txBody>
      </p:sp>
    </p:spTree>
    <p:extLst>
      <p:ext uri="{BB962C8B-B14F-4D97-AF65-F5344CB8AC3E}">
        <p14:creationId xmlns:p14="http://schemas.microsoft.com/office/powerpoint/2010/main" val="248387135"/>
      </p:ext>
    </p:extLst>
  </p:cSld>
</p:sld>
</file>

<file path=ppt/slides/slide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item-72">
            <a:extLst xmlns:a="http://schemas.openxmlformats.org/drawingml/2006/main">
              <a:ext uri="{FF2B5EF4-FFF2-40B4-BE49-F238E27FC236}">
                <a16:creationId xmlns:a16="http://schemas.microsoft.com/office/drawing/2014/main" id="{43D6891F-EF36-4AEA-AFD5-C9A95C15410D}"/>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Operations and administration</a:t>
            </a:r>
          </a:p>
        </p:txBody>
      </p:sp>
      <p:sp>
        <p:nvSpPr>
          <p:cNvPr id="2" name="item-73">
            <a:extLst xmlns:a="http://schemas.openxmlformats.org/drawingml/2006/main">
              <a:ext uri="{FF2B5EF4-FFF2-40B4-BE49-F238E27FC236}">
                <a16:creationId xmlns:a16="http://schemas.microsoft.com/office/drawing/2014/main" id="{D33408B2-D85C-4E11-BB8A-154156DFFD21}"/>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74">
            <a:extLst xmlns:a="http://schemas.openxmlformats.org/drawingml/2006/main">
              <a:ext uri="{FF2B5EF4-FFF2-40B4-BE49-F238E27FC236}">
                <a16:creationId xmlns:a16="http://schemas.microsoft.com/office/drawing/2014/main" id="{5755B594-DEE5-4D87-BCBF-985BD6841E4B}"/>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5</a:t>
            </a:r>
          </a:p>
        </p:txBody>
      </p:sp>
      <p:sp>
        <p:nvSpPr>
          <p:cNvPr id="4" name="item-75">
            <a:extLst xmlns:a="http://schemas.openxmlformats.org/drawingml/2006/main">
              <a:ext uri="{FF2B5EF4-FFF2-40B4-BE49-F238E27FC236}">
                <a16:creationId xmlns:a16="http://schemas.microsoft.com/office/drawing/2014/main" id="{54387246-FB9B-4DA1-881E-6217F3B0AAD3}"/>
              </a:ext>
            </a:extLst>
          </p:cNvPr>
          <p:cNvSpPr>
            <a:spLocks xmlns:a="http://schemas.openxmlformats.org/drawingml/2006/main" noGrp="1"/>
          </p:cNvSpPr>
          <p:nvPr/>
        </p:nvSpPr>
        <p:spPr>
          <a:xfrm xmlns:a="http://schemas.openxmlformats.org/drawingml/2006/main">
            <a:off x="762000" y="12668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Possible workflows to scope and verify</a:t>
            </a:r>
          </a:p>
        </p:txBody>
      </p:sp>
      <p:sp>
        <p:nvSpPr>
          <p:cNvPr id="5" name="item-76">
            <a:extLst xmlns:a="http://schemas.openxmlformats.org/drawingml/2006/main">
              <a:ext uri="{FF2B5EF4-FFF2-40B4-BE49-F238E27FC236}">
                <a16:creationId xmlns:a16="http://schemas.microsoft.com/office/drawing/2014/main" id="{9A5A8172-C1D4-464C-8E77-73E62A5BA2BD}"/>
              </a:ext>
            </a:extLst>
          </p:cNvPr>
          <p:cNvSpPr>
            <a:spLocks xmlns:a="http://schemas.openxmlformats.org/drawingml/2006/main" noGrp="1"/>
          </p:cNvSpPr>
          <p:nvPr/>
        </p:nvSpPr>
        <p:spPr>
          <a:xfrm xmlns:a="http://schemas.openxmlformats.org/drawingml/2006/main">
            <a:off x="809625" y="20383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6" name="item-77">
            <a:extLst xmlns:a="http://schemas.openxmlformats.org/drawingml/2006/main">
              <a:ext uri="{FF2B5EF4-FFF2-40B4-BE49-F238E27FC236}">
                <a16:creationId xmlns:a16="http://schemas.microsoft.com/office/drawing/2014/main" id="{00735E66-16D2-4041-BFD4-6E9FB15E5CA0}"/>
              </a:ext>
            </a:extLst>
          </p:cNvPr>
          <p:cNvSpPr>
            <a:spLocks xmlns:a="http://schemas.openxmlformats.org/drawingml/2006/main" noGrp="1"/>
          </p:cNvSpPr>
          <p:nvPr/>
        </p:nvSpPr>
        <p:spPr>
          <a:xfrm xmlns:a="http://schemas.openxmlformats.org/drawingml/2006/main">
            <a:off x="69532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9</a:t>
            </a:r>
          </a:p>
        </p:txBody>
      </p:sp>
      <p:sp>
        <p:nvSpPr>
          <p:cNvPr id="7" name="item-78">
            <a:extLst xmlns:a="http://schemas.openxmlformats.org/drawingml/2006/main">
              <a:ext uri="{FF2B5EF4-FFF2-40B4-BE49-F238E27FC236}">
                <a16:creationId xmlns:a16="http://schemas.microsoft.com/office/drawing/2014/main" id="{F47D3DCC-450F-4692-B098-BD5EB4B9A683}"/>
              </a:ext>
            </a:extLst>
          </p:cNvPr>
          <p:cNvSpPr>
            <a:spLocks xmlns:a="http://schemas.openxmlformats.org/drawingml/2006/main" noGrp="1"/>
          </p:cNvSpPr>
          <p:nvPr/>
        </p:nvSpPr>
        <p:spPr>
          <a:xfrm xmlns:a="http://schemas.openxmlformats.org/drawingml/2006/main">
            <a:off x="136207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Export a filtered order list</a:t>
            </a:r>
          </a:p>
        </p:txBody>
      </p:sp>
      <p:sp>
        <p:nvSpPr>
          <p:cNvPr id="8" name="item-79">
            <a:extLst xmlns:a="http://schemas.openxmlformats.org/drawingml/2006/main">
              <a:ext uri="{FF2B5EF4-FFF2-40B4-BE49-F238E27FC236}">
                <a16:creationId xmlns:a16="http://schemas.microsoft.com/office/drawing/2014/main" id="{6D3B71A8-10BC-4C6C-AC49-C8A5BD640035}"/>
              </a:ext>
            </a:extLst>
          </p:cNvPr>
          <p:cNvSpPr>
            <a:spLocks xmlns:a="http://schemas.openxmlformats.org/drawingml/2006/main" noGrp="1"/>
          </p:cNvSpPr>
          <p:nvPr/>
        </p:nvSpPr>
        <p:spPr>
          <a:xfrm xmlns:a="http://schemas.openxmlformats.org/drawingml/2006/main">
            <a:off x="809625" y="30670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9" name="item-80">
            <a:extLst xmlns:a="http://schemas.openxmlformats.org/drawingml/2006/main">
              <a:ext uri="{FF2B5EF4-FFF2-40B4-BE49-F238E27FC236}">
                <a16:creationId xmlns:a16="http://schemas.microsoft.com/office/drawing/2014/main" id="{61556373-9871-4CA8-BACF-A680728A55B6}"/>
              </a:ext>
            </a:extLst>
          </p:cNvPr>
          <p:cNvSpPr>
            <a:spLocks xmlns:a="http://schemas.openxmlformats.org/drawingml/2006/main" noGrp="1"/>
          </p:cNvSpPr>
          <p:nvPr/>
        </p:nvSpPr>
        <p:spPr>
          <a:xfrm xmlns:a="http://schemas.openxmlformats.org/drawingml/2006/main">
            <a:off x="69532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10</a:t>
            </a:r>
          </a:p>
        </p:txBody>
      </p:sp>
      <p:sp>
        <p:nvSpPr>
          <p:cNvPr id="10" name="item-81">
            <a:extLst xmlns:a="http://schemas.openxmlformats.org/drawingml/2006/main">
              <a:ext uri="{FF2B5EF4-FFF2-40B4-BE49-F238E27FC236}">
                <a16:creationId xmlns:a16="http://schemas.microsoft.com/office/drawing/2014/main" id="{68DCCA00-81E8-4164-AA2C-B91C4EBE0F48}"/>
              </a:ext>
            </a:extLst>
          </p:cNvPr>
          <p:cNvSpPr>
            <a:spLocks xmlns:a="http://schemas.openxmlformats.org/drawingml/2006/main" noGrp="1"/>
          </p:cNvSpPr>
          <p:nvPr/>
        </p:nvSpPr>
        <p:spPr>
          <a:xfrm xmlns:a="http://schemas.openxmlformats.org/drawingml/2006/main">
            <a:off x="136207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Reconcile a dashboard with its download</a:t>
            </a:r>
          </a:p>
        </p:txBody>
      </p:sp>
      <p:sp>
        <p:nvSpPr>
          <p:cNvPr id="11" name="item-82">
            <a:extLst xmlns:a="http://schemas.openxmlformats.org/drawingml/2006/main">
              <a:ext uri="{FF2B5EF4-FFF2-40B4-BE49-F238E27FC236}">
                <a16:creationId xmlns:a16="http://schemas.microsoft.com/office/drawing/2014/main" id="{5FBCA200-E5F7-48BE-B299-427D26B1288B}"/>
              </a:ext>
            </a:extLst>
          </p:cNvPr>
          <p:cNvSpPr>
            <a:spLocks xmlns:a="http://schemas.openxmlformats.org/drawingml/2006/main" noGrp="1"/>
          </p:cNvSpPr>
          <p:nvPr/>
        </p:nvSpPr>
        <p:spPr>
          <a:xfrm xmlns:a="http://schemas.openxmlformats.org/drawingml/2006/main">
            <a:off x="809625" y="40957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2" name="item-83">
            <a:extLst xmlns:a="http://schemas.openxmlformats.org/drawingml/2006/main">
              <a:ext uri="{FF2B5EF4-FFF2-40B4-BE49-F238E27FC236}">
                <a16:creationId xmlns:a16="http://schemas.microsoft.com/office/drawing/2014/main" id="{8FD6BFB3-4631-45B6-B076-C66E93F6A8D9}"/>
              </a:ext>
            </a:extLst>
          </p:cNvPr>
          <p:cNvSpPr>
            <a:spLocks xmlns:a="http://schemas.openxmlformats.org/drawingml/2006/main" noGrp="1"/>
          </p:cNvSpPr>
          <p:nvPr/>
        </p:nvSpPr>
        <p:spPr>
          <a:xfrm xmlns:a="http://schemas.openxmlformats.org/drawingml/2006/main">
            <a:off x="69532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11</a:t>
            </a:r>
          </a:p>
        </p:txBody>
      </p:sp>
      <p:sp>
        <p:nvSpPr>
          <p:cNvPr id="13" name="item-84">
            <a:extLst xmlns:a="http://schemas.openxmlformats.org/drawingml/2006/main">
              <a:ext uri="{FF2B5EF4-FFF2-40B4-BE49-F238E27FC236}">
                <a16:creationId xmlns:a16="http://schemas.microsoft.com/office/drawing/2014/main" id="{132B49E5-A1A0-49CD-8428-9AFC638D6D7F}"/>
              </a:ext>
            </a:extLst>
          </p:cNvPr>
          <p:cNvSpPr>
            <a:spLocks xmlns:a="http://schemas.openxmlformats.org/drawingml/2006/main" noGrp="1"/>
          </p:cNvSpPr>
          <p:nvPr/>
        </p:nvSpPr>
        <p:spPr>
          <a:xfrm xmlns:a="http://schemas.openxmlformats.org/drawingml/2006/main">
            <a:off x="136207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an inventory exception</a:t>
            </a:r>
          </a:p>
        </p:txBody>
      </p:sp>
      <p:sp>
        <p:nvSpPr>
          <p:cNvPr id="14" name="item-85">
            <a:extLst xmlns:a="http://schemas.openxmlformats.org/drawingml/2006/main">
              <a:ext uri="{FF2B5EF4-FFF2-40B4-BE49-F238E27FC236}">
                <a16:creationId xmlns:a16="http://schemas.microsoft.com/office/drawing/2014/main" id="{FEEED77E-27A6-4DCC-B3B8-2550F5E14067}"/>
              </a:ext>
            </a:extLst>
          </p:cNvPr>
          <p:cNvSpPr>
            <a:spLocks xmlns:a="http://schemas.openxmlformats.org/drawingml/2006/main" noGrp="1"/>
          </p:cNvSpPr>
          <p:nvPr/>
        </p:nvSpPr>
        <p:spPr>
          <a:xfrm xmlns:a="http://schemas.openxmlformats.org/drawingml/2006/main">
            <a:off x="809625" y="51244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5" name="item-86">
            <a:extLst xmlns:a="http://schemas.openxmlformats.org/drawingml/2006/main">
              <a:ext uri="{FF2B5EF4-FFF2-40B4-BE49-F238E27FC236}">
                <a16:creationId xmlns:a16="http://schemas.microsoft.com/office/drawing/2014/main" id="{E866BB7B-8F57-46D2-8707-66AD7693A48C}"/>
              </a:ext>
            </a:extLst>
          </p:cNvPr>
          <p:cNvSpPr>
            <a:spLocks xmlns:a="http://schemas.openxmlformats.org/drawingml/2006/main" noGrp="1"/>
          </p:cNvSpPr>
          <p:nvPr/>
        </p:nvSpPr>
        <p:spPr>
          <a:xfrm xmlns:a="http://schemas.openxmlformats.org/drawingml/2006/main">
            <a:off x="69532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12</a:t>
            </a:r>
          </a:p>
        </p:txBody>
      </p:sp>
      <p:sp>
        <p:nvSpPr>
          <p:cNvPr id="16" name="item-87">
            <a:extLst xmlns:a="http://schemas.openxmlformats.org/drawingml/2006/main">
              <a:ext uri="{FF2B5EF4-FFF2-40B4-BE49-F238E27FC236}">
                <a16:creationId xmlns:a16="http://schemas.microsoft.com/office/drawing/2014/main" id="{12C06B8A-8635-4631-A18E-F2863ABCBB56}"/>
              </a:ext>
            </a:extLst>
          </p:cNvPr>
          <p:cNvSpPr>
            <a:spLocks xmlns:a="http://schemas.openxmlformats.org/drawingml/2006/main" noGrp="1"/>
          </p:cNvSpPr>
          <p:nvPr/>
        </p:nvSpPr>
        <p:spPr>
          <a:xfrm xmlns:a="http://schemas.openxmlformats.org/drawingml/2006/main">
            <a:off x="136207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Move approved data between apps</a:t>
            </a:r>
          </a:p>
        </p:txBody>
      </p:sp>
      <p:sp>
        <p:nvSpPr>
          <p:cNvPr id="17" name="item-88">
            <a:extLst xmlns:a="http://schemas.openxmlformats.org/drawingml/2006/main">
              <a:ext uri="{FF2B5EF4-FFF2-40B4-BE49-F238E27FC236}">
                <a16:creationId xmlns:a16="http://schemas.microsoft.com/office/drawing/2014/main" id="{3C5F07DE-5DE0-44EB-A2CF-327F9CCEAABF}"/>
              </a:ext>
            </a:extLst>
          </p:cNvPr>
          <p:cNvSpPr>
            <a:spLocks xmlns:a="http://schemas.openxmlformats.org/drawingml/2006/main" noGrp="1"/>
          </p:cNvSpPr>
          <p:nvPr/>
        </p:nvSpPr>
        <p:spPr>
          <a:xfrm xmlns:a="http://schemas.openxmlformats.org/drawingml/2006/main">
            <a:off x="6429375" y="20383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8" name="item-89">
            <a:extLst xmlns:a="http://schemas.openxmlformats.org/drawingml/2006/main">
              <a:ext uri="{FF2B5EF4-FFF2-40B4-BE49-F238E27FC236}">
                <a16:creationId xmlns:a16="http://schemas.microsoft.com/office/drawing/2014/main" id="{0388D6F9-73D1-45AB-A258-BACEBAAAD907}"/>
              </a:ext>
            </a:extLst>
          </p:cNvPr>
          <p:cNvSpPr>
            <a:spLocks xmlns:a="http://schemas.openxmlformats.org/drawingml/2006/main" noGrp="1"/>
          </p:cNvSpPr>
          <p:nvPr/>
        </p:nvSpPr>
        <p:spPr>
          <a:xfrm xmlns:a="http://schemas.openxmlformats.org/drawingml/2006/main">
            <a:off x="63150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13</a:t>
            </a:r>
          </a:p>
        </p:txBody>
      </p:sp>
      <p:sp>
        <p:nvSpPr>
          <p:cNvPr id="19" name="item-90">
            <a:extLst xmlns:a="http://schemas.openxmlformats.org/drawingml/2006/main">
              <a:ext uri="{FF2B5EF4-FFF2-40B4-BE49-F238E27FC236}">
                <a16:creationId xmlns:a16="http://schemas.microsoft.com/office/drawing/2014/main" id="{67332853-715B-4C68-9D90-1B22C23611A2}"/>
              </a:ext>
            </a:extLst>
          </p:cNvPr>
          <p:cNvSpPr>
            <a:spLocks xmlns:a="http://schemas.openxmlformats.org/drawingml/2006/main" noGrp="1"/>
          </p:cNvSpPr>
          <p:nvPr/>
        </p:nvSpPr>
        <p:spPr>
          <a:xfrm xmlns:a="http://schemas.openxmlformats.org/drawingml/2006/main">
            <a:off x="698182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Prepare a service-booking request</a:t>
            </a:r>
          </a:p>
        </p:txBody>
      </p:sp>
      <p:sp>
        <p:nvSpPr>
          <p:cNvPr id="20" name="item-91">
            <a:extLst xmlns:a="http://schemas.openxmlformats.org/drawingml/2006/main">
              <a:ext uri="{FF2B5EF4-FFF2-40B4-BE49-F238E27FC236}">
                <a16:creationId xmlns:a16="http://schemas.microsoft.com/office/drawing/2014/main" id="{8FA9B47E-C170-44C0-99F8-A33181E37573}"/>
              </a:ext>
            </a:extLst>
          </p:cNvPr>
          <p:cNvSpPr>
            <a:spLocks xmlns:a="http://schemas.openxmlformats.org/drawingml/2006/main" noGrp="1"/>
          </p:cNvSpPr>
          <p:nvPr/>
        </p:nvSpPr>
        <p:spPr>
          <a:xfrm xmlns:a="http://schemas.openxmlformats.org/drawingml/2006/main">
            <a:off x="6429375" y="30670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21" name="item-92">
            <a:extLst xmlns:a="http://schemas.openxmlformats.org/drawingml/2006/main">
              <a:ext uri="{FF2B5EF4-FFF2-40B4-BE49-F238E27FC236}">
                <a16:creationId xmlns:a16="http://schemas.microsoft.com/office/drawing/2014/main" id="{F341A53B-A4E6-4E79-8499-4552EF94F3B1}"/>
              </a:ext>
            </a:extLst>
          </p:cNvPr>
          <p:cNvSpPr>
            <a:spLocks xmlns:a="http://schemas.openxmlformats.org/drawingml/2006/main" noGrp="1"/>
          </p:cNvSpPr>
          <p:nvPr/>
        </p:nvSpPr>
        <p:spPr>
          <a:xfrm xmlns:a="http://schemas.openxmlformats.org/drawingml/2006/main">
            <a:off x="631507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14</a:t>
            </a:r>
          </a:p>
        </p:txBody>
      </p:sp>
      <p:sp>
        <p:nvSpPr>
          <p:cNvPr id="22" name="item-93">
            <a:extLst xmlns:a="http://schemas.openxmlformats.org/drawingml/2006/main">
              <a:ext uri="{FF2B5EF4-FFF2-40B4-BE49-F238E27FC236}">
                <a16:creationId xmlns:a16="http://schemas.microsoft.com/office/drawing/2014/main" id="{41560D3D-D7CD-46E6-BC6E-6B039685DE73}"/>
              </a:ext>
            </a:extLst>
          </p:cNvPr>
          <p:cNvSpPr>
            <a:spLocks xmlns:a="http://schemas.openxmlformats.org/drawingml/2006/main" noGrp="1"/>
          </p:cNvSpPr>
          <p:nvPr/>
        </p:nvSpPr>
        <p:spPr>
          <a:xfrm xmlns:a="http://schemas.openxmlformats.org/drawingml/2006/main">
            <a:off x="698182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an onboarding checklist</a:t>
            </a:r>
          </a:p>
        </p:txBody>
      </p:sp>
      <p:sp>
        <p:nvSpPr>
          <p:cNvPr id="23" name="item-94">
            <a:extLst xmlns:a="http://schemas.openxmlformats.org/drawingml/2006/main">
              <a:ext uri="{FF2B5EF4-FFF2-40B4-BE49-F238E27FC236}">
                <a16:creationId xmlns:a16="http://schemas.microsoft.com/office/drawing/2014/main" id="{D9489828-4410-4FCD-8094-D76E2C509C2C}"/>
              </a:ext>
            </a:extLst>
          </p:cNvPr>
          <p:cNvSpPr>
            <a:spLocks xmlns:a="http://schemas.openxmlformats.org/drawingml/2006/main" noGrp="1"/>
          </p:cNvSpPr>
          <p:nvPr/>
        </p:nvSpPr>
        <p:spPr>
          <a:xfrm xmlns:a="http://schemas.openxmlformats.org/drawingml/2006/main">
            <a:off x="6429375" y="40957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24" name="item-95">
            <a:extLst xmlns:a="http://schemas.openxmlformats.org/drawingml/2006/main">
              <a:ext uri="{FF2B5EF4-FFF2-40B4-BE49-F238E27FC236}">
                <a16:creationId xmlns:a16="http://schemas.microsoft.com/office/drawing/2014/main" id="{214D8544-E833-49D6-888F-F93E8C622159}"/>
              </a:ext>
            </a:extLst>
          </p:cNvPr>
          <p:cNvSpPr>
            <a:spLocks xmlns:a="http://schemas.openxmlformats.org/drawingml/2006/main" noGrp="1"/>
          </p:cNvSpPr>
          <p:nvPr/>
        </p:nvSpPr>
        <p:spPr>
          <a:xfrm xmlns:a="http://schemas.openxmlformats.org/drawingml/2006/main">
            <a:off x="631507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15</a:t>
            </a:r>
          </a:p>
        </p:txBody>
      </p:sp>
      <p:sp>
        <p:nvSpPr>
          <p:cNvPr id="25" name="item-96">
            <a:extLst xmlns:a="http://schemas.openxmlformats.org/drawingml/2006/main">
              <a:ext uri="{FF2B5EF4-FFF2-40B4-BE49-F238E27FC236}">
                <a16:creationId xmlns:a16="http://schemas.microsoft.com/office/drawing/2014/main" id="{D579A71B-E1BA-46CC-99BA-2732C8C010E4}"/>
              </a:ext>
            </a:extLst>
          </p:cNvPr>
          <p:cNvSpPr>
            <a:spLocks xmlns:a="http://schemas.openxmlformats.org/drawingml/2006/main" noGrp="1"/>
          </p:cNvSpPr>
          <p:nvPr/>
        </p:nvSpPr>
        <p:spPr>
          <a:xfrm xmlns:a="http://schemas.openxmlformats.org/drawingml/2006/main">
            <a:off x="698182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Organize files through an app</a:t>
            </a:r>
          </a:p>
        </p:txBody>
      </p:sp>
      <p:sp>
        <p:nvSpPr>
          <p:cNvPr id="26" name="item-97">
            <a:extLst xmlns:a="http://schemas.openxmlformats.org/drawingml/2006/main">
              <a:ext uri="{FF2B5EF4-FFF2-40B4-BE49-F238E27FC236}">
                <a16:creationId xmlns:a16="http://schemas.microsoft.com/office/drawing/2014/main" id="{B5A4CCED-294A-4F0F-8F61-56C175256B25}"/>
              </a:ext>
            </a:extLst>
          </p:cNvPr>
          <p:cNvSpPr>
            <a:spLocks xmlns:a="http://schemas.openxmlformats.org/drawingml/2006/main" noGrp="1"/>
          </p:cNvSpPr>
          <p:nvPr/>
        </p:nvSpPr>
        <p:spPr>
          <a:xfrm xmlns:a="http://schemas.openxmlformats.org/drawingml/2006/main">
            <a:off x="6429375" y="51244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27" name="item-98">
            <a:extLst xmlns:a="http://schemas.openxmlformats.org/drawingml/2006/main">
              <a:ext uri="{FF2B5EF4-FFF2-40B4-BE49-F238E27FC236}">
                <a16:creationId xmlns:a16="http://schemas.microsoft.com/office/drawing/2014/main" id="{EF0F5450-66E0-4874-9809-510EE3BDB46E}"/>
              </a:ext>
            </a:extLst>
          </p:cNvPr>
          <p:cNvSpPr>
            <a:spLocks xmlns:a="http://schemas.openxmlformats.org/drawingml/2006/main" noGrp="1"/>
          </p:cNvSpPr>
          <p:nvPr/>
        </p:nvSpPr>
        <p:spPr>
          <a:xfrm xmlns:a="http://schemas.openxmlformats.org/drawingml/2006/main">
            <a:off x="631507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16</a:t>
            </a:r>
          </a:p>
        </p:txBody>
      </p:sp>
      <p:sp>
        <p:nvSpPr>
          <p:cNvPr id="28" name="item-99">
            <a:extLst xmlns:a="http://schemas.openxmlformats.org/drawingml/2006/main">
              <a:ext uri="{FF2B5EF4-FFF2-40B4-BE49-F238E27FC236}">
                <a16:creationId xmlns:a16="http://schemas.microsoft.com/office/drawing/2014/main" id="{F4531BFC-41DF-44F2-818F-E7D51497215E}"/>
              </a:ext>
            </a:extLst>
          </p:cNvPr>
          <p:cNvSpPr>
            <a:spLocks xmlns:a="http://schemas.openxmlformats.org/drawingml/2006/main" noGrp="1"/>
          </p:cNvSpPr>
          <p:nvPr/>
        </p:nvSpPr>
        <p:spPr>
          <a:xfrm xmlns:a="http://schemas.openxmlformats.org/drawingml/2006/main">
            <a:off x="698182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Inspect a recurring report before delivery</a:t>
            </a:r>
          </a:p>
        </p:txBody>
      </p:sp>
    </p:spTree>
    <p:extLst>
      <p:ext uri="{BB962C8B-B14F-4D97-AF65-F5344CB8AC3E}">
        <p14:creationId xmlns:p14="http://schemas.microsoft.com/office/powerpoint/2010/main" val="953835446"/>
      </p:ext>
    </p:extLst>
  </p:cSld>
</p:sld>
</file>

<file path=ppt/slides/slide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item-100">
            <a:extLst xmlns:a="http://schemas.openxmlformats.org/drawingml/2006/main">
              <a:ext uri="{FF2B5EF4-FFF2-40B4-BE49-F238E27FC236}">
                <a16:creationId xmlns:a16="http://schemas.microsoft.com/office/drawing/2014/main" id="{7209D2A7-DF74-495C-8A3C-7E45879AEC1C}"/>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Finance and procurement</a:t>
            </a:r>
          </a:p>
        </p:txBody>
      </p:sp>
      <p:sp>
        <p:nvSpPr>
          <p:cNvPr id="2" name="item-101">
            <a:extLst xmlns:a="http://schemas.openxmlformats.org/drawingml/2006/main">
              <a:ext uri="{FF2B5EF4-FFF2-40B4-BE49-F238E27FC236}">
                <a16:creationId xmlns:a16="http://schemas.microsoft.com/office/drawing/2014/main" id="{B7672B3E-7F8C-4ADA-A424-54ED1F8B97A1}"/>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102">
            <a:extLst xmlns:a="http://schemas.openxmlformats.org/drawingml/2006/main">
              <a:ext uri="{FF2B5EF4-FFF2-40B4-BE49-F238E27FC236}">
                <a16:creationId xmlns:a16="http://schemas.microsoft.com/office/drawing/2014/main" id="{FC27492C-4F79-4099-9D74-FE3EBB1B4FB6}"/>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6</a:t>
            </a:r>
          </a:p>
        </p:txBody>
      </p:sp>
      <p:sp>
        <p:nvSpPr>
          <p:cNvPr id="4" name="item-103">
            <a:extLst xmlns:a="http://schemas.openxmlformats.org/drawingml/2006/main">
              <a:ext uri="{FF2B5EF4-FFF2-40B4-BE49-F238E27FC236}">
                <a16:creationId xmlns:a16="http://schemas.microsoft.com/office/drawing/2014/main" id="{67770C50-5252-41E6-8792-216EE4C3AB9B}"/>
              </a:ext>
            </a:extLst>
          </p:cNvPr>
          <p:cNvSpPr>
            <a:spLocks xmlns:a="http://schemas.openxmlformats.org/drawingml/2006/main" noGrp="1"/>
          </p:cNvSpPr>
          <p:nvPr/>
        </p:nvSpPr>
        <p:spPr>
          <a:xfrm xmlns:a="http://schemas.openxmlformats.org/drawingml/2006/main">
            <a:off x="762000" y="12668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B98030"/>
                </a:solidFill>
                <a:latin typeface="Arial"/>
                <a:ea typeface="Arial"/>
                <a:cs typeface="Arial"/>
              </a:defRPr>
            </a:defPPr>
            <a:lvl1pPr algn="l">
              <a:defRPr sz="1725" b="0">
                <a:solidFill>
                  <a:srgbClr val="B98030"/>
                </a:solidFill>
                <a:latin typeface="Arial"/>
                <a:ea typeface="Arial"/>
                <a:cs typeface="Arial"/>
              </a:defRPr>
            </a:lvl1pPr>
            <a:lvl2pPr algn="l">
              <a:defRPr sz="1725" b="0">
                <a:solidFill>
                  <a:srgbClr val="B98030"/>
                </a:solidFill>
                <a:latin typeface="Arial"/>
                <a:ea typeface="Arial"/>
                <a:cs typeface="Arial"/>
              </a:defRPr>
            </a:lvl2pPr>
            <a:lvl3pPr algn="l">
              <a:defRPr sz="1725" b="0">
                <a:solidFill>
                  <a:srgbClr val="B98030"/>
                </a:solidFill>
                <a:latin typeface="Arial"/>
                <a:ea typeface="Arial"/>
                <a:cs typeface="Arial"/>
              </a:defRPr>
            </a:lvl3pPr>
            <a:lvl4pPr algn="l">
              <a:defRPr sz="1725" b="0">
                <a:solidFill>
                  <a:srgbClr val="B98030"/>
                </a:solidFill>
                <a:latin typeface="Arial"/>
                <a:ea typeface="Arial"/>
                <a:cs typeface="Arial"/>
              </a:defRPr>
            </a:lvl4pPr>
            <a:lvl5pPr algn="l">
              <a:defRPr sz="1725" b="0">
                <a:solidFill>
                  <a:srgbClr val="B98030"/>
                </a:solidFill>
                <a:latin typeface="Arial"/>
                <a:ea typeface="Arial"/>
                <a:cs typeface="Arial"/>
              </a:defRPr>
            </a:lvl5pPr>
            <a:lvl6pPr algn="l">
              <a:defRPr sz="1725" b="0">
                <a:solidFill>
                  <a:srgbClr val="B98030"/>
                </a:solidFill>
                <a:latin typeface="Arial"/>
                <a:ea typeface="Arial"/>
                <a:cs typeface="Arial"/>
              </a:defRPr>
            </a:lvl6pPr>
            <a:lvl7pPr algn="l">
              <a:defRPr sz="1725" b="0">
                <a:solidFill>
                  <a:srgbClr val="B98030"/>
                </a:solidFill>
                <a:latin typeface="Arial"/>
                <a:ea typeface="Arial"/>
                <a:cs typeface="Arial"/>
              </a:defRPr>
            </a:lvl7pPr>
            <a:lvl8pPr algn="l">
              <a:defRPr sz="1725" b="0">
                <a:solidFill>
                  <a:srgbClr val="B98030"/>
                </a:solidFill>
                <a:latin typeface="Arial"/>
                <a:ea typeface="Arial"/>
                <a:cs typeface="Arial"/>
              </a:defRPr>
            </a:lvl8pPr>
            <a:lvl9pPr algn="l">
              <a:defRPr sz="1725" b="0">
                <a:solidFill>
                  <a:srgbClr val="B98030"/>
                </a:solidFill>
                <a:latin typeface="Arial"/>
                <a:ea typeface="Arial"/>
                <a:cs typeface="Arial"/>
              </a:defRPr>
            </a:lvl9pPr>
          </a:lstStyle>
          <a:p xmlns:a="http://schemas.openxmlformats.org/drawingml/2006/main">
            <a:pPr algn="l">
              <a:defRPr sz="1725" b="0">
                <a:solidFill>
                  <a:srgbClr val="B98030"/>
                </a:solidFill>
                <a:latin typeface="Arial"/>
                <a:ea typeface="Arial"/>
                <a:cs typeface="Arial"/>
              </a:defRPr>
            </a:pPr>
            <a:r>
              <a:rPr sz="1725" b="0">
                <a:solidFill>
                  <a:srgbClr val="B98030"/>
                </a:solidFill>
                <a:latin typeface="Arial"/>
                <a:ea typeface="Arial"/>
                <a:cs typeface="Arial"/>
              </a:rPr>
              <a:t>Possible workflows to scope and verify</a:t>
            </a:r>
          </a:p>
        </p:txBody>
      </p:sp>
      <p:sp>
        <p:nvSpPr>
          <p:cNvPr id="5" name="item-104">
            <a:extLst xmlns:a="http://schemas.openxmlformats.org/drawingml/2006/main">
              <a:ext uri="{FF2B5EF4-FFF2-40B4-BE49-F238E27FC236}">
                <a16:creationId xmlns:a16="http://schemas.microsoft.com/office/drawing/2014/main" id="{A8F62CEA-10B9-4CBD-A11A-45624EE40253}"/>
              </a:ext>
            </a:extLst>
          </p:cNvPr>
          <p:cNvSpPr>
            <a:spLocks xmlns:a="http://schemas.openxmlformats.org/drawingml/2006/main" noGrp="1"/>
          </p:cNvSpPr>
          <p:nvPr/>
        </p:nvSpPr>
        <p:spPr>
          <a:xfrm xmlns:a="http://schemas.openxmlformats.org/drawingml/2006/main">
            <a:off x="809625" y="20383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6" name="item-105">
            <a:extLst xmlns:a="http://schemas.openxmlformats.org/drawingml/2006/main">
              <a:ext uri="{FF2B5EF4-FFF2-40B4-BE49-F238E27FC236}">
                <a16:creationId xmlns:a16="http://schemas.microsoft.com/office/drawing/2014/main" id="{825CD0BE-F9C0-42E7-9BF1-447EEBBBA76A}"/>
              </a:ext>
            </a:extLst>
          </p:cNvPr>
          <p:cNvSpPr>
            <a:spLocks xmlns:a="http://schemas.openxmlformats.org/drawingml/2006/main" noGrp="1"/>
          </p:cNvSpPr>
          <p:nvPr/>
        </p:nvSpPr>
        <p:spPr>
          <a:xfrm xmlns:a="http://schemas.openxmlformats.org/drawingml/2006/main">
            <a:off x="69532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17</a:t>
            </a:r>
          </a:p>
        </p:txBody>
      </p:sp>
      <p:sp>
        <p:nvSpPr>
          <p:cNvPr id="7" name="item-106">
            <a:extLst xmlns:a="http://schemas.openxmlformats.org/drawingml/2006/main">
              <a:ext uri="{FF2B5EF4-FFF2-40B4-BE49-F238E27FC236}">
                <a16:creationId xmlns:a16="http://schemas.microsoft.com/office/drawing/2014/main" id="{6C9870D9-8014-4DBC-BD55-1687CEDACFA4}"/>
              </a:ext>
            </a:extLst>
          </p:cNvPr>
          <p:cNvSpPr>
            <a:spLocks xmlns:a="http://schemas.openxmlformats.org/drawingml/2006/main" noGrp="1"/>
          </p:cNvSpPr>
          <p:nvPr/>
        </p:nvSpPr>
        <p:spPr>
          <a:xfrm xmlns:a="http://schemas.openxmlformats.org/drawingml/2006/main">
            <a:off x="136207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Download an approved invoice batch</a:t>
            </a:r>
          </a:p>
        </p:txBody>
      </p:sp>
      <p:sp>
        <p:nvSpPr>
          <p:cNvPr id="8" name="item-107">
            <a:extLst xmlns:a="http://schemas.openxmlformats.org/drawingml/2006/main">
              <a:ext uri="{FF2B5EF4-FFF2-40B4-BE49-F238E27FC236}">
                <a16:creationId xmlns:a16="http://schemas.microsoft.com/office/drawing/2014/main" id="{2DC00B3E-D480-4006-BF56-DFE23C742411}"/>
              </a:ext>
            </a:extLst>
          </p:cNvPr>
          <p:cNvSpPr>
            <a:spLocks xmlns:a="http://schemas.openxmlformats.org/drawingml/2006/main" noGrp="1"/>
          </p:cNvSpPr>
          <p:nvPr/>
        </p:nvSpPr>
        <p:spPr>
          <a:xfrm xmlns:a="http://schemas.openxmlformats.org/drawingml/2006/main">
            <a:off x="809625" y="30670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9" name="item-108">
            <a:extLst xmlns:a="http://schemas.openxmlformats.org/drawingml/2006/main">
              <a:ext uri="{FF2B5EF4-FFF2-40B4-BE49-F238E27FC236}">
                <a16:creationId xmlns:a16="http://schemas.microsoft.com/office/drawing/2014/main" id="{3C27D499-36FD-4D6D-AB9E-55C641B41EC0}"/>
              </a:ext>
            </a:extLst>
          </p:cNvPr>
          <p:cNvSpPr>
            <a:spLocks xmlns:a="http://schemas.openxmlformats.org/drawingml/2006/main" noGrp="1"/>
          </p:cNvSpPr>
          <p:nvPr/>
        </p:nvSpPr>
        <p:spPr>
          <a:xfrm xmlns:a="http://schemas.openxmlformats.org/drawingml/2006/main">
            <a:off x="69532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18</a:t>
            </a:r>
          </a:p>
        </p:txBody>
      </p:sp>
      <p:sp>
        <p:nvSpPr>
          <p:cNvPr id="10" name="item-109">
            <a:extLst xmlns:a="http://schemas.openxmlformats.org/drawingml/2006/main">
              <a:ext uri="{FF2B5EF4-FFF2-40B4-BE49-F238E27FC236}">
                <a16:creationId xmlns:a16="http://schemas.microsoft.com/office/drawing/2014/main" id="{ECBCD6FF-410F-443C-B847-A62B79AB2657}"/>
              </a:ext>
            </a:extLst>
          </p:cNvPr>
          <p:cNvSpPr>
            <a:spLocks xmlns:a="http://schemas.openxmlformats.org/drawingml/2006/main" noGrp="1"/>
          </p:cNvSpPr>
          <p:nvPr/>
        </p:nvSpPr>
        <p:spPr>
          <a:xfrm xmlns:a="http://schemas.openxmlformats.org/drawingml/2006/main">
            <a:off x="136207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Compare a purchase order with an invoice</a:t>
            </a:r>
          </a:p>
        </p:txBody>
      </p:sp>
      <p:sp>
        <p:nvSpPr>
          <p:cNvPr id="11" name="item-110">
            <a:extLst xmlns:a="http://schemas.openxmlformats.org/drawingml/2006/main">
              <a:ext uri="{FF2B5EF4-FFF2-40B4-BE49-F238E27FC236}">
                <a16:creationId xmlns:a16="http://schemas.microsoft.com/office/drawing/2014/main" id="{0B8F33B0-56DF-4431-AEDD-702680B8190D}"/>
              </a:ext>
            </a:extLst>
          </p:cNvPr>
          <p:cNvSpPr>
            <a:spLocks xmlns:a="http://schemas.openxmlformats.org/drawingml/2006/main" noGrp="1"/>
          </p:cNvSpPr>
          <p:nvPr/>
        </p:nvSpPr>
        <p:spPr>
          <a:xfrm xmlns:a="http://schemas.openxmlformats.org/drawingml/2006/main">
            <a:off x="809625" y="40957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12" name="item-111">
            <a:extLst xmlns:a="http://schemas.openxmlformats.org/drawingml/2006/main">
              <a:ext uri="{FF2B5EF4-FFF2-40B4-BE49-F238E27FC236}">
                <a16:creationId xmlns:a16="http://schemas.microsoft.com/office/drawing/2014/main" id="{F067C60A-3022-476F-9924-F92FBEB40B74}"/>
              </a:ext>
            </a:extLst>
          </p:cNvPr>
          <p:cNvSpPr>
            <a:spLocks xmlns:a="http://schemas.openxmlformats.org/drawingml/2006/main" noGrp="1"/>
          </p:cNvSpPr>
          <p:nvPr/>
        </p:nvSpPr>
        <p:spPr>
          <a:xfrm xmlns:a="http://schemas.openxmlformats.org/drawingml/2006/main">
            <a:off x="69532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19</a:t>
            </a:r>
          </a:p>
        </p:txBody>
      </p:sp>
      <p:sp>
        <p:nvSpPr>
          <p:cNvPr id="13" name="item-112">
            <a:extLst xmlns:a="http://schemas.openxmlformats.org/drawingml/2006/main">
              <a:ext uri="{FF2B5EF4-FFF2-40B4-BE49-F238E27FC236}">
                <a16:creationId xmlns:a16="http://schemas.microsoft.com/office/drawing/2014/main" id="{5FF78A4F-8338-4152-B5BB-FD2674CE319E}"/>
              </a:ext>
            </a:extLst>
          </p:cNvPr>
          <p:cNvSpPr>
            <a:spLocks xmlns:a="http://schemas.openxmlformats.org/drawingml/2006/main" noGrp="1"/>
          </p:cNvSpPr>
          <p:nvPr/>
        </p:nvSpPr>
        <p:spPr>
          <a:xfrm xmlns:a="http://schemas.openxmlformats.org/drawingml/2006/main">
            <a:off x="136207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Spot missing fields in expense claims</a:t>
            </a:r>
          </a:p>
        </p:txBody>
      </p:sp>
      <p:sp>
        <p:nvSpPr>
          <p:cNvPr id="14" name="item-113">
            <a:extLst xmlns:a="http://schemas.openxmlformats.org/drawingml/2006/main">
              <a:ext uri="{FF2B5EF4-FFF2-40B4-BE49-F238E27FC236}">
                <a16:creationId xmlns:a16="http://schemas.microsoft.com/office/drawing/2014/main" id="{CC35C7AC-8802-4A96-865D-C18F7A79597F}"/>
              </a:ext>
            </a:extLst>
          </p:cNvPr>
          <p:cNvSpPr>
            <a:spLocks xmlns:a="http://schemas.openxmlformats.org/drawingml/2006/main" noGrp="1"/>
          </p:cNvSpPr>
          <p:nvPr/>
        </p:nvSpPr>
        <p:spPr>
          <a:xfrm xmlns:a="http://schemas.openxmlformats.org/drawingml/2006/main">
            <a:off x="809625" y="51244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15" name="item-114">
            <a:extLst xmlns:a="http://schemas.openxmlformats.org/drawingml/2006/main">
              <a:ext uri="{FF2B5EF4-FFF2-40B4-BE49-F238E27FC236}">
                <a16:creationId xmlns:a16="http://schemas.microsoft.com/office/drawing/2014/main" id="{D863ACF8-4F4B-4ECC-A487-A35C84530565}"/>
              </a:ext>
            </a:extLst>
          </p:cNvPr>
          <p:cNvSpPr>
            <a:spLocks xmlns:a="http://schemas.openxmlformats.org/drawingml/2006/main" noGrp="1"/>
          </p:cNvSpPr>
          <p:nvPr/>
        </p:nvSpPr>
        <p:spPr>
          <a:xfrm xmlns:a="http://schemas.openxmlformats.org/drawingml/2006/main">
            <a:off x="69532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20</a:t>
            </a:r>
          </a:p>
        </p:txBody>
      </p:sp>
      <p:sp>
        <p:nvSpPr>
          <p:cNvPr id="16" name="item-115">
            <a:extLst xmlns:a="http://schemas.openxmlformats.org/drawingml/2006/main">
              <a:ext uri="{FF2B5EF4-FFF2-40B4-BE49-F238E27FC236}">
                <a16:creationId xmlns:a16="http://schemas.microsoft.com/office/drawing/2014/main" id="{1F27B3C7-0BF4-4E93-BD05-C464D15F5A41}"/>
              </a:ext>
            </a:extLst>
          </p:cNvPr>
          <p:cNvSpPr>
            <a:spLocks xmlns:a="http://schemas.openxmlformats.org/drawingml/2006/main" noGrp="1"/>
          </p:cNvSpPr>
          <p:nvPr/>
        </p:nvSpPr>
        <p:spPr>
          <a:xfrm xmlns:a="http://schemas.openxmlformats.org/drawingml/2006/main">
            <a:off x="136207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Review a billing portal</a:t>
            </a:r>
          </a:p>
        </p:txBody>
      </p:sp>
      <p:sp>
        <p:nvSpPr>
          <p:cNvPr id="17" name="item-116">
            <a:extLst xmlns:a="http://schemas.openxmlformats.org/drawingml/2006/main">
              <a:ext uri="{FF2B5EF4-FFF2-40B4-BE49-F238E27FC236}">
                <a16:creationId xmlns:a16="http://schemas.microsoft.com/office/drawing/2014/main" id="{43C5D830-70E2-4755-BEE8-8429400E38C5}"/>
              </a:ext>
            </a:extLst>
          </p:cNvPr>
          <p:cNvSpPr>
            <a:spLocks xmlns:a="http://schemas.openxmlformats.org/drawingml/2006/main" noGrp="1"/>
          </p:cNvSpPr>
          <p:nvPr/>
        </p:nvSpPr>
        <p:spPr>
          <a:xfrm xmlns:a="http://schemas.openxmlformats.org/drawingml/2006/main">
            <a:off x="6429375" y="20383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18" name="item-117">
            <a:extLst xmlns:a="http://schemas.openxmlformats.org/drawingml/2006/main">
              <a:ext uri="{FF2B5EF4-FFF2-40B4-BE49-F238E27FC236}">
                <a16:creationId xmlns:a16="http://schemas.microsoft.com/office/drawing/2014/main" id="{3D2EA441-0315-45A9-B3A4-F76645C5D883}"/>
              </a:ext>
            </a:extLst>
          </p:cNvPr>
          <p:cNvSpPr>
            <a:spLocks xmlns:a="http://schemas.openxmlformats.org/drawingml/2006/main" noGrp="1"/>
          </p:cNvSpPr>
          <p:nvPr/>
        </p:nvSpPr>
        <p:spPr>
          <a:xfrm xmlns:a="http://schemas.openxmlformats.org/drawingml/2006/main">
            <a:off x="63150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21</a:t>
            </a:r>
          </a:p>
        </p:txBody>
      </p:sp>
      <p:sp>
        <p:nvSpPr>
          <p:cNvPr id="19" name="item-118">
            <a:extLst xmlns:a="http://schemas.openxmlformats.org/drawingml/2006/main">
              <a:ext uri="{FF2B5EF4-FFF2-40B4-BE49-F238E27FC236}">
                <a16:creationId xmlns:a16="http://schemas.microsoft.com/office/drawing/2014/main" id="{C0BB01D8-B23E-4CF0-81F4-2079610157C4}"/>
              </a:ext>
            </a:extLst>
          </p:cNvPr>
          <p:cNvSpPr>
            <a:spLocks xmlns:a="http://schemas.openxmlformats.org/drawingml/2006/main" noGrp="1"/>
          </p:cNvSpPr>
          <p:nvPr/>
        </p:nvSpPr>
        <p:spPr>
          <a:xfrm xmlns:a="http://schemas.openxmlformats.org/drawingml/2006/main">
            <a:off x="698182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Collect supplier quote details</a:t>
            </a:r>
          </a:p>
        </p:txBody>
      </p:sp>
      <p:sp>
        <p:nvSpPr>
          <p:cNvPr id="20" name="item-119">
            <a:extLst xmlns:a="http://schemas.openxmlformats.org/drawingml/2006/main">
              <a:ext uri="{FF2B5EF4-FFF2-40B4-BE49-F238E27FC236}">
                <a16:creationId xmlns:a16="http://schemas.microsoft.com/office/drawing/2014/main" id="{ED3D9E08-D725-41AE-B101-08F998594B3B}"/>
              </a:ext>
            </a:extLst>
          </p:cNvPr>
          <p:cNvSpPr>
            <a:spLocks xmlns:a="http://schemas.openxmlformats.org/drawingml/2006/main" noGrp="1"/>
          </p:cNvSpPr>
          <p:nvPr/>
        </p:nvSpPr>
        <p:spPr>
          <a:xfrm xmlns:a="http://schemas.openxmlformats.org/drawingml/2006/main">
            <a:off x="6429375" y="30670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21" name="item-120">
            <a:extLst xmlns:a="http://schemas.openxmlformats.org/drawingml/2006/main">
              <a:ext uri="{FF2B5EF4-FFF2-40B4-BE49-F238E27FC236}">
                <a16:creationId xmlns:a16="http://schemas.microsoft.com/office/drawing/2014/main" id="{7DE3B8CC-C1D1-42F9-889B-E3113756C943}"/>
              </a:ext>
            </a:extLst>
          </p:cNvPr>
          <p:cNvSpPr>
            <a:spLocks xmlns:a="http://schemas.openxmlformats.org/drawingml/2006/main" noGrp="1"/>
          </p:cNvSpPr>
          <p:nvPr/>
        </p:nvSpPr>
        <p:spPr>
          <a:xfrm xmlns:a="http://schemas.openxmlformats.org/drawingml/2006/main">
            <a:off x="631507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22</a:t>
            </a:r>
          </a:p>
        </p:txBody>
      </p:sp>
      <p:sp>
        <p:nvSpPr>
          <p:cNvPr id="22" name="item-121">
            <a:extLst xmlns:a="http://schemas.openxmlformats.org/drawingml/2006/main">
              <a:ext uri="{FF2B5EF4-FFF2-40B4-BE49-F238E27FC236}">
                <a16:creationId xmlns:a16="http://schemas.microsoft.com/office/drawing/2014/main" id="{61C4C876-35A6-4254-A04E-25CAC4FCD5A2}"/>
              </a:ext>
            </a:extLst>
          </p:cNvPr>
          <p:cNvSpPr>
            <a:spLocks xmlns:a="http://schemas.openxmlformats.org/drawingml/2006/main" noGrp="1"/>
          </p:cNvSpPr>
          <p:nvPr/>
        </p:nvSpPr>
        <p:spPr>
          <a:xfrm xmlns:a="http://schemas.openxmlformats.org/drawingml/2006/main">
            <a:off x="698182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renewal dates across portals</a:t>
            </a:r>
          </a:p>
        </p:txBody>
      </p:sp>
      <p:sp>
        <p:nvSpPr>
          <p:cNvPr id="23" name="item-122">
            <a:extLst xmlns:a="http://schemas.openxmlformats.org/drawingml/2006/main">
              <a:ext uri="{FF2B5EF4-FFF2-40B4-BE49-F238E27FC236}">
                <a16:creationId xmlns:a16="http://schemas.microsoft.com/office/drawing/2014/main" id="{43F4AC72-6FC9-44F3-8708-B58BDA89F349}"/>
              </a:ext>
            </a:extLst>
          </p:cNvPr>
          <p:cNvSpPr>
            <a:spLocks xmlns:a="http://schemas.openxmlformats.org/drawingml/2006/main" noGrp="1"/>
          </p:cNvSpPr>
          <p:nvPr/>
        </p:nvSpPr>
        <p:spPr>
          <a:xfrm xmlns:a="http://schemas.openxmlformats.org/drawingml/2006/main">
            <a:off x="6429375" y="40957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24" name="item-123">
            <a:extLst xmlns:a="http://schemas.openxmlformats.org/drawingml/2006/main">
              <a:ext uri="{FF2B5EF4-FFF2-40B4-BE49-F238E27FC236}">
                <a16:creationId xmlns:a16="http://schemas.microsoft.com/office/drawing/2014/main" id="{AACBB946-AC2D-48B6-9D28-00745ACF47C8}"/>
              </a:ext>
            </a:extLst>
          </p:cNvPr>
          <p:cNvSpPr>
            <a:spLocks xmlns:a="http://schemas.openxmlformats.org/drawingml/2006/main" noGrp="1"/>
          </p:cNvSpPr>
          <p:nvPr/>
        </p:nvSpPr>
        <p:spPr>
          <a:xfrm xmlns:a="http://schemas.openxmlformats.org/drawingml/2006/main">
            <a:off x="631507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23</a:t>
            </a:r>
          </a:p>
        </p:txBody>
      </p:sp>
      <p:sp>
        <p:nvSpPr>
          <p:cNvPr id="25" name="item-124">
            <a:extLst xmlns:a="http://schemas.openxmlformats.org/drawingml/2006/main">
              <a:ext uri="{FF2B5EF4-FFF2-40B4-BE49-F238E27FC236}">
                <a16:creationId xmlns:a16="http://schemas.microsoft.com/office/drawing/2014/main" id="{B0AEB3EC-81A7-4FAE-95EF-76D1176CF273}"/>
              </a:ext>
            </a:extLst>
          </p:cNvPr>
          <p:cNvSpPr>
            <a:spLocks xmlns:a="http://schemas.openxmlformats.org/drawingml/2006/main" noGrp="1"/>
          </p:cNvSpPr>
          <p:nvPr/>
        </p:nvSpPr>
        <p:spPr>
          <a:xfrm xmlns:a="http://schemas.openxmlformats.org/drawingml/2006/main">
            <a:off x="698182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Prepare a purchasing request</a:t>
            </a:r>
          </a:p>
        </p:txBody>
      </p:sp>
      <p:sp>
        <p:nvSpPr>
          <p:cNvPr id="26" name="item-125">
            <a:extLst xmlns:a="http://schemas.openxmlformats.org/drawingml/2006/main">
              <a:ext uri="{FF2B5EF4-FFF2-40B4-BE49-F238E27FC236}">
                <a16:creationId xmlns:a16="http://schemas.microsoft.com/office/drawing/2014/main" id="{A8C01D3E-C9E6-47CA-9632-FAAFAD1E73CE}"/>
              </a:ext>
            </a:extLst>
          </p:cNvPr>
          <p:cNvSpPr>
            <a:spLocks xmlns:a="http://schemas.openxmlformats.org/drawingml/2006/main" noGrp="1"/>
          </p:cNvSpPr>
          <p:nvPr/>
        </p:nvSpPr>
        <p:spPr>
          <a:xfrm xmlns:a="http://schemas.openxmlformats.org/drawingml/2006/main">
            <a:off x="6429375" y="51244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27" name="item-126">
            <a:extLst xmlns:a="http://schemas.openxmlformats.org/drawingml/2006/main">
              <a:ext uri="{FF2B5EF4-FFF2-40B4-BE49-F238E27FC236}">
                <a16:creationId xmlns:a16="http://schemas.microsoft.com/office/drawing/2014/main" id="{D5868609-93D3-423C-9D07-0F8E7B88B012}"/>
              </a:ext>
            </a:extLst>
          </p:cNvPr>
          <p:cNvSpPr>
            <a:spLocks xmlns:a="http://schemas.openxmlformats.org/drawingml/2006/main" noGrp="1"/>
          </p:cNvSpPr>
          <p:nvPr/>
        </p:nvSpPr>
        <p:spPr>
          <a:xfrm xmlns:a="http://schemas.openxmlformats.org/drawingml/2006/main">
            <a:off x="631507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24</a:t>
            </a:r>
          </a:p>
        </p:txBody>
      </p:sp>
      <p:sp>
        <p:nvSpPr>
          <p:cNvPr id="28" name="item-127">
            <a:extLst xmlns:a="http://schemas.openxmlformats.org/drawingml/2006/main">
              <a:ext uri="{FF2B5EF4-FFF2-40B4-BE49-F238E27FC236}">
                <a16:creationId xmlns:a16="http://schemas.microsoft.com/office/drawing/2014/main" id="{C825527F-8C5C-4D96-962B-38D45F91FD5E}"/>
              </a:ext>
            </a:extLst>
          </p:cNvPr>
          <p:cNvSpPr>
            <a:spLocks xmlns:a="http://schemas.openxmlformats.org/drawingml/2006/main" noGrp="1"/>
          </p:cNvSpPr>
          <p:nvPr/>
        </p:nvSpPr>
        <p:spPr>
          <a:xfrm xmlns:a="http://schemas.openxmlformats.org/drawingml/2006/main">
            <a:off x="698182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Compare report totals with source records</a:t>
            </a:r>
          </a:p>
        </p:txBody>
      </p:sp>
    </p:spTree>
    <p:extLst>
      <p:ext uri="{BB962C8B-B14F-4D97-AF65-F5344CB8AC3E}">
        <p14:creationId xmlns:p14="http://schemas.microsoft.com/office/powerpoint/2010/main" val="7731564"/>
      </p:ext>
    </p:extLst>
  </p:cSld>
</p:sld>
</file>

<file path=ppt/slides/slide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item-128">
            <a:extLst xmlns:a="http://schemas.openxmlformats.org/drawingml/2006/main">
              <a:ext uri="{FF2B5EF4-FFF2-40B4-BE49-F238E27FC236}">
                <a16:creationId xmlns:a16="http://schemas.microsoft.com/office/drawing/2014/main" id="{E5AE2CA4-8586-4C7E-93C1-C00537CEE9E3}"/>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People and knowledge work</a:t>
            </a:r>
          </a:p>
        </p:txBody>
      </p:sp>
      <p:sp>
        <p:nvSpPr>
          <p:cNvPr id="2" name="item-129">
            <a:extLst xmlns:a="http://schemas.openxmlformats.org/drawingml/2006/main">
              <a:ext uri="{FF2B5EF4-FFF2-40B4-BE49-F238E27FC236}">
                <a16:creationId xmlns:a16="http://schemas.microsoft.com/office/drawing/2014/main" id="{B195D4FD-D82B-44CB-A061-99D3EF184A70}"/>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130">
            <a:extLst xmlns:a="http://schemas.openxmlformats.org/drawingml/2006/main">
              <a:ext uri="{FF2B5EF4-FFF2-40B4-BE49-F238E27FC236}">
                <a16:creationId xmlns:a16="http://schemas.microsoft.com/office/drawing/2014/main" id="{1A84A2BF-0074-416E-9021-473A4BA11928}"/>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7</a:t>
            </a:r>
          </a:p>
        </p:txBody>
      </p:sp>
      <p:sp>
        <p:nvSpPr>
          <p:cNvPr id="4" name="item-131">
            <a:extLst xmlns:a="http://schemas.openxmlformats.org/drawingml/2006/main">
              <a:ext uri="{FF2B5EF4-FFF2-40B4-BE49-F238E27FC236}">
                <a16:creationId xmlns:a16="http://schemas.microsoft.com/office/drawing/2014/main" id="{1F2D4994-2E59-43EE-839A-995978F92D3B}"/>
              </a:ext>
            </a:extLst>
          </p:cNvPr>
          <p:cNvSpPr>
            <a:spLocks xmlns:a="http://schemas.openxmlformats.org/drawingml/2006/main" noGrp="1"/>
          </p:cNvSpPr>
          <p:nvPr/>
        </p:nvSpPr>
        <p:spPr>
          <a:xfrm xmlns:a="http://schemas.openxmlformats.org/drawingml/2006/main">
            <a:off x="762000" y="12668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8872B3"/>
                </a:solidFill>
                <a:latin typeface="Arial"/>
                <a:ea typeface="Arial"/>
                <a:cs typeface="Arial"/>
              </a:defRPr>
            </a:defPPr>
            <a:lvl1pPr algn="l">
              <a:defRPr sz="1725" b="0">
                <a:solidFill>
                  <a:srgbClr val="8872B3"/>
                </a:solidFill>
                <a:latin typeface="Arial"/>
                <a:ea typeface="Arial"/>
                <a:cs typeface="Arial"/>
              </a:defRPr>
            </a:lvl1pPr>
            <a:lvl2pPr algn="l">
              <a:defRPr sz="1725" b="0">
                <a:solidFill>
                  <a:srgbClr val="8872B3"/>
                </a:solidFill>
                <a:latin typeface="Arial"/>
                <a:ea typeface="Arial"/>
                <a:cs typeface="Arial"/>
              </a:defRPr>
            </a:lvl2pPr>
            <a:lvl3pPr algn="l">
              <a:defRPr sz="1725" b="0">
                <a:solidFill>
                  <a:srgbClr val="8872B3"/>
                </a:solidFill>
                <a:latin typeface="Arial"/>
                <a:ea typeface="Arial"/>
                <a:cs typeface="Arial"/>
              </a:defRPr>
            </a:lvl3pPr>
            <a:lvl4pPr algn="l">
              <a:defRPr sz="1725" b="0">
                <a:solidFill>
                  <a:srgbClr val="8872B3"/>
                </a:solidFill>
                <a:latin typeface="Arial"/>
                <a:ea typeface="Arial"/>
                <a:cs typeface="Arial"/>
              </a:defRPr>
            </a:lvl4pPr>
            <a:lvl5pPr algn="l">
              <a:defRPr sz="1725" b="0">
                <a:solidFill>
                  <a:srgbClr val="8872B3"/>
                </a:solidFill>
                <a:latin typeface="Arial"/>
                <a:ea typeface="Arial"/>
                <a:cs typeface="Arial"/>
              </a:defRPr>
            </a:lvl5pPr>
            <a:lvl6pPr algn="l">
              <a:defRPr sz="1725" b="0">
                <a:solidFill>
                  <a:srgbClr val="8872B3"/>
                </a:solidFill>
                <a:latin typeface="Arial"/>
                <a:ea typeface="Arial"/>
                <a:cs typeface="Arial"/>
              </a:defRPr>
            </a:lvl6pPr>
            <a:lvl7pPr algn="l">
              <a:defRPr sz="1725" b="0">
                <a:solidFill>
                  <a:srgbClr val="8872B3"/>
                </a:solidFill>
                <a:latin typeface="Arial"/>
                <a:ea typeface="Arial"/>
                <a:cs typeface="Arial"/>
              </a:defRPr>
            </a:lvl7pPr>
            <a:lvl8pPr algn="l">
              <a:defRPr sz="1725" b="0">
                <a:solidFill>
                  <a:srgbClr val="8872B3"/>
                </a:solidFill>
                <a:latin typeface="Arial"/>
                <a:ea typeface="Arial"/>
                <a:cs typeface="Arial"/>
              </a:defRPr>
            </a:lvl8pPr>
            <a:lvl9pPr algn="l">
              <a:defRPr sz="1725" b="0">
                <a:solidFill>
                  <a:srgbClr val="8872B3"/>
                </a:solidFill>
                <a:latin typeface="Arial"/>
                <a:ea typeface="Arial"/>
                <a:cs typeface="Arial"/>
              </a:defRPr>
            </a:lvl9pPr>
          </a:lstStyle>
          <a:p xmlns:a="http://schemas.openxmlformats.org/drawingml/2006/main">
            <a:pPr algn="l">
              <a:defRPr sz="1725" b="0">
                <a:solidFill>
                  <a:srgbClr val="8872B3"/>
                </a:solidFill>
                <a:latin typeface="Arial"/>
                <a:ea typeface="Arial"/>
                <a:cs typeface="Arial"/>
              </a:defRPr>
            </a:pPr>
            <a:r>
              <a:rPr sz="1725" b="0">
                <a:solidFill>
                  <a:srgbClr val="8872B3"/>
                </a:solidFill>
                <a:latin typeface="Arial"/>
                <a:ea typeface="Arial"/>
                <a:cs typeface="Arial"/>
              </a:rPr>
              <a:t>Possible workflows to scope and verify</a:t>
            </a:r>
          </a:p>
        </p:txBody>
      </p:sp>
      <p:sp>
        <p:nvSpPr>
          <p:cNvPr id="5" name="item-132">
            <a:extLst xmlns:a="http://schemas.openxmlformats.org/drawingml/2006/main">
              <a:ext uri="{FF2B5EF4-FFF2-40B4-BE49-F238E27FC236}">
                <a16:creationId xmlns:a16="http://schemas.microsoft.com/office/drawing/2014/main" id="{076B4D37-D426-484C-ABEB-500F8B9921DB}"/>
              </a:ext>
            </a:extLst>
          </p:cNvPr>
          <p:cNvSpPr>
            <a:spLocks xmlns:a="http://schemas.openxmlformats.org/drawingml/2006/main" noGrp="1"/>
          </p:cNvSpPr>
          <p:nvPr/>
        </p:nvSpPr>
        <p:spPr>
          <a:xfrm xmlns:a="http://schemas.openxmlformats.org/drawingml/2006/main">
            <a:off x="809625" y="20383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6" name="item-133">
            <a:extLst xmlns:a="http://schemas.openxmlformats.org/drawingml/2006/main">
              <a:ext uri="{FF2B5EF4-FFF2-40B4-BE49-F238E27FC236}">
                <a16:creationId xmlns:a16="http://schemas.microsoft.com/office/drawing/2014/main" id="{0B594AA6-18BE-4032-9B88-1BBA06355BB1}"/>
              </a:ext>
            </a:extLst>
          </p:cNvPr>
          <p:cNvSpPr>
            <a:spLocks xmlns:a="http://schemas.openxmlformats.org/drawingml/2006/main" noGrp="1"/>
          </p:cNvSpPr>
          <p:nvPr/>
        </p:nvSpPr>
        <p:spPr>
          <a:xfrm xmlns:a="http://schemas.openxmlformats.org/drawingml/2006/main">
            <a:off x="69532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25</a:t>
            </a:r>
          </a:p>
        </p:txBody>
      </p:sp>
      <p:sp>
        <p:nvSpPr>
          <p:cNvPr id="7" name="item-134">
            <a:extLst xmlns:a="http://schemas.openxmlformats.org/drawingml/2006/main">
              <a:ext uri="{FF2B5EF4-FFF2-40B4-BE49-F238E27FC236}">
                <a16:creationId xmlns:a16="http://schemas.microsoft.com/office/drawing/2014/main" id="{C09388F5-0B15-4C37-BCBE-9523EA168F91}"/>
              </a:ext>
            </a:extLst>
          </p:cNvPr>
          <p:cNvSpPr>
            <a:spLocks xmlns:a="http://schemas.openxmlformats.org/drawingml/2006/main" noGrp="1"/>
          </p:cNvSpPr>
          <p:nvPr/>
        </p:nvSpPr>
        <p:spPr>
          <a:xfrm xmlns:a="http://schemas.openxmlformats.org/drawingml/2006/main">
            <a:off x="136207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Prepare an employee onboarding workspace</a:t>
            </a:r>
          </a:p>
        </p:txBody>
      </p:sp>
      <p:sp>
        <p:nvSpPr>
          <p:cNvPr id="8" name="item-135">
            <a:extLst xmlns:a="http://schemas.openxmlformats.org/drawingml/2006/main">
              <a:ext uri="{FF2B5EF4-FFF2-40B4-BE49-F238E27FC236}">
                <a16:creationId xmlns:a16="http://schemas.microsoft.com/office/drawing/2014/main" id="{7E369E34-BF44-4026-8EE9-389CDB23B4AB}"/>
              </a:ext>
            </a:extLst>
          </p:cNvPr>
          <p:cNvSpPr>
            <a:spLocks xmlns:a="http://schemas.openxmlformats.org/drawingml/2006/main" noGrp="1"/>
          </p:cNvSpPr>
          <p:nvPr/>
        </p:nvSpPr>
        <p:spPr>
          <a:xfrm xmlns:a="http://schemas.openxmlformats.org/drawingml/2006/main">
            <a:off x="809625" y="30670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9" name="item-136">
            <a:extLst xmlns:a="http://schemas.openxmlformats.org/drawingml/2006/main">
              <a:ext uri="{FF2B5EF4-FFF2-40B4-BE49-F238E27FC236}">
                <a16:creationId xmlns:a16="http://schemas.microsoft.com/office/drawing/2014/main" id="{C1C8B744-C661-44C8-8179-6999953832ED}"/>
              </a:ext>
            </a:extLst>
          </p:cNvPr>
          <p:cNvSpPr>
            <a:spLocks xmlns:a="http://schemas.openxmlformats.org/drawingml/2006/main" noGrp="1"/>
          </p:cNvSpPr>
          <p:nvPr/>
        </p:nvSpPr>
        <p:spPr>
          <a:xfrm xmlns:a="http://schemas.openxmlformats.org/drawingml/2006/main">
            <a:off x="69532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26</a:t>
            </a:r>
          </a:p>
        </p:txBody>
      </p:sp>
      <p:sp>
        <p:nvSpPr>
          <p:cNvPr id="10" name="item-137">
            <a:extLst xmlns:a="http://schemas.openxmlformats.org/drawingml/2006/main">
              <a:ext uri="{FF2B5EF4-FFF2-40B4-BE49-F238E27FC236}">
                <a16:creationId xmlns:a16="http://schemas.microsoft.com/office/drawing/2014/main" id="{99AE948F-6191-4855-B1EB-80779BFDDF1B}"/>
              </a:ext>
            </a:extLst>
          </p:cNvPr>
          <p:cNvSpPr>
            <a:spLocks xmlns:a="http://schemas.openxmlformats.org/drawingml/2006/main" noGrp="1"/>
          </p:cNvSpPr>
          <p:nvPr/>
        </p:nvSpPr>
        <p:spPr>
          <a:xfrm xmlns:a="http://schemas.openxmlformats.org/drawingml/2006/main">
            <a:off x="136207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whether a training flow works</a:t>
            </a:r>
          </a:p>
        </p:txBody>
      </p:sp>
      <p:sp>
        <p:nvSpPr>
          <p:cNvPr id="11" name="item-138">
            <a:extLst xmlns:a="http://schemas.openxmlformats.org/drawingml/2006/main">
              <a:ext uri="{FF2B5EF4-FFF2-40B4-BE49-F238E27FC236}">
                <a16:creationId xmlns:a16="http://schemas.microsoft.com/office/drawing/2014/main" id="{529491A2-97CF-4E92-BBCB-47D8173248E1}"/>
              </a:ext>
            </a:extLst>
          </p:cNvPr>
          <p:cNvSpPr>
            <a:spLocks xmlns:a="http://schemas.openxmlformats.org/drawingml/2006/main" noGrp="1"/>
          </p:cNvSpPr>
          <p:nvPr/>
        </p:nvSpPr>
        <p:spPr>
          <a:xfrm xmlns:a="http://schemas.openxmlformats.org/drawingml/2006/main">
            <a:off x="809625" y="40957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2" name="item-139">
            <a:extLst xmlns:a="http://schemas.openxmlformats.org/drawingml/2006/main">
              <a:ext uri="{FF2B5EF4-FFF2-40B4-BE49-F238E27FC236}">
                <a16:creationId xmlns:a16="http://schemas.microsoft.com/office/drawing/2014/main" id="{3B981479-3194-4B58-A4B3-0CB3D14B526A}"/>
              </a:ext>
            </a:extLst>
          </p:cNvPr>
          <p:cNvSpPr>
            <a:spLocks xmlns:a="http://schemas.openxmlformats.org/drawingml/2006/main" noGrp="1"/>
          </p:cNvSpPr>
          <p:nvPr/>
        </p:nvSpPr>
        <p:spPr>
          <a:xfrm xmlns:a="http://schemas.openxmlformats.org/drawingml/2006/main">
            <a:off x="69532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27</a:t>
            </a:r>
          </a:p>
        </p:txBody>
      </p:sp>
      <p:sp>
        <p:nvSpPr>
          <p:cNvPr id="13" name="item-140">
            <a:extLst xmlns:a="http://schemas.openxmlformats.org/drawingml/2006/main">
              <a:ext uri="{FF2B5EF4-FFF2-40B4-BE49-F238E27FC236}">
                <a16:creationId xmlns:a16="http://schemas.microsoft.com/office/drawing/2014/main" id="{524429CA-BB12-4C56-9A11-3D1A6C791685}"/>
              </a:ext>
            </a:extLst>
          </p:cNvPr>
          <p:cNvSpPr>
            <a:spLocks xmlns:a="http://schemas.openxmlformats.org/drawingml/2006/main" noGrp="1"/>
          </p:cNvSpPr>
          <p:nvPr/>
        </p:nvSpPr>
        <p:spPr>
          <a:xfrm xmlns:a="http://schemas.openxmlformats.org/drawingml/2006/main">
            <a:off x="136207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Organize approved candidate records</a:t>
            </a:r>
          </a:p>
        </p:txBody>
      </p:sp>
      <p:sp>
        <p:nvSpPr>
          <p:cNvPr id="14" name="item-141">
            <a:extLst xmlns:a="http://schemas.openxmlformats.org/drawingml/2006/main">
              <a:ext uri="{FF2B5EF4-FFF2-40B4-BE49-F238E27FC236}">
                <a16:creationId xmlns:a16="http://schemas.microsoft.com/office/drawing/2014/main" id="{6C766841-3240-49CA-8482-54EE361773F2}"/>
              </a:ext>
            </a:extLst>
          </p:cNvPr>
          <p:cNvSpPr>
            <a:spLocks xmlns:a="http://schemas.openxmlformats.org/drawingml/2006/main" noGrp="1"/>
          </p:cNvSpPr>
          <p:nvPr/>
        </p:nvSpPr>
        <p:spPr>
          <a:xfrm xmlns:a="http://schemas.openxmlformats.org/drawingml/2006/main">
            <a:off x="809625" y="51244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5" name="item-142">
            <a:extLst xmlns:a="http://schemas.openxmlformats.org/drawingml/2006/main">
              <a:ext uri="{FF2B5EF4-FFF2-40B4-BE49-F238E27FC236}">
                <a16:creationId xmlns:a16="http://schemas.microsoft.com/office/drawing/2014/main" id="{09F4D1B4-CB79-4743-94E0-9B04FCC8864D}"/>
              </a:ext>
            </a:extLst>
          </p:cNvPr>
          <p:cNvSpPr>
            <a:spLocks xmlns:a="http://schemas.openxmlformats.org/drawingml/2006/main" noGrp="1"/>
          </p:cNvSpPr>
          <p:nvPr/>
        </p:nvSpPr>
        <p:spPr>
          <a:xfrm xmlns:a="http://schemas.openxmlformats.org/drawingml/2006/main">
            <a:off x="69532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28</a:t>
            </a:r>
          </a:p>
        </p:txBody>
      </p:sp>
      <p:sp>
        <p:nvSpPr>
          <p:cNvPr id="16" name="item-143">
            <a:extLst xmlns:a="http://schemas.openxmlformats.org/drawingml/2006/main">
              <a:ext uri="{FF2B5EF4-FFF2-40B4-BE49-F238E27FC236}">
                <a16:creationId xmlns:a16="http://schemas.microsoft.com/office/drawing/2014/main" id="{5350A264-33B7-48A6-B305-76248B73E400}"/>
              </a:ext>
            </a:extLst>
          </p:cNvPr>
          <p:cNvSpPr>
            <a:spLocks xmlns:a="http://schemas.openxmlformats.org/drawingml/2006/main" noGrp="1"/>
          </p:cNvSpPr>
          <p:nvPr/>
        </p:nvSpPr>
        <p:spPr>
          <a:xfrm xmlns:a="http://schemas.openxmlformats.org/drawingml/2006/main">
            <a:off x="136207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Compare leave-calendar entries</a:t>
            </a:r>
          </a:p>
        </p:txBody>
      </p:sp>
      <p:sp>
        <p:nvSpPr>
          <p:cNvPr id="17" name="item-144">
            <a:extLst xmlns:a="http://schemas.openxmlformats.org/drawingml/2006/main">
              <a:ext uri="{FF2B5EF4-FFF2-40B4-BE49-F238E27FC236}">
                <a16:creationId xmlns:a16="http://schemas.microsoft.com/office/drawing/2014/main" id="{E95C5F2F-BFF9-4641-A894-67F5C10CA4E8}"/>
              </a:ext>
            </a:extLst>
          </p:cNvPr>
          <p:cNvSpPr>
            <a:spLocks xmlns:a="http://schemas.openxmlformats.org/drawingml/2006/main" noGrp="1"/>
          </p:cNvSpPr>
          <p:nvPr/>
        </p:nvSpPr>
        <p:spPr>
          <a:xfrm xmlns:a="http://schemas.openxmlformats.org/drawingml/2006/main">
            <a:off x="6429375" y="20383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8" name="item-145">
            <a:extLst xmlns:a="http://schemas.openxmlformats.org/drawingml/2006/main">
              <a:ext uri="{FF2B5EF4-FFF2-40B4-BE49-F238E27FC236}">
                <a16:creationId xmlns:a16="http://schemas.microsoft.com/office/drawing/2014/main" id="{99716734-15F0-4ECD-B052-D49F59FB17BA}"/>
              </a:ext>
            </a:extLst>
          </p:cNvPr>
          <p:cNvSpPr>
            <a:spLocks xmlns:a="http://schemas.openxmlformats.org/drawingml/2006/main" noGrp="1"/>
          </p:cNvSpPr>
          <p:nvPr/>
        </p:nvSpPr>
        <p:spPr>
          <a:xfrm xmlns:a="http://schemas.openxmlformats.org/drawingml/2006/main">
            <a:off x="63150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29</a:t>
            </a:r>
          </a:p>
        </p:txBody>
      </p:sp>
      <p:sp>
        <p:nvSpPr>
          <p:cNvPr id="19" name="item-146">
            <a:extLst xmlns:a="http://schemas.openxmlformats.org/drawingml/2006/main">
              <a:ext uri="{FF2B5EF4-FFF2-40B4-BE49-F238E27FC236}">
                <a16:creationId xmlns:a16="http://schemas.microsoft.com/office/drawing/2014/main" id="{BB49DE35-97B2-4B20-B026-94B67BAEF82A}"/>
              </a:ext>
            </a:extLst>
          </p:cNvPr>
          <p:cNvSpPr>
            <a:spLocks xmlns:a="http://schemas.openxmlformats.org/drawingml/2006/main" noGrp="1"/>
          </p:cNvSpPr>
          <p:nvPr/>
        </p:nvSpPr>
        <p:spPr>
          <a:xfrm xmlns:a="http://schemas.openxmlformats.org/drawingml/2006/main">
            <a:off x="698182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Review a policy acknowledgement flow</a:t>
            </a:r>
          </a:p>
        </p:txBody>
      </p:sp>
      <p:sp>
        <p:nvSpPr>
          <p:cNvPr id="20" name="item-147">
            <a:extLst xmlns:a="http://schemas.openxmlformats.org/drawingml/2006/main">
              <a:ext uri="{FF2B5EF4-FFF2-40B4-BE49-F238E27FC236}">
                <a16:creationId xmlns:a16="http://schemas.microsoft.com/office/drawing/2014/main" id="{0A2D51D1-A3E5-411F-87D8-96CD5019BF70}"/>
              </a:ext>
            </a:extLst>
          </p:cNvPr>
          <p:cNvSpPr>
            <a:spLocks xmlns:a="http://schemas.openxmlformats.org/drawingml/2006/main" noGrp="1"/>
          </p:cNvSpPr>
          <p:nvPr/>
        </p:nvSpPr>
        <p:spPr>
          <a:xfrm xmlns:a="http://schemas.openxmlformats.org/drawingml/2006/main">
            <a:off x="6429375" y="30670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21" name="item-148">
            <a:extLst xmlns:a="http://schemas.openxmlformats.org/drawingml/2006/main">
              <a:ext uri="{FF2B5EF4-FFF2-40B4-BE49-F238E27FC236}">
                <a16:creationId xmlns:a16="http://schemas.microsoft.com/office/drawing/2014/main" id="{EB69641C-7DED-4330-BD3A-E7BB7830C901}"/>
              </a:ext>
            </a:extLst>
          </p:cNvPr>
          <p:cNvSpPr>
            <a:spLocks xmlns:a="http://schemas.openxmlformats.org/drawingml/2006/main" noGrp="1"/>
          </p:cNvSpPr>
          <p:nvPr/>
        </p:nvSpPr>
        <p:spPr>
          <a:xfrm xmlns:a="http://schemas.openxmlformats.org/drawingml/2006/main">
            <a:off x="631507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30</a:t>
            </a:r>
          </a:p>
        </p:txBody>
      </p:sp>
      <p:sp>
        <p:nvSpPr>
          <p:cNvPr id="22" name="item-149">
            <a:extLst xmlns:a="http://schemas.openxmlformats.org/drawingml/2006/main">
              <a:ext uri="{FF2B5EF4-FFF2-40B4-BE49-F238E27FC236}">
                <a16:creationId xmlns:a16="http://schemas.microsoft.com/office/drawing/2014/main" id="{DED01A87-49A8-4E49-930F-1B25B9C266BA}"/>
              </a:ext>
            </a:extLst>
          </p:cNvPr>
          <p:cNvSpPr>
            <a:spLocks xmlns:a="http://schemas.openxmlformats.org/drawingml/2006/main" noGrp="1"/>
          </p:cNvSpPr>
          <p:nvPr/>
        </p:nvSpPr>
        <p:spPr>
          <a:xfrm xmlns:a="http://schemas.openxmlformats.org/drawingml/2006/main">
            <a:off x="698182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Collect reference material into a brief</a:t>
            </a:r>
          </a:p>
        </p:txBody>
      </p:sp>
      <p:sp>
        <p:nvSpPr>
          <p:cNvPr id="23" name="item-150">
            <a:extLst xmlns:a="http://schemas.openxmlformats.org/drawingml/2006/main">
              <a:ext uri="{FF2B5EF4-FFF2-40B4-BE49-F238E27FC236}">
                <a16:creationId xmlns:a16="http://schemas.microsoft.com/office/drawing/2014/main" id="{6A921BB5-9C27-4D1E-81E2-F8D76FC5DA16}"/>
              </a:ext>
            </a:extLst>
          </p:cNvPr>
          <p:cNvSpPr>
            <a:spLocks xmlns:a="http://schemas.openxmlformats.org/drawingml/2006/main" noGrp="1"/>
          </p:cNvSpPr>
          <p:nvPr/>
        </p:nvSpPr>
        <p:spPr>
          <a:xfrm xmlns:a="http://schemas.openxmlformats.org/drawingml/2006/main">
            <a:off x="6429375" y="40957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24" name="item-151">
            <a:extLst xmlns:a="http://schemas.openxmlformats.org/drawingml/2006/main">
              <a:ext uri="{FF2B5EF4-FFF2-40B4-BE49-F238E27FC236}">
                <a16:creationId xmlns:a16="http://schemas.microsoft.com/office/drawing/2014/main" id="{1450ADEC-7943-444A-A786-B863D372B948}"/>
              </a:ext>
            </a:extLst>
          </p:cNvPr>
          <p:cNvSpPr>
            <a:spLocks xmlns:a="http://schemas.openxmlformats.org/drawingml/2006/main" noGrp="1"/>
          </p:cNvSpPr>
          <p:nvPr/>
        </p:nvSpPr>
        <p:spPr>
          <a:xfrm xmlns:a="http://schemas.openxmlformats.org/drawingml/2006/main">
            <a:off x="631507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31</a:t>
            </a:r>
          </a:p>
        </p:txBody>
      </p:sp>
      <p:sp>
        <p:nvSpPr>
          <p:cNvPr id="25" name="item-152">
            <a:extLst xmlns:a="http://schemas.openxmlformats.org/drawingml/2006/main">
              <a:ext uri="{FF2B5EF4-FFF2-40B4-BE49-F238E27FC236}">
                <a16:creationId xmlns:a16="http://schemas.microsoft.com/office/drawing/2014/main" id="{B7A459C8-BACE-4420-B6FF-C8646C7FEE64}"/>
              </a:ext>
            </a:extLst>
          </p:cNvPr>
          <p:cNvSpPr>
            <a:spLocks xmlns:a="http://schemas.openxmlformats.org/drawingml/2006/main" noGrp="1"/>
          </p:cNvSpPr>
          <p:nvPr/>
        </p:nvSpPr>
        <p:spPr>
          <a:xfrm xmlns:a="http://schemas.openxmlformats.org/drawingml/2006/main">
            <a:off x="698182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knowledge-base navigation</a:t>
            </a:r>
          </a:p>
        </p:txBody>
      </p:sp>
      <p:sp>
        <p:nvSpPr>
          <p:cNvPr id="26" name="item-153">
            <a:extLst xmlns:a="http://schemas.openxmlformats.org/drawingml/2006/main">
              <a:ext uri="{FF2B5EF4-FFF2-40B4-BE49-F238E27FC236}">
                <a16:creationId xmlns:a16="http://schemas.microsoft.com/office/drawing/2014/main" id="{4FF3BD1F-A2FD-43F6-A56B-3AD1AF03DF9F}"/>
              </a:ext>
            </a:extLst>
          </p:cNvPr>
          <p:cNvSpPr>
            <a:spLocks xmlns:a="http://schemas.openxmlformats.org/drawingml/2006/main" noGrp="1"/>
          </p:cNvSpPr>
          <p:nvPr/>
        </p:nvSpPr>
        <p:spPr>
          <a:xfrm xmlns:a="http://schemas.openxmlformats.org/drawingml/2006/main">
            <a:off x="6429375" y="51244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27" name="item-154">
            <a:extLst xmlns:a="http://schemas.openxmlformats.org/drawingml/2006/main">
              <a:ext uri="{FF2B5EF4-FFF2-40B4-BE49-F238E27FC236}">
                <a16:creationId xmlns:a16="http://schemas.microsoft.com/office/drawing/2014/main" id="{2061A06D-86EE-439F-82A6-FAD51B1F801F}"/>
              </a:ext>
            </a:extLst>
          </p:cNvPr>
          <p:cNvSpPr>
            <a:spLocks xmlns:a="http://schemas.openxmlformats.org/drawingml/2006/main" noGrp="1"/>
          </p:cNvSpPr>
          <p:nvPr/>
        </p:nvSpPr>
        <p:spPr>
          <a:xfrm xmlns:a="http://schemas.openxmlformats.org/drawingml/2006/main">
            <a:off x="631507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32</a:t>
            </a:r>
          </a:p>
        </p:txBody>
      </p:sp>
      <p:sp>
        <p:nvSpPr>
          <p:cNvPr id="28" name="item-155">
            <a:extLst xmlns:a="http://schemas.openxmlformats.org/drawingml/2006/main">
              <a:ext uri="{FF2B5EF4-FFF2-40B4-BE49-F238E27FC236}">
                <a16:creationId xmlns:a16="http://schemas.microsoft.com/office/drawing/2014/main" id="{F6D89811-8A08-447A-915E-46A318E1B9C1}"/>
              </a:ext>
            </a:extLst>
          </p:cNvPr>
          <p:cNvSpPr>
            <a:spLocks xmlns:a="http://schemas.openxmlformats.org/drawingml/2006/main" noGrp="1"/>
          </p:cNvSpPr>
          <p:nvPr/>
        </p:nvSpPr>
        <p:spPr>
          <a:xfrm xmlns:a="http://schemas.openxmlformats.org/drawingml/2006/main">
            <a:off x="698182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Prepare an offboarding checklist for review</a:t>
            </a:r>
          </a:p>
        </p:txBody>
      </p:sp>
    </p:spTree>
    <p:extLst>
      <p:ext uri="{BB962C8B-B14F-4D97-AF65-F5344CB8AC3E}">
        <p14:creationId xmlns:p14="http://schemas.microsoft.com/office/powerpoint/2010/main" val="622425403"/>
      </p:ext>
    </p:extLst>
  </p:cSld>
</p:sld>
</file>

<file path=ppt/slides/slide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item-156">
            <a:extLst xmlns:a="http://schemas.openxmlformats.org/drawingml/2006/main">
              <a:ext uri="{FF2B5EF4-FFF2-40B4-BE49-F238E27FC236}">
                <a16:creationId xmlns:a16="http://schemas.microsoft.com/office/drawing/2014/main" id="{C0D87C6B-729A-478F-AD1B-45E8F6347899}"/>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Websites and software</a:t>
            </a:r>
          </a:p>
        </p:txBody>
      </p:sp>
      <p:sp>
        <p:nvSpPr>
          <p:cNvPr id="2" name="item-157">
            <a:extLst xmlns:a="http://schemas.openxmlformats.org/drawingml/2006/main">
              <a:ext uri="{FF2B5EF4-FFF2-40B4-BE49-F238E27FC236}">
                <a16:creationId xmlns:a16="http://schemas.microsoft.com/office/drawing/2014/main" id="{970DFF77-C067-4F6E-8B40-0B8AD0E4340E}"/>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158">
            <a:extLst xmlns:a="http://schemas.openxmlformats.org/drawingml/2006/main">
              <a:ext uri="{FF2B5EF4-FFF2-40B4-BE49-F238E27FC236}">
                <a16:creationId xmlns:a16="http://schemas.microsoft.com/office/drawing/2014/main" id="{7816C3F8-4B3A-458D-BB04-B2E2DF6BC55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8</a:t>
            </a:r>
          </a:p>
        </p:txBody>
      </p:sp>
      <p:sp>
        <p:nvSpPr>
          <p:cNvPr id="4" name="item-159">
            <a:extLst xmlns:a="http://schemas.openxmlformats.org/drawingml/2006/main">
              <a:ext uri="{FF2B5EF4-FFF2-40B4-BE49-F238E27FC236}">
                <a16:creationId xmlns:a16="http://schemas.microsoft.com/office/drawing/2014/main" id="{07BF2555-44B2-441B-B993-0B5F67214CD5}"/>
              </a:ext>
            </a:extLst>
          </p:cNvPr>
          <p:cNvSpPr>
            <a:spLocks xmlns:a="http://schemas.openxmlformats.org/drawingml/2006/main" noGrp="1"/>
          </p:cNvSpPr>
          <p:nvPr/>
        </p:nvSpPr>
        <p:spPr>
          <a:xfrm xmlns:a="http://schemas.openxmlformats.org/drawingml/2006/main">
            <a:off x="762000" y="12668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477BBD"/>
                </a:solidFill>
                <a:latin typeface="Arial"/>
                <a:ea typeface="Arial"/>
                <a:cs typeface="Arial"/>
              </a:defRPr>
            </a:defPPr>
            <a:lvl1pPr algn="l">
              <a:defRPr sz="1725" b="0">
                <a:solidFill>
                  <a:srgbClr val="477BBD"/>
                </a:solidFill>
                <a:latin typeface="Arial"/>
                <a:ea typeface="Arial"/>
                <a:cs typeface="Arial"/>
              </a:defRPr>
            </a:lvl1pPr>
            <a:lvl2pPr algn="l">
              <a:defRPr sz="1725" b="0">
                <a:solidFill>
                  <a:srgbClr val="477BBD"/>
                </a:solidFill>
                <a:latin typeface="Arial"/>
                <a:ea typeface="Arial"/>
                <a:cs typeface="Arial"/>
              </a:defRPr>
            </a:lvl2pPr>
            <a:lvl3pPr algn="l">
              <a:defRPr sz="1725" b="0">
                <a:solidFill>
                  <a:srgbClr val="477BBD"/>
                </a:solidFill>
                <a:latin typeface="Arial"/>
                <a:ea typeface="Arial"/>
                <a:cs typeface="Arial"/>
              </a:defRPr>
            </a:lvl3pPr>
            <a:lvl4pPr algn="l">
              <a:defRPr sz="1725" b="0">
                <a:solidFill>
                  <a:srgbClr val="477BBD"/>
                </a:solidFill>
                <a:latin typeface="Arial"/>
                <a:ea typeface="Arial"/>
                <a:cs typeface="Arial"/>
              </a:defRPr>
            </a:lvl4pPr>
            <a:lvl5pPr algn="l">
              <a:defRPr sz="1725" b="0">
                <a:solidFill>
                  <a:srgbClr val="477BBD"/>
                </a:solidFill>
                <a:latin typeface="Arial"/>
                <a:ea typeface="Arial"/>
                <a:cs typeface="Arial"/>
              </a:defRPr>
            </a:lvl5pPr>
            <a:lvl6pPr algn="l">
              <a:defRPr sz="1725" b="0">
                <a:solidFill>
                  <a:srgbClr val="477BBD"/>
                </a:solidFill>
                <a:latin typeface="Arial"/>
                <a:ea typeface="Arial"/>
                <a:cs typeface="Arial"/>
              </a:defRPr>
            </a:lvl6pPr>
            <a:lvl7pPr algn="l">
              <a:defRPr sz="1725" b="0">
                <a:solidFill>
                  <a:srgbClr val="477BBD"/>
                </a:solidFill>
                <a:latin typeface="Arial"/>
                <a:ea typeface="Arial"/>
                <a:cs typeface="Arial"/>
              </a:defRPr>
            </a:lvl7pPr>
            <a:lvl8pPr algn="l">
              <a:defRPr sz="1725" b="0">
                <a:solidFill>
                  <a:srgbClr val="477BBD"/>
                </a:solidFill>
                <a:latin typeface="Arial"/>
                <a:ea typeface="Arial"/>
                <a:cs typeface="Arial"/>
              </a:defRPr>
            </a:lvl8pPr>
            <a:lvl9pPr algn="l">
              <a:defRPr sz="1725" b="0">
                <a:solidFill>
                  <a:srgbClr val="477BBD"/>
                </a:solidFill>
                <a:latin typeface="Arial"/>
                <a:ea typeface="Arial"/>
                <a:cs typeface="Arial"/>
              </a:defRPr>
            </a:lvl9pPr>
          </a:lstStyle>
          <a:p xmlns:a="http://schemas.openxmlformats.org/drawingml/2006/main">
            <a:pPr algn="l">
              <a:defRPr sz="1725" b="0">
                <a:solidFill>
                  <a:srgbClr val="477BBD"/>
                </a:solidFill>
                <a:latin typeface="Arial"/>
                <a:ea typeface="Arial"/>
                <a:cs typeface="Arial"/>
              </a:defRPr>
            </a:pPr>
            <a:r>
              <a:rPr sz="1725" b="0">
                <a:solidFill>
                  <a:srgbClr val="477BBD"/>
                </a:solidFill>
                <a:latin typeface="Arial"/>
                <a:ea typeface="Arial"/>
                <a:cs typeface="Arial"/>
              </a:rPr>
              <a:t>Possible workflows to scope and verify</a:t>
            </a:r>
          </a:p>
        </p:txBody>
      </p:sp>
      <p:sp>
        <p:nvSpPr>
          <p:cNvPr id="5" name="item-160">
            <a:extLst xmlns:a="http://schemas.openxmlformats.org/drawingml/2006/main">
              <a:ext uri="{FF2B5EF4-FFF2-40B4-BE49-F238E27FC236}">
                <a16:creationId xmlns:a16="http://schemas.microsoft.com/office/drawing/2014/main" id="{3F38F5B5-EEC4-42CF-9F05-43B107906699}"/>
              </a:ext>
            </a:extLst>
          </p:cNvPr>
          <p:cNvSpPr>
            <a:spLocks xmlns:a="http://schemas.openxmlformats.org/drawingml/2006/main" noGrp="1"/>
          </p:cNvSpPr>
          <p:nvPr/>
        </p:nvSpPr>
        <p:spPr>
          <a:xfrm xmlns:a="http://schemas.openxmlformats.org/drawingml/2006/main">
            <a:off x="809625" y="20383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6" name="item-161">
            <a:extLst xmlns:a="http://schemas.openxmlformats.org/drawingml/2006/main">
              <a:ext uri="{FF2B5EF4-FFF2-40B4-BE49-F238E27FC236}">
                <a16:creationId xmlns:a16="http://schemas.microsoft.com/office/drawing/2014/main" id="{0EA6C917-AC20-4E09-B08B-7571A0DB8B50}"/>
              </a:ext>
            </a:extLst>
          </p:cNvPr>
          <p:cNvSpPr>
            <a:spLocks xmlns:a="http://schemas.openxmlformats.org/drawingml/2006/main" noGrp="1"/>
          </p:cNvSpPr>
          <p:nvPr/>
        </p:nvSpPr>
        <p:spPr>
          <a:xfrm xmlns:a="http://schemas.openxmlformats.org/drawingml/2006/main">
            <a:off x="69532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33</a:t>
            </a:r>
          </a:p>
        </p:txBody>
      </p:sp>
      <p:sp>
        <p:nvSpPr>
          <p:cNvPr id="7" name="item-162">
            <a:extLst xmlns:a="http://schemas.openxmlformats.org/drawingml/2006/main">
              <a:ext uri="{FF2B5EF4-FFF2-40B4-BE49-F238E27FC236}">
                <a16:creationId xmlns:a16="http://schemas.microsoft.com/office/drawing/2014/main" id="{66DB46EF-3E68-4983-8DAF-9A53772259A9}"/>
              </a:ext>
            </a:extLst>
          </p:cNvPr>
          <p:cNvSpPr>
            <a:spLocks xmlns:a="http://schemas.openxmlformats.org/drawingml/2006/main" noGrp="1"/>
          </p:cNvSpPr>
          <p:nvPr/>
        </p:nvSpPr>
        <p:spPr>
          <a:xfrm xmlns:a="http://schemas.openxmlformats.org/drawingml/2006/main">
            <a:off x="136207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Test sign-up and account setup</a:t>
            </a:r>
          </a:p>
        </p:txBody>
      </p:sp>
      <p:sp>
        <p:nvSpPr>
          <p:cNvPr id="8" name="item-163">
            <a:extLst xmlns:a="http://schemas.openxmlformats.org/drawingml/2006/main">
              <a:ext uri="{FF2B5EF4-FFF2-40B4-BE49-F238E27FC236}">
                <a16:creationId xmlns:a16="http://schemas.microsoft.com/office/drawing/2014/main" id="{D5F8102F-5D5B-43C7-B24A-B00AA21127E1}"/>
              </a:ext>
            </a:extLst>
          </p:cNvPr>
          <p:cNvSpPr>
            <a:spLocks xmlns:a="http://schemas.openxmlformats.org/drawingml/2006/main" noGrp="1"/>
          </p:cNvSpPr>
          <p:nvPr/>
        </p:nvSpPr>
        <p:spPr>
          <a:xfrm xmlns:a="http://schemas.openxmlformats.org/drawingml/2006/main">
            <a:off x="809625" y="30670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9" name="item-164">
            <a:extLst xmlns:a="http://schemas.openxmlformats.org/drawingml/2006/main">
              <a:ext uri="{FF2B5EF4-FFF2-40B4-BE49-F238E27FC236}">
                <a16:creationId xmlns:a16="http://schemas.microsoft.com/office/drawing/2014/main" id="{3BDB0FF7-076A-4108-97FF-7B91282B58BE}"/>
              </a:ext>
            </a:extLst>
          </p:cNvPr>
          <p:cNvSpPr>
            <a:spLocks xmlns:a="http://schemas.openxmlformats.org/drawingml/2006/main" noGrp="1"/>
          </p:cNvSpPr>
          <p:nvPr/>
        </p:nvSpPr>
        <p:spPr>
          <a:xfrm xmlns:a="http://schemas.openxmlformats.org/drawingml/2006/main">
            <a:off x="69532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34</a:t>
            </a:r>
          </a:p>
        </p:txBody>
      </p:sp>
      <p:sp>
        <p:nvSpPr>
          <p:cNvPr id="10" name="item-165">
            <a:extLst xmlns:a="http://schemas.openxmlformats.org/drawingml/2006/main">
              <a:ext uri="{FF2B5EF4-FFF2-40B4-BE49-F238E27FC236}">
                <a16:creationId xmlns:a16="http://schemas.microsoft.com/office/drawing/2014/main" id="{B3D85979-A6B5-416A-8A67-DC91729170C0}"/>
              </a:ext>
            </a:extLst>
          </p:cNvPr>
          <p:cNvSpPr>
            <a:spLocks xmlns:a="http://schemas.openxmlformats.org/drawingml/2006/main" noGrp="1"/>
          </p:cNvSpPr>
          <p:nvPr/>
        </p:nvSpPr>
        <p:spPr>
          <a:xfrm xmlns:a="http://schemas.openxmlformats.org/drawingml/2006/main">
            <a:off x="136207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a checkout in a test environment</a:t>
            </a:r>
          </a:p>
        </p:txBody>
      </p:sp>
      <p:sp>
        <p:nvSpPr>
          <p:cNvPr id="11" name="item-166">
            <a:extLst xmlns:a="http://schemas.openxmlformats.org/drawingml/2006/main">
              <a:ext uri="{FF2B5EF4-FFF2-40B4-BE49-F238E27FC236}">
                <a16:creationId xmlns:a16="http://schemas.microsoft.com/office/drawing/2014/main" id="{541E8E59-E6FB-4AA2-B059-25E32ED70555}"/>
              </a:ext>
            </a:extLst>
          </p:cNvPr>
          <p:cNvSpPr>
            <a:spLocks xmlns:a="http://schemas.openxmlformats.org/drawingml/2006/main" noGrp="1"/>
          </p:cNvSpPr>
          <p:nvPr/>
        </p:nvSpPr>
        <p:spPr>
          <a:xfrm xmlns:a="http://schemas.openxmlformats.org/drawingml/2006/main">
            <a:off x="809625" y="40957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2" name="item-167">
            <a:extLst xmlns:a="http://schemas.openxmlformats.org/drawingml/2006/main">
              <a:ext uri="{FF2B5EF4-FFF2-40B4-BE49-F238E27FC236}">
                <a16:creationId xmlns:a16="http://schemas.microsoft.com/office/drawing/2014/main" id="{05F53B5C-5BE7-42C5-959E-F532983ADE68}"/>
              </a:ext>
            </a:extLst>
          </p:cNvPr>
          <p:cNvSpPr>
            <a:spLocks xmlns:a="http://schemas.openxmlformats.org/drawingml/2006/main" noGrp="1"/>
          </p:cNvSpPr>
          <p:nvPr/>
        </p:nvSpPr>
        <p:spPr>
          <a:xfrm xmlns:a="http://schemas.openxmlformats.org/drawingml/2006/main">
            <a:off x="69532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35</a:t>
            </a:r>
          </a:p>
        </p:txBody>
      </p:sp>
      <p:sp>
        <p:nvSpPr>
          <p:cNvPr id="13" name="item-168">
            <a:extLst xmlns:a="http://schemas.openxmlformats.org/drawingml/2006/main">
              <a:ext uri="{FF2B5EF4-FFF2-40B4-BE49-F238E27FC236}">
                <a16:creationId xmlns:a16="http://schemas.microsoft.com/office/drawing/2014/main" id="{445ED75F-28B3-481F-B9F4-C7EA0945A6BB}"/>
              </a:ext>
            </a:extLst>
          </p:cNvPr>
          <p:cNvSpPr>
            <a:spLocks xmlns:a="http://schemas.openxmlformats.org/drawingml/2006/main" noGrp="1"/>
          </p:cNvSpPr>
          <p:nvPr/>
        </p:nvSpPr>
        <p:spPr>
          <a:xfrm xmlns:a="http://schemas.openxmlformats.org/drawingml/2006/main">
            <a:off x="136207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Reproduce a visual bug</a:t>
            </a:r>
          </a:p>
        </p:txBody>
      </p:sp>
      <p:sp>
        <p:nvSpPr>
          <p:cNvPr id="14" name="item-169">
            <a:extLst xmlns:a="http://schemas.openxmlformats.org/drawingml/2006/main">
              <a:ext uri="{FF2B5EF4-FFF2-40B4-BE49-F238E27FC236}">
                <a16:creationId xmlns:a16="http://schemas.microsoft.com/office/drawing/2014/main" id="{813A90CC-B6A4-40B4-B10E-4F88E19F7D4E}"/>
              </a:ext>
            </a:extLst>
          </p:cNvPr>
          <p:cNvSpPr>
            <a:spLocks xmlns:a="http://schemas.openxmlformats.org/drawingml/2006/main" noGrp="1"/>
          </p:cNvSpPr>
          <p:nvPr/>
        </p:nvSpPr>
        <p:spPr>
          <a:xfrm xmlns:a="http://schemas.openxmlformats.org/drawingml/2006/main">
            <a:off x="809625" y="51244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5" name="item-170">
            <a:extLst xmlns:a="http://schemas.openxmlformats.org/drawingml/2006/main">
              <a:ext uri="{FF2B5EF4-FFF2-40B4-BE49-F238E27FC236}">
                <a16:creationId xmlns:a16="http://schemas.microsoft.com/office/drawing/2014/main" id="{D29B567C-FC26-4EC9-A37F-193CDE52F397}"/>
              </a:ext>
            </a:extLst>
          </p:cNvPr>
          <p:cNvSpPr>
            <a:spLocks xmlns:a="http://schemas.openxmlformats.org/drawingml/2006/main" noGrp="1"/>
          </p:cNvSpPr>
          <p:nvPr/>
        </p:nvSpPr>
        <p:spPr>
          <a:xfrm xmlns:a="http://schemas.openxmlformats.org/drawingml/2006/main">
            <a:off x="69532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36</a:t>
            </a:r>
          </a:p>
        </p:txBody>
      </p:sp>
      <p:sp>
        <p:nvSpPr>
          <p:cNvPr id="16" name="item-171">
            <a:extLst xmlns:a="http://schemas.openxmlformats.org/drawingml/2006/main">
              <a:ext uri="{FF2B5EF4-FFF2-40B4-BE49-F238E27FC236}">
                <a16:creationId xmlns:a16="http://schemas.microsoft.com/office/drawing/2014/main" id="{DCD8B549-48B8-4424-8D0A-F71B0EEB4F41}"/>
              </a:ext>
            </a:extLst>
          </p:cNvPr>
          <p:cNvSpPr>
            <a:spLocks xmlns:a="http://schemas.openxmlformats.org/drawingml/2006/main" noGrp="1"/>
          </p:cNvSpPr>
          <p:nvPr/>
        </p:nvSpPr>
        <p:spPr>
          <a:xfrm xmlns:a="http://schemas.openxmlformats.org/drawingml/2006/main">
            <a:off x="136207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Compare a build with a reference image</a:t>
            </a:r>
          </a:p>
        </p:txBody>
      </p:sp>
      <p:sp>
        <p:nvSpPr>
          <p:cNvPr id="17" name="item-172">
            <a:extLst xmlns:a="http://schemas.openxmlformats.org/drawingml/2006/main">
              <a:ext uri="{FF2B5EF4-FFF2-40B4-BE49-F238E27FC236}">
                <a16:creationId xmlns:a16="http://schemas.microsoft.com/office/drawing/2014/main" id="{7552F9FF-9A7E-412A-AD27-EED724C4890E}"/>
              </a:ext>
            </a:extLst>
          </p:cNvPr>
          <p:cNvSpPr>
            <a:spLocks xmlns:a="http://schemas.openxmlformats.org/drawingml/2006/main" noGrp="1"/>
          </p:cNvSpPr>
          <p:nvPr/>
        </p:nvSpPr>
        <p:spPr>
          <a:xfrm xmlns:a="http://schemas.openxmlformats.org/drawingml/2006/main">
            <a:off x="6429375" y="20383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8" name="item-173">
            <a:extLst xmlns:a="http://schemas.openxmlformats.org/drawingml/2006/main">
              <a:ext uri="{FF2B5EF4-FFF2-40B4-BE49-F238E27FC236}">
                <a16:creationId xmlns:a16="http://schemas.microsoft.com/office/drawing/2014/main" id="{B6A014F9-DC12-44B4-A970-7C5D4DAE27EA}"/>
              </a:ext>
            </a:extLst>
          </p:cNvPr>
          <p:cNvSpPr>
            <a:spLocks xmlns:a="http://schemas.openxmlformats.org/drawingml/2006/main" noGrp="1"/>
          </p:cNvSpPr>
          <p:nvPr/>
        </p:nvSpPr>
        <p:spPr>
          <a:xfrm xmlns:a="http://schemas.openxmlformats.org/drawingml/2006/main">
            <a:off x="63150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37</a:t>
            </a:r>
          </a:p>
        </p:txBody>
      </p:sp>
      <p:sp>
        <p:nvSpPr>
          <p:cNvPr id="19" name="item-174">
            <a:extLst xmlns:a="http://schemas.openxmlformats.org/drawingml/2006/main">
              <a:ext uri="{FF2B5EF4-FFF2-40B4-BE49-F238E27FC236}">
                <a16:creationId xmlns:a16="http://schemas.microsoft.com/office/drawing/2014/main" id="{0407BD5A-5109-4846-AE82-2701078D5E72}"/>
              </a:ext>
            </a:extLst>
          </p:cNvPr>
          <p:cNvSpPr>
            <a:spLocks xmlns:a="http://schemas.openxmlformats.org/drawingml/2006/main" noGrp="1"/>
          </p:cNvSpPr>
          <p:nvPr/>
        </p:nvSpPr>
        <p:spPr>
          <a:xfrm xmlns:a="http://schemas.openxmlformats.org/drawingml/2006/main">
            <a:off x="698182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desktop and mobile layouts</a:t>
            </a:r>
          </a:p>
        </p:txBody>
      </p:sp>
      <p:sp>
        <p:nvSpPr>
          <p:cNvPr id="20" name="item-175">
            <a:extLst xmlns:a="http://schemas.openxmlformats.org/drawingml/2006/main">
              <a:ext uri="{FF2B5EF4-FFF2-40B4-BE49-F238E27FC236}">
                <a16:creationId xmlns:a16="http://schemas.microsoft.com/office/drawing/2014/main" id="{7AAB9B47-C3A9-4BA4-9D53-48CC19B19145}"/>
              </a:ext>
            </a:extLst>
          </p:cNvPr>
          <p:cNvSpPr>
            <a:spLocks xmlns:a="http://schemas.openxmlformats.org/drawingml/2006/main" noGrp="1"/>
          </p:cNvSpPr>
          <p:nvPr/>
        </p:nvSpPr>
        <p:spPr>
          <a:xfrm xmlns:a="http://schemas.openxmlformats.org/drawingml/2006/main">
            <a:off x="6429375" y="30670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21" name="item-176">
            <a:extLst xmlns:a="http://schemas.openxmlformats.org/drawingml/2006/main">
              <a:ext uri="{FF2B5EF4-FFF2-40B4-BE49-F238E27FC236}">
                <a16:creationId xmlns:a16="http://schemas.microsoft.com/office/drawing/2014/main" id="{846704E5-F75C-4BA0-BE48-2B390C6B0F61}"/>
              </a:ext>
            </a:extLst>
          </p:cNvPr>
          <p:cNvSpPr>
            <a:spLocks xmlns:a="http://schemas.openxmlformats.org/drawingml/2006/main" noGrp="1"/>
          </p:cNvSpPr>
          <p:nvPr/>
        </p:nvSpPr>
        <p:spPr>
          <a:xfrm xmlns:a="http://schemas.openxmlformats.org/drawingml/2006/main">
            <a:off x="631507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38</a:t>
            </a:r>
          </a:p>
        </p:txBody>
      </p:sp>
      <p:sp>
        <p:nvSpPr>
          <p:cNvPr id="22" name="item-177">
            <a:extLst xmlns:a="http://schemas.openxmlformats.org/drawingml/2006/main">
              <a:ext uri="{FF2B5EF4-FFF2-40B4-BE49-F238E27FC236}">
                <a16:creationId xmlns:a16="http://schemas.microsoft.com/office/drawing/2014/main" id="{8F623029-8199-42E4-95E8-8B0C864E2D88}"/>
              </a:ext>
            </a:extLst>
          </p:cNvPr>
          <p:cNvSpPr>
            <a:spLocks xmlns:a="http://schemas.openxmlformats.org/drawingml/2006/main" noGrp="1"/>
          </p:cNvSpPr>
          <p:nvPr/>
        </p:nvSpPr>
        <p:spPr>
          <a:xfrm xmlns:a="http://schemas.openxmlformats.org/drawingml/2006/main">
            <a:off x="698182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Test empty, error and success states</a:t>
            </a:r>
          </a:p>
        </p:txBody>
      </p:sp>
      <p:sp>
        <p:nvSpPr>
          <p:cNvPr id="23" name="item-178">
            <a:extLst xmlns:a="http://schemas.openxmlformats.org/drawingml/2006/main">
              <a:ext uri="{FF2B5EF4-FFF2-40B4-BE49-F238E27FC236}">
                <a16:creationId xmlns:a16="http://schemas.microsoft.com/office/drawing/2014/main" id="{C47668B6-9343-43C9-A7F5-88E5D2EA60EE}"/>
              </a:ext>
            </a:extLst>
          </p:cNvPr>
          <p:cNvSpPr>
            <a:spLocks xmlns:a="http://schemas.openxmlformats.org/drawingml/2006/main" noGrp="1"/>
          </p:cNvSpPr>
          <p:nvPr/>
        </p:nvSpPr>
        <p:spPr>
          <a:xfrm xmlns:a="http://schemas.openxmlformats.org/drawingml/2006/main">
            <a:off x="6429375" y="40957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24" name="item-179">
            <a:extLst xmlns:a="http://schemas.openxmlformats.org/drawingml/2006/main">
              <a:ext uri="{FF2B5EF4-FFF2-40B4-BE49-F238E27FC236}">
                <a16:creationId xmlns:a16="http://schemas.microsoft.com/office/drawing/2014/main" id="{07301DE0-67E1-4DA6-8F17-0103324FDABB}"/>
              </a:ext>
            </a:extLst>
          </p:cNvPr>
          <p:cNvSpPr>
            <a:spLocks xmlns:a="http://schemas.openxmlformats.org/drawingml/2006/main" noGrp="1"/>
          </p:cNvSpPr>
          <p:nvPr/>
        </p:nvSpPr>
        <p:spPr>
          <a:xfrm xmlns:a="http://schemas.openxmlformats.org/drawingml/2006/main">
            <a:off x="631507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39</a:t>
            </a:r>
          </a:p>
        </p:txBody>
      </p:sp>
      <p:sp>
        <p:nvSpPr>
          <p:cNvPr id="25" name="item-180">
            <a:extLst xmlns:a="http://schemas.openxmlformats.org/drawingml/2006/main">
              <a:ext uri="{FF2B5EF4-FFF2-40B4-BE49-F238E27FC236}">
                <a16:creationId xmlns:a16="http://schemas.microsoft.com/office/drawing/2014/main" id="{797B60D9-8770-4B98-85BF-DACC35A52A2C}"/>
              </a:ext>
            </a:extLst>
          </p:cNvPr>
          <p:cNvSpPr>
            <a:spLocks xmlns:a="http://schemas.openxmlformats.org/drawingml/2006/main" noGrp="1"/>
          </p:cNvSpPr>
          <p:nvPr/>
        </p:nvSpPr>
        <p:spPr>
          <a:xfrm xmlns:a="http://schemas.openxmlformats.org/drawingml/2006/main">
            <a:off x="698182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Inspect menus, dialogs and keyboard paths</a:t>
            </a:r>
          </a:p>
        </p:txBody>
      </p:sp>
      <p:sp>
        <p:nvSpPr>
          <p:cNvPr id="26" name="item-181">
            <a:extLst xmlns:a="http://schemas.openxmlformats.org/drawingml/2006/main">
              <a:ext uri="{FF2B5EF4-FFF2-40B4-BE49-F238E27FC236}">
                <a16:creationId xmlns:a16="http://schemas.microsoft.com/office/drawing/2014/main" id="{EB25C67A-C338-45EE-A5E2-1A1FB5C6B14B}"/>
              </a:ext>
            </a:extLst>
          </p:cNvPr>
          <p:cNvSpPr>
            <a:spLocks xmlns:a="http://schemas.openxmlformats.org/drawingml/2006/main" noGrp="1"/>
          </p:cNvSpPr>
          <p:nvPr/>
        </p:nvSpPr>
        <p:spPr>
          <a:xfrm xmlns:a="http://schemas.openxmlformats.org/drawingml/2006/main">
            <a:off x="6429375" y="51244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27" name="item-182">
            <a:extLst xmlns:a="http://schemas.openxmlformats.org/drawingml/2006/main">
              <a:ext uri="{FF2B5EF4-FFF2-40B4-BE49-F238E27FC236}">
                <a16:creationId xmlns:a16="http://schemas.microsoft.com/office/drawing/2014/main" id="{90754CD6-0385-4070-9380-C2771999283F}"/>
              </a:ext>
            </a:extLst>
          </p:cNvPr>
          <p:cNvSpPr>
            <a:spLocks xmlns:a="http://schemas.openxmlformats.org/drawingml/2006/main" noGrp="1"/>
          </p:cNvSpPr>
          <p:nvPr/>
        </p:nvSpPr>
        <p:spPr>
          <a:xfrm xmlns:a="http://schemas.openxmlformats.org/drawingml/2006/main">
            <a:off x="631507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40</a:t>
            </a:r>
          </a:p>
        </p:txBody>
      </p:sp>
      <p:sp>
        <p:nvSpPr>
          <p:cNvPr id="28" name="item-183">
            <a:extLst xmlns:a="http://schemas.openxmlformats.org/drawingml/2006/main">
              <a:ext uri="{FF2B5EF4-FFF2-40B4-BE49-F238E27FC236}">
                <a16:creationId xmlns:a16="http://schemas.microsoft.com/office/drawing/2014/main" id="{A6514541-84AE-43CB-B1B7-7CBE17B9B86F}"/>
              </a:ext>
            </a:extLst>
          </p:cNvPr>
          <p:cNvSpPr>
            <a:spLocks xmlns:a="http://schemas.openxmlformats.org/drawingml/2006/main" noGrp="1"/>
          </p:cNvSpPr>
          <p:nvPr/>
        </p:nvSpPr>
        <p:spPr>
          <a:xfrm xmlns:a="http://schemas.openxmlformats.org/drawingml/2006/main">
            <a:off x="698182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Capture regression evidence after a fix</a:t>
            </a:r>
          </a:p>
        </p:txBody>
      </p:sp>
    </p:spTree>
    <p:extLst>
      <p:ext uri="{BB962C8B-B14F-4D97-AF65-F5344CB8AC3E}">
        <p14:creationId xmlns:p14="http://schemas.microsoft.com/office/powerpoint/2010/main" val="36474446"/>
      </p:ext>
    </p:extLst>
  </p:cSld>
</p:sld>
</file>

<file path=ppt/slides/slide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item-184">
            <a:extLst xmlns:a="http://schemas.openxmlformats.org/drawingml/2006/main">
              <a:ext uri="{FF2B5EF4-FFF2-40B4-BE49-F238E27FC236}">
                <a16:creationId xmlns:a16="http://schemas.microsoft.com/office/drawing/2014/main" id="{CBA9908B-6FD3-4B6C-9B08-E563FE7271C3}"/>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Research and creative production</a:t>
            </a:r>
          </a:p>
        </p:txBody>
      </p:sp>
      <p:sp>
        <p:nvSpPr>
          <p:cNvPr id="2" name="item-185">
            <a:extLst xmlns:a="http://schemas.openxmlformats.org/drawingml/2006/main">
              <a:ext uri="{FF2B5EF4-FFF2-40B4-BE49-F238E27FC236}">
                <a16:creationId xmlns:a16="http://schemas.microsoft.com/office/drawing/2014/main" id="{0CF714F4-11DE-4292-B58A-EF3C8DC2E402}"/>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186">
            <a:extLst xmlns:a="http://schemas.openxmlformats.org/drawingml/2006/main">
              <a:ext uri="{FF2B5EF4-FFF2-40B4-BE49-F238E27FC236}">
                <a16:creationId xmlns:a16="http://schemas.microsoft.com/office/drawing/2014/main" id="{BDCB509B-733A-4C1D-9A1B-A88252595552}"/>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9</a:t>
            </a:r>
          </a:p>
        </p:txBody>
      </p:sp>
      <p:sp>
        <p:nvSpPr>
          <p:cNvPr id="4" name="item-187">
            <a:extLst xmlns:a="http://schemas.openxmlformats.org/drawingml/2006/main">
              <a:ext uri="{FF2B5EF4-FFF2-40B4-BE49-F238E27FC236}">
                <a16:creationId xmlns:a16="http://schemas.microsoft.com/office/drawing/2014/main" id="{1C83BAA9-079E-43D8-B0F6-F841BDCD76FD}"/>
              </a:ext>
            </a:extLst>
          </p:cNvPr>
          <p:cNvSpPr>
            <a:spLocks xmlns:a="http://schemas.openxmlformats.org/drawingml/2006/main" noGrp="1"/>
          </p:cNvSpPr>
          <p:nvPr/>
        </p:nvSpPr>
        <p:spPr>
          <a:xfrm xmlns:a="http://schemas.openxmlformats.org/drawingml/2006/main">
            <a:off x="762000" y="12668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Possible workflows to scope and verify</a:t>
            </a:r>
          </a:p>
        </p:txBody>
      </p:sp>
      <p:sp>
        <p:nvSpPr>
          <p:cNvPr id="5" name="item-188">
            <a:extLst xmlns:a="http://schemas.openxmlformats.org/drawingml/2006/main">
              <a:ext uri="{FF2B5EF4-FFF2-40B4-BE49-F238E27FC236}">
                <a16:creationId xmlns:a16="http://schemas.microsoft.com/office/drawing/2014/main" id="{E7EFEB50-13C2-4156-966E-CC1D92D08033}"/>
              </a:ext>
            </a:extLst>
          </p:cNvPr>
          <p:cNvSpPr>
            <a:spLocks xmlns:a="http://schemas.openxmlformats.org/drawingml/2006/main" noGrp="1"/>
          </p:cNvSpPr>
          <p:nvPr/>
        </p:nvSpPr>
        <p:spPr>
          <a:xfrm xmlns:a="http://schemas.openxmlformats.org/drawingml/2006/main">
            <a:off x="809625" y="20383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6" name="item-189">
            <a:extLst xmlns:a="http://schemas.openxmlformats.org/drawingml/2006/main">
              <a:ext uri="{FF2B5EF4-FFF2-40B4-BE49-F238E27FC236}">
                <a16:creationId xmlns:a16="http://schemas.microsoft.com/office/drawing/2014/main" id="{AB4B0883-F5CD-45D7-806D-9C4825291049}"/>
              </a:ext>
            </a:extLst>
          </p:cNvPr>
          <p:cNvSpPr>
            <a:spLocks xmlns:a="http://schemas.openxmlformats.org/drawingml/2006/main" noGrp="1"/>
          </p:cNvSpPr>
          <p:nvPr/>
        </p:nvSpPr>
        <p:spPr>
          <a:xfrm xmlns:a="http://schemas.openxmlformats.org/drawingml/2006/main">
            <a:off x="69532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41</a:t>
            </a:r>
          </a:p>
        </p:txBody>
      </p:sp>
      <p:sp>
        <p:nvSpPr>
          <p:cNvPr id="7" name="item-190">
            <a:extLst xmlns:a="http://schemas.openxmlformats.org/drawingml/2006/main">
              <a:ext uri="{FF2B5EF4-FFF2-40B4-BE49-F238E27FC236}">
                <a16:creationId xmlns:a16="http://schemas.microsoft.com/office/drawing/2014/main" id="{B0B9008D-826E-46EB-AB7E-00621A085903}"/>
              </a:ext>
            </a:extLst>
          </p:cNvPr>
          <p:cNvSpPr>
            <a:spLocks xmlns:a="http://schemas.openxmlformats.org/drawingml/2006/main" noGrp="1"/>
          </p:cNvSpPr>
          <p:nvPr/>
        </p:nvSpPr>
        <p:spPr>
          <a:xfrm xmlns:a="http://schemas.openxmlformats.org/drawingml/2006/main">
            <a:off x="136207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Compare published product specifications</a:t>
            </a:r>
          </a:p>
        </p:txBody>
      </p:sp>
      <p:sp>
        <p:nvSpPr>
          <p:cNvPr id="8" name="item-191">
            <a:extLst xmlns:a="http://schemas.openxmlformats.org/drawingml/2006/main">
              <a:ext uri="{FF2B5EF4-FFF2-40B4-BE49-F238E27FC236}">
                <a16:creationId xmlns:a16="http://schemas.microsoft.com/office/drawing/2014/main" id="{A03D2281-0716-4DCE-83D2-3F972F41649A}"/>
              </a:ext>
            </a:extLst>
          </p:cNvPr>
          <p:cNvSpPr>
            <a:spLocks xmlns:a="http://schemas.openxmlformats.org/drawingml/2006/main" noGrp="1"/>
          </p:cNvSpPr>
          <p:nvPr/>
        </p:nvSpPr>
        <p:spPr>
          <a:xfrm xmlns:a="http://schemas.openxmlformats.org/drawingml/2006/main">
            <a:off x="809625" y="30670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9" name="item-192">
            <a:extLst xmlns:a="http://schemas.openxmlformats.org/drawingml/2006/main">
              <a:ext uri="{FF2B5EF4-FFF2-40B4-BE49-F238E27FC236}">
                <a16:creationId xmlns:a16="http://schemas.microsoft.com/office/drawing/2014/main" id="{6A207A1A-87E9-4A10-B6B8-A0F70B7BBE69}"/>
              </a:ext>
            </a:extLst>
          </p:cNvPr>
          <p:cNvSpPr>
            <a:spLocks xmlns:a="http://schemas.openxmlformats.org/drawingml/2006/main" noGrp="1"/>
          </p:cNvSpPr>
          <p:nvPr/>
        </p:nvSpPr>
        <p:spPr>
          <a:xfrm xmlns:a="http://schemas.openxmlformats.org/drawingml/2006/main">
            <a:off x="69532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42</a:t>
            </a:r>
          </a:p>
        </p:txBody>
      </p:sp>
      <p:sp>
        <p:nvSpPr>
          <p:cNvPr id="10" name="item-193">
            <a:extLst xmlns:a="http://schemas.openxmlformats.org/drawingml/2006/main">
              <a:ext uri="{FF2B5EF4-FFF2-40B4-BE49-F238E27FC236}">
                <a16:creationId xmlns:a16="http://schemas.microsoft.com/office/drawing/2014/main" id="{1907A9DB-0D64-4466-B29A-18380F963618}"/>
              </a:ext>
            </a:extLst>
          </p:cNvPr>
          <p:cNvSpPr>
            <a:spLocks xmlns:a="http://schemas.openxmlformats.org/drawingml/2006/main" noGrp="1"/>
          </p:cNvSpPr>
          <p:nvPr/>
        </p:nvSpPr>
        <p:spPr>
          <a:xfrm xmlns:a="http://schemas.openxmlformats.org/drawingml/2006/main">
            <a:off x="136207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Collect cited details from several sites</a:t>
            </a:r>
          </a:p>
        </p:txBody>
      </p:sp>
      <p:sp>
        <p:nvSpPr>
          <p:cNvPr id="11" name="item-194">
            <a:extLst xmlns:a="http://schemas.openxmlformats.org/drawingml/2006/main">
              <a:ext uri="{FF2B5EF4-FFF2-40B4-BE49-F238E27FC236}">
                <a16:creationId xmlns:a16="http://schemas.microsoft.com/office/drawing/2014/main" id="{7D31188F-343A-45B9-AD30-102A4A87B15E}"/>
              </a:ext>
            </a:extLst>
          </p:cNvPr>
          <p:cNvSpPr>
            <a:spLocks xmlns:a="http://schemas.openxmlformats.org/drawingml/2006/main" noGrp="1"/>
          </p:cNvSpPr>
          <p:nvPr/>
        </p:nvSpPr>
        <p:spPr>
          <a:xfrm xmlns:a="http://schemas.openxmlformats.org/drawingml/2006/main">
            <a:off x="809625" y="40957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2" name="item-195">
            <a:extLst xmlns:a="http://schemas.openxmlformats.org/drawingml/2006/main">
              <a:ext uri="{FF2B5EF4-FFF2-40B4-BE49-F238E27FC236}">
                <a16:creationId xmlns:a16="http://schemas.microsoft.com/office/drawing/2014/main" id="{FD3AD859-DEC2-4956-B63B-61744FD43DF4}"/>
              </a:ext>
            </a:extLst>
          </p:cNvPr>
          <p:cNvSpPr>
            <a:spLocks xmlns:a="http://schemas.openxmlformats.org/drawingml/2006/main" noGrp="1"/>
          </p:cNvSpPr>
          <p:nvPr/>
        </p:nvSpPr>
        <p:spPr>
          <a:xfrm xmlns:a="http://schemas.openxmlformats.org/drawingml/2006/main">
            <a:off x="69532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43</a:t>
            </a:r>
          </a:p>
        </p:txBody>
      </p:sp>
      <p:sp>
        <p:nvSpPr>
          <p:cNvPr id="13" name="item-196">
            <a:extLst xmlns:a="http://schemas.openxmlformats.org/drawingml/2006/main">
              <a:ext uri="{FF2B5EF4-FFF2-40B4-BE49-F238E27FC236}">
                <a16:creationId xmlns:a16="http://schemas.microsoft.com/office/drawing/2014/main" id="{DC31EC42-00B0-4C67-BC36-05572E8CD3E6}"/>
              </a:ext>
            </a:extLst>
          </p:cNvPr>
          <p:cNvSpPr>
            <a:spLocks xmlns:a="http://schemas.openxmlformats.org/drawingml/2006/main" noGrp="1"/>
          </p:cNvSpPr>
          <p:nvPr/>
        </p:nvSpPr>
        <p:spPr>
          <a:xfrm xmlns:a="http://schemas.openxmlformats.org/drawingml/2006/main">
            <a:off x="136207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Review a slide deck visually</a:t>
            </a:r>
          </a:p>
        </p:txBody>
      </p:sp>
      <p:sp>
        <p:nvSpPr>
          <p:cNvPr id="14" name="item-197">
            <a:extLst xmlns:a="http://schemas.openxmlformats.org/drawingml/2006/main">
              <a:ext uri="{FF2B5EF4-FFF2-40B4-BE49-F238E27FC236}">
                <a16:creationId xmlns:a16="http://schemas.microsoft.com/office/drawing/2014/main" id="{B864A905-6251-48E2-8EE5-0B2FB020B098}"/>
              </a:ext>
            </a:extLst>
          </p:cNvPr>
          <p:cNvSpPr>
            <a:spLocks xmlns:a="http://schemas.openxmlformats.org/drawingml/2006/main" noGrp="1"/>
          </p:cNvSpPr>
          <p:nvPr/>
        </p:nvSpPr>
        <p:spPr>
          <a:xfrm xmlns:a="http://schemas.openxmlformats.org/drawingml/2006/main">
            <a:off x="809625" y="51244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5" name="item-198">
            <a:extLst xmlns:a="http://schemas.openxmlformats.org/drawingml/2006/main">
              <a:ext uri="{FF2B5EF4-FFF2-40B4-BE49-F238E27FC236}">
                <a16:creationId xmlns:a16="http://schemas.microsoft.com/office/drawing/2014/main" id="{22AA8410-3F96-4FC0-87B7-44CD002E11B2}"/>
              </a:ext>
            </a:extLst>
          </p:cNvPr>
          <p:cNvSpPr>
            <a:spLocks xmlns:a="http://schemas.openxmlformats.org/drawingml/2006/main" noGrp="1"/>
          </p:cNvSpPr>
          <p:nvPr/>
        </p:nvSpPr>
        <p:spPr>
          <a:xfrm xmlns:a="http://schemas.openxmlformats.org/drawingml/2006/main">
            <a:off x="69532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44</a:t>
            </a:r>
          </a:p>
        </p:txBody>
      </p:sp>
      <p:sp>
        <p:nvSpPr>
          <p:cNvPr id="16" name="item-199">
            <a:extLst xmlns:a="http://schemas.openxmlformats.org/drawingml/2006/main">
              <a:ext uri="{FF2B5EF4-FFF2-40B4-BE49-F238E27FC236}">
                <a16:creationId xmlns:a16="http://schemas.microsoft.com/office/drawing/2014/main" id="{007EF61F-2C89-4978-8511-C5AF72433083}"/>
              </a:ext>
            </a:extLst>
          </p:cNvPr>
          <p:cNvSpPr>
            <a:spLocks xmlns:a="http://schemas.openxmlformats.org/drawingml/2006/main" noGrp="1"/>
          </p:cNvSpPr>
          <p:nvPr/>
        </p:nvSpPr>
        <p:spPr>
          <a:xfrm xmlns:a="http://schemas.openxmlformats.org/drawingml/2006/main">
            <a:off x="136207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Check an exported PDF for layout issues</a:t>
            </a:r>
          </a:p>
        </p:txBody>
      </p:sp>
      <p:sp>
        <p:nvSpPr>
          <p:cNvPr id="17" name="item-200">
            <a:extLst xmlns:a="http://schemas.openxmlformats.org/drawingml/2006/main">
              <a:ext uri="{FF2B5EF4-FFF2-40B4-BE49-F238E27FC236}">
                <a16:creationId xmlns:a16="http://schemas.microsoft.com/office/drawing/2014/main" id="{98A1CDF3-6781-49F5-96F9-5E5965BA9490}"/>
              </a:ext>
            </a:extLst>
          </p:cNvPr>
          <p:cNvSpPr>
            <a:spLocks xmlns:a="http://schemas.openxmlformats.org/drawingml/2006/main" noGrp="1"/>
          </p:cNvSpPr>
          <p:nvPr/>
        </p:nvSpPr>
        <p:spPr>
          <a:xfrm xmlns:a="http://schemas.openxmlformats.org/drawingml/2006/main">
            <a:off x="6429375" y="20383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8" name="item-201">
            <a:extLst xmlns:a="http://schemas.openxmlformats.org/drawingml/2006/main">
              <a:ext uri="{FF2B5EF4-FFF2-40B4-BE49-F238E27FC236}">
                <a16:creationId xmlns:a16="http://schemas.microsoft.com/office/drawing/2014/main" id="{6CC380C7-F374-46B6-A95B-9EA141A200A9}"/>
              </a:ext>
            </a:extLst>
          </p:cNvPr>
          <p:cNvSpPr>
            <a:spLocks xmlns:a="http://schemas.openxmlformats.org/drawingml/2006/main" noGrp="1"/>
          </p:cNvSpPr>
          <p:nvPr/>
        </p:nvSpPr>
        <p:spPr>
          <a:xfrm xmlns:a="http://schemas.openxmlformats.org/drawingml/2006/main">
            <a:off x="63150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45</a:t>
            </a:r>
          </a:p>
        </p:txBody>
      </p:sp>
      <p:sp>
        <p:nvSpPr>
          <p:cNvPr id="19" name="item-202">
            <a:extLst xmlns:a="http://schemas.openxmlformats.org/drawingml/2006/main">
              <a:ext uri="{FF2B5EF4-FFF2-40B4-BE49-F238E27FC236}">
                <a16:creationId xmlns:a16="http://schemas.microsoft.com/office/drawing/2014/main" id="{14AEB450-2FC2-4416-93C4-CB0041A25DAA}"/>
              </a:ext>
            </a:extLst>
          </p:cNvPr>
          <p:cNvSpPr>
            <a:spLocks xmlns:a="http://schemas.openxmlformats.org/drawingml/2006/main" noGrp="1"/>
          </p:cNvSpPr>
          <p:nvPr/>
        </p:nvSpPr>
        <p:spPr>
          <a:xfrm xmlns:a="http://schemas.openxmlformats.org/drawingml/2006/main">
            <a:off x="6981825" y="19240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Inspect a CMS preview before publishing</a:t>
            </a:r>
          </a:p>
        </p:txBody>
      </p:sp>
      <p:sp>
        <p:nvSpPr>
          <p:cNvPr id="20" name="item-203">
            <a:extLst xmlns:a="http://schemas.openxmlformats.org/drawingml/2006/main">
              <a:ext uri="{FF2B5EF4-FFF2-40B4-BE49-F238E27FC236}">
                <a16:creationId xmlns:a16="http://schemas.microsoft.com/office/drawing/2014/main" id="{0F51B3C7-B8CC-4C58-B33C-E5F89BE09DBD}"/>
              </a:ext>
            </a:extLst>
          </p:cNvPr>
          <p:cNvSpPr>
            <a:spLocks xmlns:a="http://schemas.openxmlformats.org/drawingml/2006/main" noGrp="1"/>
          </p:cNvSpPr>
          <p:nvPr/>
        </p:nvSpPr>
        <p:spPr>
          <a:xfrm xmlns:a="http://schemas.openxmlformats.org/drawingml/2006/main">
            <a:off x="6429375" y="30670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21" name="item-204">
            <a:extLst xmlns:a="http://schemas.openxmlformats.org/drawingml/2006/main">
              <a:ext uri="{FF2B5EF4-FFF2-40B4-BE49-F238E27FC236}">
                <a16:creationId xmlns:a16="http://schemas.microsoft.com/office/drawing/2014/main" id="{8B4F15CF-9C18-4CEB-9DB7-27ED536BE174}"/>
              </a:ext>
            </a:extLst>
          </p:cNvPr>
          <p:cNvSpPr>
            <a:spLocks xmlns:a="http://schemas.openxmlformats.org/drawingml/2006/main" noGrp="1"/>
          </p:cNvSpPr>
          <p:nvPr/>
        </p:nvSpPr>
        <p:spPr>
          <a:xfrm xmlns:a="http://schemas.openxmlformats.org/drawingml/2006/main">
            <a:off x="6315075" y="3067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46</a:t>
            </a:r>
          </a:p>
        </p:txBody>
      </p:sp>
      <p:sp>
        <p:nvSpPr>
          <p:cNvPr id="22" name="item-205">
            <a:extLst xmlns:a="http://schemas.openxmlformats.org/drawingml/2006/main">
              <a:ext uri="{FF2B5EF4-FFF2-40B4-BE49-F238E27FC236}">
                <a16:creationId xmlns:a16="http://schemas.microsoft.com/office/drawing/2014/main" id="{2F889C18-3399-496E-BB20-CD9E3CB398AB}"/>
              </a:ext>
            </a:extLst>
          </p:cNvPr>
          <p:cNvSpPr>
            <a:spLocks xmlns:a="http://schemas.openxmlformats.org/drawingml/2006/main" noGrp="1"/>
          </p:cNvSpPr>
          <p:nvPr/>
        </p:nvSpPr>
        <p:spPr>
          <a:xfrm xmlns:a="http://schemas.openxmlformats.org/drawingml/2006/main">
            <a:off x="6981825" y="29527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Prepare a content draft in an editor</a:t>
            </a:r>
          </a:p>
        </p:txBody>
      </p:sp>
      <p:sp>
        <p:nvSpPr>
          <p:cNvPr id="23" name="item-206">
            <a:extLst xmlns:a="http://schemas.openxmlformats.org/drawingml/2006/main">
              <a:ext uri="{FF2B5EF4-FFF2-40B4-BE49-F238E27FC236}">
                <a16:creationId xmlns:a16="http://schemas.microsoft.com/office/drawing/2014/main" id="{D612288D-F52F-4B93-B898-B02AAFC157F5}"/>
              </a:ext>
            </a:extLst>
          </p:cNvPr>
          <p:cNvSpPr>
            <a:spLocks xmlns:a="http://schemas.openxmlformats.org/drawingml/2006/main" noGrp="1"/>
          </p:cNvSpPr>
          <p:nvPr/>
        </p:nvSpPr>
        <p:spPr>
          <a:xfrm xmlns:a="http://schemas.openxmlformats.org/drawingml/2006/main">
            <a:off x="6429375" y="40957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24" name="item-207">
            <a:extLst xmlns:a="http://schemas.openxmlformats.org/drawingml/2006/main">
              <a:ext uri="{FF2B5EF4-FFF2-40B4-BE49-F238E27FC236}">
                <a16:creationId xmlns:a16="http://schemas.microsoft.com/office/drawing/2014/main" id="{350B5CED-4AE9-43BF-BC07-902A42F029E0}"/>
              </a:ext>
            </a:extLst>
          </p:cNvPr>
          <p:cNvSpPr>
            <a:spLocks xmlns:a="http://schemas.openxmlformats.org/drawingml/2006/main" noGrp="1"/>
          </p:cNvSpPr>
          <p:nvPr/>
        </p:nvSpPr>
        <p:spPr>
          <a:xfrm xmlns:a="http://schemas.openxmlformats.org/drawingml/2006/main">
            <a:off x="6315075" y="4095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47</a:t>
            </a:r>
          </a:p>
        </p:txBody>
      </p:sp>
      <p:sp>
        <p:nvSpPr>
          <p:cNvPr id="25" name="item-208">
            <a:extLst xmlns:a="http://schemas.openxmlformats.org/drawingml/2006/main">
              <a:ext uri="{FF2B5EF4-FFF2-40B4-BE49-F238E27FC236}">
                <a16:creationId xmlns:a16="http://schemas.microsoft.com/office/drawing/2014/main" id="{A2E3CD48-C51A-4AFD-A79A-7C48F1928DD3}"/>
              </a:ext>
            </a:extLst>
          </p:cNvPr>
          <p:cNvSpPr>
            <a:spLocks xmlns:a="http://schemas.openxmlformats.org/drawingml/2006/main" noGrp="1"/>
          </p:cNvSpPr>
          <p:nvPr/>
        </p:nvSpPr>
        <p:spPr>
          <a:xfrm xmlns:a="http://schemas.openxmlformats.org/drawingml/2006/main">
            <a:off x="6981825" y="39814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Document a workflow with screenshots</a:t>
            </a:r>
          </a:p>
        </p:txBody>
      </p:sp>
      <p:sp>
        <p:nvSpPr>
          <p:cNvPr id="26" name="item-209">
            <a:extLst xmlns:a="http://schemas.openxmlformats.org/drawingml/2006/main">
              <a:ext uri="{FF2B5EF4-FFF2-40B4-BE49-F238E27FC236}">
                <a16:creationId xmlns:a16="http://schemas.microsoft.com/office/drawing/2014/main" id="{7CF8204F-844E-4921-982B-3A0DD8A5E06E}"/>
              </a:ext>
            </a:extLst>
          </p:cNvPr>
          <p:cNvSpPr>
            <a:spLocks xmlns:a="http://schemas.openxmlformats.org/drawingml/2006/main" noGrp="1"/>
          </p:cNvSpPr>
          <p:nvPr/>
        </p:nvSpPr>
        <p:spPr>
          <a:xfrm xmlns:a="http://schemas.openxmlformats.org/drawingml/2006/main">
            <a:off x="6429375" y="51244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27" name="item-210">
            <a:extLst xmlns:a="http://schemas.openxmlformats.org/drawingml/2006/main">
              <a:ext uri="{FF2B5EF4-FFF2-40B4-BE49-F238E27FC236}">
                <a16:creationId xmlns:a16="http://schemas.microsoft.com/office/drawing/2014/main" id="{1704FD5C-7AB3-4C5E-99E2-1E1857D967AF}"/>
              </a:ext>
            </a:extLst>
          </p:cNvPr>
          <p:cNvSpPr>
            <a:spLocks xmlns:a="http://schemas.openxmlformats.org/drawingml/2006/main" noGrp="1"/>
          </p:cNvSpPr>
          <p:nvPr/>
        </p:nvSpPr>
        <p:spPr>
          <a:xfrm xmlns:a="http://schemas.openxmlformats.org/drawingml/2006/main">
            <a:off x="6315075" y="5124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48</a:t>
            </a:r>
          </a:p>
        </p:txBody>
      </p:sp>
      <p:sp>
        <p:nvSpPr>
          <p:cNvPr id="28" name="item-211">
            <a:extLst xmlns:a="http://schemas.openxmlformats.org/drawingml/2006/main">
              <a:ext uri="{FF2B5EF4-FFF2-40B4-BE49-F238E27FC236}">
                <a16:creationId xmlns:a16="http://schemas.microsoft.com/office/drawing/2014/main" id="{A3B1F15E-D914-43C8-92BE-5D459A82874F}"/>
              </a:ext>
            </a:extLst>
          </p:cNvPr>
          <p:cNvSpPr>
            <a:spLocks xmlns:a="http://schemas.openxmlformats.org/drawingml/2006/main" noGrp="1"/>
          </p:cNvSpPr>
          <p:nvPr/>
        </p:nvSpPr>
        <p:spPr>
          <a:xfrm xmlns:a="http://schemas.openxmlformats.org/drawingml/2006/main">
            <a:off x="6981825" y="50101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Review rendered images, charts or video frames</a:t>
            </a:r>
          </a:p>
        </p:txBody>
      </p:sp>
    </p:spTree>
    <p:extLst>
      <p:ext uri="{BB962C8B-B14F-4D97-AF65-F5344CB8AC3E}">
        <p14:creationId xmlns:p14="http://schemas.microsoft.com/office/powerpoint/2010/main" val="1321680339"/>
      </p:ext>
    </p:extLst>
  </p:cSld>
</p:sld>
</file>

<file path=ppt/slides/slide1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item-212">
            <a:extLst xmlns:a="http://schemas.openxmlformats.org/drawingml/2006/main">
              <a:ext uri="{FF2B5EF4-FFF2-40B4-BE49-F238E27FC236}">
                <a16:creationId xmlns:a16="http://schemas.microsoft.com/office/drawing/2014/main" id="{07AFEB43-C23E-4C2C-940B-23189671D89E}"/>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 browser is one possible surface</a:t>
            </a:r>
          </a:p>
        </p:txBody>
      </p:sp>
      <p:sp>
        <p:nvSpPr>
          <p:cNvPr id="2" name="item-213">
            <a:extLst xmlns:a="http://schemas.openxmlformats.org/drawingml/2006/main">
              <a:ext uri="{FF2B5EF4-FFF2-40B4-BE49-F238E27FC236}">
                <a16:creationId xmlns:a16="http://schemas.microsoft.com/office/drawing/2014/main" id="{63061F48-4122-4C8F-8F58-52E7CD37613A}"/>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14">
            <a:extLst xmlns:a="http://schemas.openxmlformats.org/drawingml/2006/main">
              <a:ext uri="{FF2B5EF4-FFF2-40B4-BE49-F238E27FC236}">
                <a16:creationId xmlns:a16="http://schemas.microsoft.com/office/drawing/2014/main" id="{C61EC275-83C6-4E19-B10B-0449E000255C}"/>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10</a:t>
            </a:r>
          </a:p>
        </p:txBody>
      </p:sp>
      <p:sp>
        <p:nvSpPr>
          <p:cNvPr id="4" name="item-215">
            <a:extLst xmlns:a="http://schemas.openxmlformats.org/drawingml/2006/main">
              <a:ext uri="{FF2B5EF4-FFF2-40B4-BE49-F238E27FC236}">
                <a16:creationId xmlns:a16="http://schemas.microsoft.com/office/drawing/2014/main" id="{814168A6-0DBC-4872-A076-F9B3EA0FF313}"/>
              </a:ext>
            </a:extLst>
          </p:cNvPr>
          <p:cNvSpPr>
            <a:spLocks xmlns:a="http://schemas.openxmlformats.org/drawingml/2006/main" noGrp="1"/>
          </p:cNvSpPr>
          <p:nvPr/>
        </p:nvSpPr>
        <p:spPr>
          <a:xfrm xmlns:a="http://schemas.openxmlformats.org/drawingml/2006/main">
            <a:off x="809625" y="2066925"/>
            <a:ext cx="4648200" cy="2209800"/>
          </a:xfrm>
          <a:prstGeom xmlns:a="http://schemas.openxmlformats.org/drawingml/2006/main" prst="roundRect">
            <a:avLst>
              <a:gd name="adj" fmla="val 3448"/>
            </a:avLst>
          </a:prstGeom>
          <a:solidFill xmlns:a="http://schemas.openxmlformats.org/drawingml/2006/main">
            <a:srgbClr val="FFFFFF"/>
          </a:solidFill>
          <a:ln xmlns:a="http://schemas.openxmlformats.org/drawingml/2006/main" w="19050">
            <a:solidFill>
              <a:srgbClr val="477BBD"/>
            </a:solidFill>
          </a:ln>
        </p:spPr>
      </p:sp>
      <p:sp>
        <p:nvSpPr>
          <p:cNvPr id="5" name="item-216">
            <a:extLst xmlns:a="http://schemas.openxmlformats.org/drawingml/2006/main">
              <a:ext uri="{FF2B5EF4-FFF2-40B4-BE49-F238E27FC236}">
                <a16:creationId xmlns:a16="http://schemas.microsoft.com/office/drawing/2014/main" id="{8BEB44F5-F6B0-4BBD-AE81-F771A960EB14}"/>
              </a:ext>
            </a:extLst>
          </p:cNvPr>
          <p:cNvSpPr>
            <a:spLocks xmlns:a="http://schemas.openxmlformats.org/drawingml/2006/main" noGrp="1"/>
          </p:cNvSpPr>
          <p:nvPr/>
        </p:nvSpPr>
        <p:spPr>
          <a:xfrm xmlns:a="http://schemas.openxmlformats.org/drawingml/2006/main">
            <a:off x="923925" y="2200275"/>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Internal browser</a:t>
            </a:r>
          </a:p>
        </p:txBody>
      </p:sp>
      <p:sp>
        <p:nvSpPr>
          <p:cNvPr id="6" name="item-217">
            <a:extLst xmlns:a="http://schemas.openxmlformats.org/drawingml/2006/main">
              <a:ext uri="{FF2B5EF4-FFF2-40B4-BE49-F238E27FC236}">
                <a16:creationId xmlns:a16="http://schemas.microsoft.com/office/drawing/2014/main" id="{AC446E58-2E86-4C8B-A7B9-0CA6681B0CB8}"/>
              </a:ext>
            </a:extLst>
          </p:cNvPr>
          <p:cNvSpPr>
            <a:spLocks xmlns:a="http://schemas.openxmlformats.org/drawingml/2006/main" noGrp="1"/>
          </p:cNvSpPr>
          <p:nvPr/>
        </p:nvSpPr>
        <p:spPr>
          <a:xfrm xmlns:a="http://schemas.openxmlformats.org/drawingml/2006/main">
            <a:off x="962025" y="2676525"/>
            <a:ext cx="4343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 separate profile inside this chat</a:t>
            </a:r>
          </a:p>
        </p:txBody>
      </p:sp>
      <p:sp>
        <p:nvSpPr>
          <p:cNvPr id="7" name="item-218">
            <a:extLst xmlns:a="http://schemas.openxmlformats.org/drawingml/2006/main">
              <a:ext uri="{FF2B5EF4-FFF2-40B4-BE49-F238E27FC236}">
                <a16:creationId xmlns:a16="http://schemas.microsoft.com/office/drawing/2014/main" id="{46021915-D506-405C-B3B4-1C5E258E11A8}"/>
              </a:ext>
            </a:extLst>
          </p:cNvPr>
          <p:cNvSpPr>
            <a:spLocks xmlns:a="http://schemas.openxmlformats.org/drawingml/2006/main" noGrp="1"/>
          </p:cNvSpPr>
          <p:nvPr/>
        </p:nvSpPr>
        <p:spPr>
          <a:xfrm xmlns:a="http://schemas.openxmlformats.org/drawingml/2006/main">
            <a:off x="6762750" y="2066925"/>
            <a:ext cx="4648200" cy="2209800"/>
          </a:xfrm>
          <a:prstGeom xmlns:a="http://schemas.openxmlformats.org/drawingml/2006/main" prst="roundRect">
            <a:avLst>
              <a:gd name="adj" fmla="val 3448"/>
            </a:avLst>
          </a:prstGeom>
          <a:solidFill xmlns:a="http://schemas.openxmlformats.org/drawingml/2006/main">
            <a:srgbClr val="FFFFFF"/>
          </a:solidFill>
          <a:ln xmlns:a="http://schemas.openxmlformats.org/drawingml/2006/main" w="19050">
            <a:solidFill>
              <a:srgbClr val="8872B3"/>
            </a:solidFill>
          </a:ln>
        </p:spPr>
      </p:sp>
      <p:sp>
        <p:nvSpPr>
          <p:cNvPr id="8" name="item-219">
            <a:extLst xmlns:a="http://schemas.openxmlformats.org/drawingml/2006/main">
              <a:ext uri="{FF2B5EF4-FFF2-40B4-BE49-F238E27FC236}">
                <a16:creationId xmlns:a16="http://schemas.microsoft.com/office/drawing/2014/main" id="{DA1CFD1E-AE58-4806-B501-F2E4A65D0E89}"/>
              </a:ext>
            </a:extLst>
          </p:cNvPr>
          <p:cNvSpPr>
            <a:spLocks xmlns:a="http://schemas.openxmlformats.org/drawingml/2006/main" noGrp="1"/>
          </p:cNvSpPr>
          <p:nvPr/>
        </p:nvSpPr>
        <p:spPr>
          <a:xfrm xmlns:a="http://schemas.openxmlformats.org/drawingml/2006/main">
            <a:off x="6877050" y="2200275"/>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Desktop app</a:t>
            </a:r>
          </a:p>
        </p:txBody>
      </p:sp>
      <p:sp>
        <p:nvSpPr>
          <p:cNvPr id="9" name="item-220">
            <a:extLst xmlns:a="http://schemas.openxmlformats.org/drawingml/2006/main">
              <a:ext uri="{FF2B5EF4-FFF2-40B4-BE49-F238E27FC236}">
                <a16:creationId xmlns:a16="http://schemas.microsoft.com/office/drawing/2014/main" id="{7EBF1509-B21D-4C0A-868F-A0319615644F}"/>
              </a:ext>
            </a:extLst>
          </p:cNvPr>
          <p:cNvSpPr>
            <a:spLocks xmlns:a="http://schemas.openxmlformats.org/drawingml/2006/main" noGrp="1"/>
          </p:cNvSpPr>
          <p:nvPr/>
        </p:nvSpPr>
        <p:spPr>
          <a:xfrm xmlns:a="http://schemas.openxmlformats.org/drawingml/2006/main">
            <a:off x="6915150" y="2676525"/>
            <a:ext cx="4343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 permitted app on the computer</a:t>
            </a:r>
          </a:p>
        </p:txBody>
      </p:sp>
      <p:sp>
        <p:nvSpPr>
          <p:cNvPr id="10" name="item-221">
            <a:extLst xmlns:a="http://schemas.openxmlformats.org/drawingml/2006/main">
              <a:ext uri="{FF2B5EF4-FFF2-40B4-BE49-F238E27FC236}">
                <a16:creationId xmlns:a16="http://schemas.microsoft.com/office/drawing/2014/main" id="{4D22DA2A-0695-458D-9EBD-D813F9E6E646}"/>
              </a:ext>
            </a:extLst>
          </p:cNvPr>
          <p:cNvSpPr>
            <a:spLocks xmlns:a="http://schemas.openxmlformats.org/drawingml/2006/main" noGrp="1"/>
          </p:cNvSpPr>
          <p:nvPr/>
        </p:nvSpPr>
        <p:spPr>
          <a:xfrm xmlns:a="http://schemas.openxmlformats.org/drawingml/2006/main">
            <a:off x="1238250" y="4914900"/>
            <a:ext cx="971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700" b="1">
                <a:solidFill>
                  <a:srgbClr val="378775"/>
                </a:solidFill>
                <a:latin typeface="Arial"/>
                <a:ea typeface="Arial"/>
                <a:cs typeface="Arial"/>
              </a:defRPr>
            </a:defPPr>
            <a:lvl1pPr algn="ctr">
              <a:defRPr sz="2700" b="1">
                <a:solidFill>
                  <a:srgbClr val="378775"/>
                </a:solidFill>
                <a:latin typeface="Arial"/>
                <a:ea typeface="Arial"/>
                <a:cs typeface="Arial"/>
              </a:defRPr>
            </a:lvl1pPr>
            <a:lvl2pPr algn="ctr">
              <a:defRPr sz="2700" b="1">
                <a:solidFill>
                  <a:srgbClr val="378775"/>
                </a:solidFill>
                <a:latin typeface="Arial"/>
                <a:ea typeface="Arial"/>
                <a:cs typeface="Arial"/>
              </a:defRPr>
            </a:lvl2pPr>
            <a:lvl3pPr algn="ctr">
              <a:defRPr sz="2700" b="1">
                <a:solidFill>
                  <a:srgbClr val="378775"/>
                </a:solidFill>
                <a:latin typeface="Arial"/>
                <a:ea typeface="Arial"/>
                <a:cs typeface="Arial"/>
              </a:defRPr>
            </a:lvl3pPr>
            <a:lvl4pPr algn="ctr">
              <a:defRPr sz="2700" b="1">
                <a:solidFill>
                  <a:srgbClr val="378775"/>
                </a:solidFill>
                <a:latin typeface="Arial"/>
                <a:ea typeface="Arial"/>
                <a:cs typeface="Arial"/>
              </a:defRPr>
            </a:lvl4pPr>
            <a:lvl5pPr algn="ctr">
              <a:defRPr sz="2700" b="1">
                <a:solidFill>
                  <a:srgbClr val="378775"/>
                </a:solidFill>
                <a:latin typeface="Arial"/>
                <a:ea typeface="Arial"/>
                <a:cs typeface="Arial"/>
              </a:defRPr>
            </a:lvl5pPr>
            <a:lvl6pPr algn="ctr">
              <a:defRPr sz="2700" b="1">
                <a:solidFill>
                  <a:srgbClr val="378775"/>
                </a:solidFill>
                <a:latin typeface="Arial"/>
                <a:ea typeface="Arial"/>
                <a:cs typeface="Arial"/>
              </a:defRPr>
            </a:lvl6pPr>
            <a:lvl7pPr algn="ctr">
              <a:defRPr sz="2700" b="1">
                <a:solidFill>
                  <a:srgbClr val="378775"/>
                </a:solidFill>
                <a:latin typeface="Arial"/>
                <a:ea typeface="Arial"/>
                <a:cs typeface="Arial"/>
              </a:defRPr>
            </a:lvl7pPr>
            <a:lvl8pPr algn="ctr">
              <a:defRPr sz="2700" b="1">
                <a:solidFill>
                  <a:srgbClr val="378775"/>
                </a:solidFill>
                <a:latin typeface="Arial"/>
                <a:ea typeface="Arial"/>
                <a:cs typeface="Arial"/>
              </a:defRPr>
            </a:lvl8pPr>
            <a:lvl9pPr algn="ctr">
              <a:defRPr sz="2700" b="1">
                <a:solidFill>
                  <a:srgbClr val="378775"/>
                </a:solidFill>
                <a:latin typeface="Arial"/>
                <a:ea typeface="Arial"/>
                <a:cs typeface="Arial"/>
              </a:defRPr>
            </a:lvl9pPr>
          </a:lstStyle>
          <a:p xmlns:a="http://schemas.openxmlformats.org/drawingml/2006/main">
            <a:pPr algn="ctr">
              <a:defRPr sz="2700" b="1">
                <a:solidFill>
                  <a:srgbClr val="378775"/>
                </a:solidFill>
                <a:latin typeface="Arial"/>
                <a:ea typeface="Arial"/>
                <a:cs typeface="Arial"/>
              </a:defRPr>
            </a:pPr>
            <a:r>
              <a:rPr sz="2700" b="1">
                <a:solidFill>
                  <a:srgbClr val="378775"/>
                </a:solidFill>
                <a:latin typeface="Arial"/>
                <a:ea typeface="Arial"/>
                <a:cs typeface="Arial"/>
              </a:rPr>
              <a:t>Today’s examples all use the internal @Browser</a:t>
            </a:r>
          </a:p>
        </p:txBody>
      </p:sp>
    </p:spTree>
    <p:extLst>
      <p:ext uri="{BB962C8B-B14F-4D97-AF65-F5344CB8AC3E}">
        <p14:creationId xmlns:p14="http://schemas.microsoft.com/office/powerpoint/2010/main" val="1118169372"/>
      </p:ext>
    </p:extLst>
  </p:cSld>
</p:sld>
</file>

<file path=ppt/slides/slide1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F0A59002-DF60-4F6B-A678-EE4BD13798A3}"/>
              </a:ext>
            </a:extLst>
          </p:cNvPr>
          <p:cNvCxnSpPr>
            <a:stCxn xmlns:a="http://schemas.openxmlformats.org/drawingml/2006/main" id="13" idx="3"/>
            <a:endCxn xmlns:a="http://schemas.openxmlformats.org/drawingml/2006/main" id="17" idx="1"/>
          </p:cNvCxnSpPr>
          <p:nvPr/>
        </p:nvCxnSpPr>
        <p:spPr>
          <a:xfrm xmlns:a="http://schemas.openxmlformats.org/drawingml/2006/main">
            <a:off x="8679657" y="3548063"/>
            <a:ext cx="333374"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6" name="">
            <a:extLst xmlns:a="http://schemas.openxmlformats.org/drawingml/2006/main">
              <a:ext uri="{FF2B5EF4-FFF2-40B4-BE49-F238E27FC236}">
                <a16:creationId xmlns:a16="http://schemas.microsoft.com/office/drawing/2014/main" id="{C5E5D347-B3E7-4BF2-ACE9-74E3BD71510B}"/>
              </a:ext>
            </a:extLst>
          </p:cNvPr>
          <p:cNvCxnSpPr>
            <a:stCxn xmlns:a="http://schemas.openxmlformats.org/drawingml/2006/main" id="9" idx="3"/>
            <a:endCxn xmlns:a="http://schemas.openxmlformats.org/drawingml/2006/main" id="13" idx="1"/>
          </p:cNvCxnSpPr>
          <p:nvPr/>
        </p:nvCxnSpPr>
        <p:spPr>
          <a:xfrm xmlns:a="http://schemas.openxmlformats.org/drawingml/2006/main">
            <a:off x="5929313" y="3548063"/>
            <a:ext cx="333375"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2" name="">
            <a:extLst xmlns:a="http://schemas.openxmlformats.org/drawingml/2006/main">
              <a:ext uri="{FF2B5EF4-FFF2-40B4-BE49-F238E27FC236}">
                <a16:creationId xmlns:a16="http://schemas.microsoft.com/office/drawing/2014/main" id="{0AEEA827-71C7-4869-A144-AF5597A9BA4B}"/>
              </a:ext>
            </a:extLst>
          </p:cNvPr>
          <p:cNvCxnSpPr>
            <a:stCxn xmlns:a="http://schemas.openxmlformats.org/drawingml/2006/main" id="6" idx="3"/>
            <a:endCxn xmlns:a="http://schemas.openxmlformats.org/drawingml/2006/main" id="9" idx="1"/>
          </p:cNvCxnSpPr>
          <p:nvPr/>
        </p:nvCxnSpPr>
        <p:spPr>
          <a:xfrm xmlns:a="http://schemas.openxmlformats.org/drawingml/2006/main">
            <a:off x="3178969" y="3548063"/>
            <a:ext cx="333375" cy="0"/>
          </a:xfrm>
          <a:prstGeom xmlns:a="http://schemas.openxmlformats.org/drawingml/2006/main" prst="straightConnector1">
            <a:avLst/>
          </a:prstGeom>
          <a:ln xmlns:a="http://schemas.openxmlformats.org/drawingml/2006/main" w="23813">
            <a:solidFill>
              <a:srgbClr val="477BBD"/>
            </a:solidFill>
            <a:tailEnd type="arrow" w="sm" len="sm"/>
          </a:ln>
        </p:spPr>
      </p:cxnSp>
      <p:sp>
        <p:nvSpPr>
          <p:cNvPr id="22" name="item-222">
            <a:extLst xmlns:a="http://schemas.openxmlformats.org/drawingml/2006/main">
              <a:ext uri="{FF2B5EF4-FFF2-40B4-BE49-F238E27FC236}">
                <a16:creationId xmlns:a16="http://schemas.microsoft.com/office/drawing/2014/main" id="{5E3A0271-DF63-4790-B65A-FF8E75B872A5}"/>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CUA_REPL in plain English</a:t>
            </a:r>
          </a:p>
        </p:txBody>
      </p:sp>
      <p:sp>
        <p:nvSpPr>
          <p:cNvPr id="2" name="item-223">
            <a:extLst xmlns:a="http://schemas.openxmlformats.org/drawingml/2006/main">
              <a:ext uri="{FF2B5EF4-FFF2-40B4-BE49-F238E27FC236}">
                <a16:creationId xmlns:a16="http://schemas.microsoft.com/office/drawing/2014/main" id="{0A9DB756-6E01-4B7A-9236-3B7F09B334F7}"/>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24">
            <a:extLst xmlns:a="http://schemas.openxmlformats.org/drawingml/2006/main">
              <a:ext uri="{FF2B5EF4-FFF2-40B4-BE49-F238E27FC236}">
                <a16:creationId xmlns:a16="http://schemas.microsoft.com/office/drawing/2014/main" id="{7FABB360-3F3C-4E68-95FB-0BB7D8A8DD81}"/>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11</a:t>
            </a:r>
          </a:p>
        </p:txBody>
      </p:sp>
      <p:sp>
        <p:nvSpPr>
          <p:cNvPr id="4" name="item-225">
            <a:extLst xmlns:a="http://schemas.openxmlformats.org/drawingml/2006/main">
              <a:ext uri="{FF2B5EF4-FFF2-40B4-BE49-F238E27FC236}">
                <a16:creationId xmlns:a16="http://schemas.microsoft.com/office/drawing/2014/main" id="{7867E2A5-6164-4A31-BB70-ADAF998666B6}"/>
              </a:ext>
            </a:extLst>
          </p:cNvPr>
          <p:cNvSpPr>
            <a:spLocks xmlns:a="http://schemas.openxmlformats.org/drawingml/2006/main" noGrp="1"/>
          </p:cNvSpPr>
          <p:nvPr/>
        </p:nvSpPr>
        <p:spPr>
          <a:xfrm xmlns:a="http://schemas.openxmlformats.org/drawingml/2006/main">
            <a:off x="857250" y="143827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000" b="1">
                <a:solidFill>
                  <a:srgbClr val="152D46"/>
                </a:solidFill>
                <a:latin typeface="Arial"/>
                <a:ea typeface="Arial"/>
                <a:cs typeface="Arial"/>
              </a:defRPr>
            </a:defPPr>
            <a:lvl1pPr algn="ctr">
              <a:defRPr sz="3000" b="1">
                <a:solidFill>
                  <a:srgbClr val="152D46"/>
                </a:solidFill>
                <a:latin typeface="Arial"/>
                <a:ea typeface="Arial"/>
                <a:cs typeface="Arial"/>
              </a:defRPr>
            </a:lvl1pPr>
            <a:lvl2pPr algn="ctr">
              <a:defRPr sz="3000" b="1">
                <a:solidFill>
                  <a:srgbClr val="152D46"/>
                </a:solidFill>
                <a:latin typeface="Arial"/>
                <a:ea typeface="Arial"/>
                <a:cs typeface="Arial"/>
              </a:defRPr>
            </a:lvl2pPr>
            <a:lvl3pPr algn="ctr">
              <a:defRPr sz="3000" b="1">
                <a:solidFill>
                  <a:srgbClr val="152D46"/>
                </a:solidFill>
                <a:latin typeface="Arial"/>
                <a:ea typeface="Arial"/>
                <a:cs typeface="Arial"/>
              </a:defRPr>
            </a:lvl3pPr>
            <a:lvl4pPr algn="ctr">
              <a:defRPr sz="3000" b="1">
                <a:solidFill>
                  <a:srgbClr val="152D46"/>
                </a:solidFill>
                <a:latin typeface="Arial"/>
                <a:ea typeface="Arial"/>
                <a:cs typeface="Arial"/>
              </a:defRPr>
            </a:lvl4pPr>
            <a:lvl5pPr algn="ctr">
              <a:defRPr sz="3000" b="1">
                <a:solidFill>
                  <a:srgbClr val="152D46"/>
                </a:solidFill>
                <a:latin typeface="Arial"/>
                <a:ea typeface="Arial"/>
                <a:cs typeface="Arial"/>
              </a:defRPr>
            </a:lvl5pPr>
            <a:lvl6pPr algn="ctr">
              <a:defRPr sz="3000" b="1">
                <a:solidFill>
                  <a:srgbClr val="152D46"/>
                </a:solidFill>
                <a:latin typeface="Arial"/>
                <a:ea typeface="Arial"/>
                <a:cs typeface="Arial"/>
              </a:defRPr>
            </a:lvl6pPr>
            <a:lvl7pPr algn="ctr">
              <a:defRPr sz="3000" b="1">
                <a:solidFill>
                  <a:srgbClr val="152D46"/>
                </a:solidFill>
                <a:latin typeface="Arial"/>
                <a:ea typeface="Arial"/>
                <a:cs typeface="Arial"/>
              </a:defRPr>
            </a:lvl7pPr>
            <a:lvl8pPr algn="ctr">
              <a:defRPr sz="3000" b="1">
                <a:solidFill>
                  <a:srgbClr val="152D46"/>
                </a:solidFill>
                <a:latin typeface="Arial"/>
                <a:ea typeface="Arial"/>
                <a:cs typeface="Arial"/>
              </a:defRPr>
            </a:lvl8pPr>
            <a:lvl9pPr algn="ctr">
              <a:defRPr sz="3000" b="1">
                <a:solidFill>
                  <a:srgbClr val="152D46"/>
                </a:solidFill>
                <a:latin typeface="Arial"/>
                <a:ea typeface="Arial"/>
                <a:cs typeface="Arial"/>
              </a:defRPr>
            </a:lvl9pPr>
          </a:lstStyle>
          <a:p xmlns:a="http://schemas.openxmlformats.org/drawingml/2006/main">
            <a:pPr algn="ctr">
              <a:defRPr sz="3000" b="1">
                <a:solidFill>
                  <a:srgbClr val="152D46"/>
                </a:solidFill>
                <a:latin typeface="Arial"/>
                <a:ea typeface="Arial"/>
                <a:cs typeface="Arial"/>
              </a:defRPr>
            </a:pPr>
            <a:r>
              <a:rPr sz="3000" b="1">
                <a:solidFill>
                  <a:srgbClr val="152D46"/>
                </a:solidFill>
                <a:latin typeface="Arial"/>
                <a:ea typeface="Arial"/>
                <a:cs typeface="Arial"/>
              </a:rPr>
              <a:t>A JavaScript control room for Computer Use</a:t>
            </a:r>
          </a:p>
        </p:txBody>
      </p:sp>
      <p:sp>
        <p:nvSpPr>
          <p:cNvPr id="5" name="item-226">
            <a:extLst xmlns:a="http://schemas.openxmlformats.org/drawingml/2006/main">
              <a:ext uri="{FF2B5EF4-FFF2-40B4-BE49-F238E27FC236}">
                <a16:creationId xmlns:a16="http://schemas.microsoft.com/office/drawing/2014/main" id="{65A4E04D-04A7-4F53-9D5E-1C74EC7205AE}"/>
              </a:ext>
            </a:extLst>
          </p:cNvPr>
          <p:cNvSpPr>
            <a:spLocks xmlns:a="http://schemas.openxmlformats.org/drawingml/2006/main" noGrp="1"/>
          </p:cNvSpPr>
          <p:nvPr/>
        </p:nvSpPr>
        <p:spPr>
          <a:xfrm xmlns:a="http://schemas.openxmlformats.org/drawingml/2006/main">
            <a:off x="857250" y="22288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477BBD"/>
                </a:solidFill>
                <a:latin typeface="Arial"/>
                <a:ea typeface="Arial"/>
                <a:cs typeface="Arial"/>
              </a:defRPr>
            </a:defPPr>
            <a:lvl1pPr algn="l">
              <a:defRPr sz="1725" b="0">
                <a:solidFill>
                  <a:srgbClr val="477BBD"/>
                </a:solidFill>
                <a:latin typeface="Arial"/>
                <a:ea typeface="Arial"/>
                <a:cs typeface="Arial"/>
              </a:defRPr>
            </a:lvl1pPr>
            <a:lvl2pPr algn="l">
              <a:defRPr sz="1725" b="0">
                <a:solidFill>
                  <a:srgbClr val="477BBD"/>
                </a:solidFill>
                <a:latin typeface="Arial"/>
                <a:ea typeface="Arial"/>
                <a:cs typeface="Arial"/>
              </a:defRPr>
            </a:lvl2pPr>
            <a:lvl3pPr algn="l">
              <a:defRPr sz="1725" b="0">
                <a:solidFill>
                  <a:srgbClr val="477BBD"/>
                </a:solidFill>
                <a:latin typeface="Arial"/>
                <a:ea typeface="Arial"/>
                <a:cs typeface="Arial"/>
              </a:defRPr>
            </a:lvl3pPr>
            <a:lvl4pPr algn="l">
              <a:defRPr sz="1725" b="0">
                <a:solidFill>
                  <a:srgbClr val="477BBD"/>
                </a:solidFill>
                <a:latin typeface="Arial"/>
                <a:ea typeface="Arial"/>
                <a:cs typeface="Arial"/>
              </a:defRPr>
            </a:lvl4pPr>
            <a:lvl5pPr algn="l">
              <a:defRPr sz="1725" b="0">
                <a:solidFill>
                  <a:srgbClr val="477BBD"/>
                </a:solidFill>
                <a:latin typeface="Arial"/>
                <a:ea typeface="Arial"/>
                <a:cs typeface="Arial"/>
              </a:defRPr>
            </a:lvl5pPr>
            <a:lvl6pPr algn="l">
              <a:defRPr sz="1725" b="0">
                <a:solidFill>
                  <a:srgbClr val="477BBD"/>
                </a:solidFill>
                <a:latin typeface="Arial"/>
                <a:ea typeface="Arial"/>
                <a:cs typeface="Arial"/>
              </a:defRPr>
            </a:lvl6pPr>
            <a:lvl7pPr algn="l">
              <a:defRPr sz="1725" b="0">
                <a:solidFill>
                  <a:srgbClr val="477BBD"/>
                </a:solidFill>
                <a:latin typeface="Arial"/>
                <a:ea typeface="Arial"/>
                <a:cs typeface="Arial"/>
              </a:defRPr>
            </a:lvl7pPr>
            <a:lvl8pPr algn="l">
              <a:defRPr sz="1725" b="0">
                <a:solidFill>
                  <a:srgbClr val="477BBD"/>
                </a:solidFill>
                <a:latin typeface="Arial"/>
                <a:ea typeface="Arial"/>
                <a:cs typeface="Arial"/>
              </a:defRPr>
            </a:lvl8pPr>
            <a:lvl9pPr algn="l">
              <a:defRPr sz="1725" b="0">
                <a:solidFill>
                  <a:srgbClr val="477BBD"/>
                </a:solidFill>
                <a:latin typeface="Arial"/>
                <a:ea typeface="Arial"/>
                <a:cs typeface="Arial"/>
              </a:defRPr>
            </a:lvl9pPr>
          </a:lstStyle>
          <a:p xmlns:a="http://schemas.openxmlformats.org/drawingml/2006/main">
            <a:pPr algn="l">
              <a:defRPr sz="1725" b="0">
                <a:solidFill>
                  <a:srgbClr val="477BBD"/>
                </a:solidFill>
                <a:latin typeface="Arial"/>
                <a:ea typeface="Arial"/>
                <a:cs typeface="Arial"/>
              </a:defRPr>
            </a:pPr>
            <a:r>
              <a:rPr sz="1725" b="0">
                <a:solidFill>
                  <a:srgbClr val="477BBD"/>
                </a:solidFill>
                <a:latin typeface="Arial"/>
                <a:ea typeface="Arial"/>
                <a:cs typeface="Arial"/>
              </a:rPr>
              <a:t>CUA = Computer-Using Agent</a:t>
            </a:r>
          </a:p>
        </p:txBody>
      </p:sp>
      <p:sp>
        <p:nvSpPr>
          <p:cNvPr id="6" name="item-227">
            <a:extLst xmlns:a="http://schemas.openxmlformats.org/drawingml/2006/main">
              <a:ext uri="{FF2B5EF4-FFF2-40B4-BE49-F238E27FC236}">
                <a16:creationId xmlns:a16="http://schemas.microsoft.com/office/drawing/2014/main" id="{F0834322-9443-4D6A-86F0-B972F4E6C7B1}"/>
              </a:ext>
            </a:extLst>
          </p:cNvPr>
          <p:cNvSpPr>
            <a:spLocks xmlns:a="http://schemas.openxmlformats.org/drawingml/2006/main" noGrp="1"/>
          </p:cNvSpPr>
          <p:nvPr/>
        </p:nvSpPr>
        <p:spPr>
          <a:xfrm xmlns:a="http://schemas.openxmlformats.org/drawingml/2006/main">
            <a:off x="762000" y="271462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477BBD"/>
            </a:solidFill>
          </a:ln>
        </p:spPr>
      </p:sp>
      <p:sp>
        <p:nvSpPr>
          <p:cNvPr id="7" name="item-228">
            <a:extLst xmlns:a="http://schemas.openxmlformats.org/drawingml/2006/main">
              <a:ext uri="{FF2B5EF4-FFF2-40B4-BE49-F238E27FC236}">
                <a16:creationId xmlns:a16="http://schemas.microsoft.com/office/drawing/2014/main" id="{2A3FB7C0-2B28-40E8-B60F-48F83885E458}"/>
              </a:ext>
            </a:extLst>
          </p:cNvPr>
          <p:cNvSpPr>
            <a:spLocks xmlns:a="http://schemas.openxmlformats.org/drawingml/2006/main" noGrp="1"/>
          </p:cNvSpPr>
          <p:nvPr/>
        </p:nvSpPr>
        <p:spPr>
          <a:xfrm xmlns:a="http://schemas.openxmlformats.org/drawingml/2006/main">
            <a:off x="876300" y="284797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Read</a:t>
            </a:r>
          </a:p>
        </p:txBody>
      </p:sp>
      <p:sp>
        <p:nvSpPr>
          <p:cNvPr id="8" name="item-229">
            <a:extLst xmlns:a="http://schemas.openxmlformats.org/drawingml/2006/main">
              <a:ext uri="{FF2B5EF4-FFF2-40B4-BE49-F238E27FC236}">
                <a16:creationId xmlns:a16="http://schemas.microsoft.com/office/drawing/2014/main" id="{00DCEFEF-8CBB-4C3A-A371-9CE90E1AEC74}"/>
              </a:ext>
            </a:extLst>
          </p:cNvPr>
          <p:cNvSpPr>
            <a:spLocks xmlns:a="http://schemas.openxmlformats.org/drawingml/2006/main" noGrp="1"/>
          </p:cNvSpPr>
          <p:nvPr/>
        </p:nvSpPr>
        <p:spPr>
          <a:xfrm xmlns:a="http://schemas.openxmlformats.org/drawingml/2006/main">
            <a:off x="914400" y="332422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Accept the code</a:t>
            </a:r>
          </a:p>
        </p:txBody>
      </p:sp>
      <p:sp>
        <p:nvSpPr>
          <p:cNvPr id="9" name="item-230">
            <a:extLst xmlns:a="http://schemas.openxmlformats.org/drawingml/2006/main">
              <a:ext uri="{FF2B5EF4-FFF2-40B4-BE49-F238E27FC236}">
                <a16:creationId xmlns:a16="http://schemas.microsoft.com/office/drawing/2014/main" id="{F54FD6E9-D58F-4541-A8A0-A3449E777755}"/>
              </a:ext>
            </a:extLst>
          </p:cNvPr>
          <p:cNvSpPr>
            <a:spLocks xmlns:a="http://schemas.openxmlformats.org/drawingml/2006/main" noGrp="1"/>
          </p:cNvSpPr>
          <p:nvPr/>
        </p:nvSpPr>
        <p:spPr>
          <a:xfrm xmlns:a="http://schemas.openxmlformats.org/drawingml/2006/main">
            <a:off x="3512344" y="271462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8872B3"/>
            </a:solidFill>
          </a:ln>
        </p:spPr>
      </p:sp>
      <p:sp>
        <p:nvSpPr>
          <p:cNvPr id="10" name="item-231">
            <a:extLst xmlns:a="http://schemas.openxmlformats.org/drawingml/2006/main">
              <a:ext uri="{FF2B5EF4-FFF2-40B4-BE49-F238E27FC236}">
                <a16:creationId xmlns:a16="http://schemas.microsoft.com/office/drawing/2014/main" id="{6EE8731F-FAD2-45FD-BF36-E0AF6FD89F77}"/>
              </a:ext>
            </a:extLst>
          </p:cNvPr>
          <p:cNvSpPr>
            <a:spLocks xmlns:a="http://schemas.openxmlformats.org/drawingml/2006/main" noGrp="1"/>
          </p:cNvSpPr>
          <p:nvPr/>
        </p:nvSpPr>
        <p:spPr>
          <a:xfrm xmlns:a="http://schemas.openxmlformats.org/drawingml/2006/main">
            <a:off x="3626644" y="284797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Evaluate</a:t>
            </a:r>
          </a:p>
        </p:txBody>
      </p:sp>
      <p:sp>
        <p:nvSpPr>
          <p:cNvPr id="11" name="item-232">
            <a:extLst xmlns:a="http://schemas.openxmlformats.org/drawingml/2006/main">
              <a:ext uri="{FF2B5EF4-FFF2-40B4-BE49-F238E27FC236}">
                <a16:creationId xmlns:a16="http://schemas.microsoft.com/office/drawing/2014/main" id="{A2D66F17-A863-4DEC-AEC7-19031AD46E07}"/>
              </a:ext>
            </a:extLst>
          </p:cNvPr>
          <p:cNvSpPr>
            <a:spLocks xmlns:a="http://schemas.openxmlformats.org/drawingml/2006/main" noGrp="1"/>
          </p:cNvSpPr>
          <p:nvPr/>
        </p:nvSpPr>
        <p:spPr>
          <a:xfrm xmlns:a="http://schemas.openxmlformats.org/drawingml/2006/main">
            <a:off x="3664744" y="332422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Run the instructions</a:t>
            </a:r>
          </a:p>
        </p:txBody>
      </p:sp>
      <p:sp>
        <p:nvSpPr>
          <p:cNvPr id="13" name="item-233">
            <a:extLst xmlns:a="http://schemas.openxmlformats.org/drawingml/2006/main">
              <a:ext uri="{FF2B5EF4-FFF2-40B4-BE49-F238E27FC236}">
                <a16:creationId xmlns:a16="http://schemas.microsoft.com/office/drawing/2014/main" id="{4067CDF4-319F-4F5E-83C3-053B09693FDF}"/>
              </a:ext>
            </a:extLst>
          </p:cNvPr>
          <p:cNvSpPr>
            <a:spLocks xmlns:a="http://schemas.openxmlformats.org/drawingml/2006/main" noGrp="1"/>
          </p:cNvSpPr>
          <p:nvPr/>
        </p:nvSpPr>
        <p:spPr>
          <a:xfrm xmlns:a="http://schemas.openxmlformats.org/drawingml/2006/main">
            <a:off x="6262688" y="271462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B98030"/>
            </a:solidFill>
          </a:ln>
        </p:spPr>
      </p:sp>
      <p:sp>
        <p:nvSpPr>
          <p:cNvPr id="14" name="item-234">
            <a:extLst xmlns:a="http://schemas.openxmlformats.org/drawingml/2006/main">
              <a:ext uri="{FF2B5EF4-FFF2-40B4-BE49-F238E27FC236}">
                <a16:creationId xmlns:a16="http://schemas.microsoft.com/office/drawing/2014/main" id="{93EEDF4B-4DC4-46C6-9B04-9DC68764F8D4}"/>
              </a:ext>
            </a:extLst>
          </p:cNvPr>
          <p:cNvSpPr>
            <a:spLocks xmlns:a="http://schemas.openxmlformats.org/drawingml/2006/main" noGrp="1"/>
          </p:cNvSpPr>
          <p:nvPr/>
        </p:nvSpPr>
        <p:spPr>
          <a:xfrm xmlns:a="http://schemas.openxmlformats.org/drawingml/2006/main">
            <a:off x="6376988" y="284797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B98030"/>
                </a:solidFill>
                <a:latin typeface="Arial"/>
                <a:ea typeface="Arial"/>
                <a:cs typeface="Arial"/>
              </a:defRPr>
            </a:defPPr>
            <a:lvl1pPr algn="ctr">
              <a:defRPr sz="2175" b="1">
                <a:solidFill>
                  <a:srgbClr val="B98030"/>
                </a:solidFill>
                <a:latin typeface="Arial"/>
                <a:ea typeface="Arial"/>
                <a:cs typeface="Arial"/>
              </a:defRPr>
            </a:lvl1pPr>
            <a:lvl2pPr algn="ctr">
              <a:defRPr sz="2175" b="1">
                <a:solidFill>
                  <a:srgbClr val="B98030"/>
                </a:solidFill>
                <a:latin typeface="Arial"/>
                <a:ea typeface="Arial"/>
                <a:cs typeface="Arial"/>
              </a:defRPr>
            </a:lvl2pPr>
            <a:lvl3pPr algn="ctr">
              <a:defRPr sz="2175" b="1">
                <a:solidFill>
                  <a:srgbClr val="B98030"/>
                </a:solidFill>
                <a:latin typeface="Arial"/>
                <a:ea typeface="Arial"/>
                <a:cs typeface="Arial"/>
              </a:defRPr>
            </a:lvl3pPr>
            <a:lvl4pPr algn="ctr">
              <a:defRPr sz="2175" b="1">
                <a:solidFill>
                  <a:srgbClr val="B98030"/>
                </a:solidFill>
                <a:latin typeface="Arial"/>
                <a:ea typeface="Arial"/>
                <a:cs typeface="Arial"/>
              </a:defRPr>
            </a:lvl4pPr>
            <a:lvl5pPr algn="ctr">
              <a:defRPr sz="2175" b="1">
                <a:solidFill>
                  <a:srgbClr val="B98030"/>
                </a:solidFill>
                <a:latin typeface="Arial"/>
                <a:ea typeface="Arial"/>
                <a:cs typeface="Arial"/>
              </a:defRPr>
            </a:lvl5pPr>
            <a:lvl6pPr algn="ctr">
              <a:defRPr sz="2175" b="1">
                <a:solidFill>
                  <a:srgbClr val="B98030"/>
                </a:solidFill>
                <a:latin typeface="Arial"/>
                <a:ea typeface="Arial"/>
                <a:cs typeface="Arial"/>
              </a:defRPr>
            </a:lvl6pPr>
            <a:lvl7pPr algn="ctr">
              <a:defRPr sz="2175" b="1">
                <a:solidFill>
                  <a:srgbClr val="B98030"/>
                </a:solidFill>
                <a:latin typeface="Arial"/>
                <a:ea typeface="Arial"/>
                <a:cs typeface="Arial"/>
              </a:defRPr>
            </a:lvl7pPr>
            <a:lvl8pPr algn="ctr">
              <a:defRPr sz="2175" b="1">
                <a:solidFill>
                  <a:srgbClr val="B98030"/>
                </a:solidFill>
                <a:latin typeface="Arial"/>
                <a:ea typeface="Arial"/>
                <a:cs typeface="Arial"/>
              </a:defRPr>
            </a:lvl8pPr>
            <a:lvl9pPr algn="ctr">
              <a:defRPr sz="2175" b="1">
                <a:solidFill>
                  <a:srgbClr val="B98030"/>
                </a:solidFill>
                <a:latin typeface="Arial"/>
                <a:ea typeface="Arial"/>
                <a:cs typeface="Arial"/>
              </a:defRPr>
            </a:lvl9pPr>
          </a:lstStyle>
          <a:p xmlns:a="http://schemas.openxmlformats.org/drawingml/2006/main">
            <a:pPr algn="ctr">
              <a:defRPr sz="2175" b="1">
                <a:solidFill>
                  <a:srgbClr val="B98030"/>
                </a:solidFill>
                <a:latin typeface="Arial"/>
                <a:ea typeface="Arial"/>
                <a:cs typeface="Arial"/>
              </a:defRPr>
            </a:pPr>
            <a:r>
              <a:rPr sz="2175" b="1">
                <a:solidFill>
                  <a:srgbClr val="B98030"/>
                </a:solidFill>
                <a:latin typeface="Arial"/>
                <a:ea typeface="Arial"/>
                <a:cs typeface="Arial"/>
              </a:rPr>
              <a:t>Print</a:t>
            </a:r>
          </a:p>
        </p:txBody>
      </p:sp>
      <p:sp>
        <p:nvSpPr>
          <p:cNvPr id="15" name="item-235">
            <a:extLst xmlns:a="http://schemas.openxmlformats.org/drawingml/2006/main">
              <a:ext uri="{FF2B5EF4-FFF2-40B4-BE49-F238E27FC236}">
                <a16:creationId xmlns:a16="http://schemas.microsoft.com/office/drawing/2014/main" id="{A6A2D4ED-2E6B-46F4-99E1-AEC3A7065894}"/>
              </a:ext>
            </a:extLst>
          </p:cNvPr>
          <p:cNvSpPr>
            <a:spLocks xmlns:a="http://schemas.openxmlformats.org/drawingml/2006/main" noGrp="1"/>
          </p:cNvSpPr>
          <p:nvPr/>
        </p:nvSpPr>
        <p:spPr>
          <a:xfrm xmlns:a="http://schemas.openxmlformats.org/drawingml/2006/main">
            <a:off x="6415088" y="332422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Return output</a:t>
            </a:r>
          </a:p>
        </p:txBody>
      </p:sp>
      <p:sp>
        <p:nvSpPr>
          <p:cNvPr id="17" name="item-236">
            <a:extLst xmlns:a="http://schemas.openxmlformats.org/drawingml/2006/main">
              <a:ext uri="{FF2B5EF4-FFF2-40B4-BE49-F238E27FC236}">
                <a16:creationId xmlns:a16="http://schemas.microsoft.com/office/drawing/2014/main" id="{97CBB86B-DC48-47E0-B32D-46965623325F}"/>
              </a:ext>
            </a:extLst>
          </p:cNvPr>
          <p:cNvSpPr>
            <a:spLocks xmlns:a="http://schemas.openxmlformats.org/drawingml/2006/main" noGrp="1"/>
          </p:cNvSpPr>
          <p:nvPr/>
        </p:nvSpPr>
        <p:spPr>
          <a:xfrm xmlns:a="http://schemas.openxmlformats.org/drawingml/2006/main">
            <a:off x="9013031" y="271462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378775"/>
            </a:solidFill>
          </a:ln>
        </p:spPr>
      </p:sp>
      <p:sp>
        <p:nvSpPr>
          <p:cNvPr id="18" name="item-237">
            <a:extLst xmlns:a="http://schemas.openxmlformats.org/drawingml/2006/main">
              <a:ext uri="{FF2B5EF4-FFF2-40B4-BE49-F238E27FC236}">
                <a16:creationId xmlns:a16="http://schemas.microsoft.com/office/drawing/2014/main" id="{6715A8C4-E949-4C46-8090-3ED48A84B3A8}"/>
              </a:ext>
            </a:extLst>
          </p:cNvPr>
          <p:cNvSpPr>
            <a:spLocks xmlns:a="http://schemas.openxmlformats.org/drawingml/2006/main" noGrp="1"/>
          </p:cNvSpPr>
          <p:nvPr/>
        </p:nvSpPr>
        <p:spPr>
          <a:xfrm xmlns:a="http://schemas.openxmlformats.org/drawingml/2006/main">
            <a:off x="9127331" y="284797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Loop</a:t>
            </a:r>
          </a:p>
        </p:txBody>
      </p:sp>
      <p:sp>
        <p:nvSpPr>
          <p:cNvPr id="19" name="item-238">
            <a:extLst xmlns:a="http://schemas.openxmlformats.org/drawingml/2006/main">
              <a:ext uri="{FF2B5EF4-FFF2-40B4-BE49-F238E27FC236}">
                <a16:creationId xmlns:a16="http://schemas.microsoft.com/office/drawing/2014/main" id="{6B534D22-E921-46A6-9113-83B5BD63F031}"/>
              </a:ext>
            </a:extLst>
          </p:cNvPr>
          <p:cNvSpPr>
            <a:spLocks xmlns:a="http://schemas.openxmlformats.org/drawingml/2006/main" noGrp="1"/>
          </p:cNvSpPr>
          <p:nvPr/>
        </p:nvSpPr>
        <p:spPr>
          <a:xfrm xmlns:a="http://schemas.openxmlformats.org/drawingml/2006/main">
            <a:off x="9165431" y="332422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Accept the next call</a:t>
            </a:r>
          </a:p>
        </p:txBody>
      </p:sp>
      <p:sp>
        <p:nvSpPr>
          <p:cNvPr id="21" name="item-239">
            <a:extLst xmlns:a="http://schemas.openxmlformats.org/drawingml/2006/main">
              <a:ext uri="{FF2B5EF4-FFF2-40B4-BE49-F238E27FC236}">
                <a16:creationId xmlns:a16="http://schemas.microsoft.com/office/drawing/2014/main" id="{C1CB1E4B-7CC9-400D-A41E-B38B5E105C8F}"/>
              </a:ext>
            </a:extLst>
          </p:cNvPr>
          <p:cNvSpPr>
            <a:spLocks xmlns:a="http://schemas.openxmlformats.org/drawingml/2006/main" noGrp="1"/>
          </p:cNvSpPr>
          <p:nvPr/>
        </p:nvSpPr>
        <p:spPr>
          <a:xfrm xmlns:a="http://schemas.openxmlformats.org/drawingml/2006/main">
            <a:off x="857250" y="52959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8872B3"/>
                </a:solidFill>
                <a:latin typeface="Arial"/>
                <a:ea typeface="Arial"/>
                <a:cs typeface="Arial"/>
              </a:defRPr>
            </a:defPPr>
            <a:lvl1pPr algn="l">
              <a:defRPr sz="1725" b="0">
                <a:solidFill>
                  <a:srgbClr val="8872B3"/>
                </a:solidFill>
                <a:latin typeface="Arial"/>
                <a:ea typeface="Arial"/>
                <a:cs typeface="Arial"/>
              </a:defRPr>
            </a:lvl1pPr>
            <a:lvl2pPr algn="l">
              <a:defRPr sz="1725" b="0">
                <a:solidFill>
                  <a:srgbClr val="8872B3"/>
                </a:solidFill>
                <a:latin typeface="Arial"/>
                <a:ea typeface="Arial"/>
                <a:cs typeface="Arial"/>
              </a:defRPr>
            </a:lvl2pPr>
            <a:lvl3pPr algn="l">
              <a:defRPr sz="1725" b="0">
                <a:solidFill>
                  <a:srgbClr val="8872B3"/>
                </a:solidFill>
                <a:latin typeface="Arial"/>
                <a:ea typeface="Arial"/>
                <a:cs typeface="Arial"/>
              </a:defRPr>
            </a:lvl3pPr>
            <a:lvl4pPr algn="l">
              <a:defRPr sz="1725" b="0">
                <a:solidFill>
                  <a:srgbClr val="8872B3"/>
                </a:solidFill>
                <a:latin typeface="Arial"/>
                <a:ea typeface="Arial"/>
                <a:cs typeface="Arial"/>
              </a:defRPr>
            </a:lvl4pPr>
            <a:lvl5pPr algn="l">
              <a:defRPr sz="1725" b="0">
                <a:solidFill>
                  <a:srgbClr val="8872B3"/>
                </a:solidFill>
                <a:latin typeface="Arial"/>
                <a:ea typeface="Arial"/>
                <a:cs typeface="Arial"/>
              </a:defRPr>
            </a:lvl5pPr>
            <a:lvl6pPr algn="l">
              <a:defRPr sz="1725" b="0">
                <a:solidFill>
                  <a:srgbClr val="8872B3"/>
                </a:solidFill>
                <a:latin typeface="Arial"/>
                <a:ea typeface="Arial"/>
                <a:cs typeface="Arial"/>
              </a:defRPr>
            </a:lvl6pPr>
            <a:lvl7pPr algn="l">
              <a:defRPr sz="1725" b="0">
                <a:solidFill>
                  <a:srgbClr val="8872B3"/>
                </a:solidFill>
                <a:latin typeface="Arial"/>
                <a:ea typeface="Arial"/>
                <a:cs typeface="Arial"/>
              </a:defRPr>
            </a:lvl7pPr>
            <a:lvl8pPr algn="l">
              <a:defRPr sz="1725" b="0">
                <a:solidFill>
                  <a:srgbClr val="8872B3"/>
                </a:solidFill>
                <a:latin typeface="Arial"/>
                <a:ea typeface="Arial"/>
                <a:cs typeface="Arial"/>
              </a:defRPr>
            </a:lvl8pPr>
            <a:lvl9pPr algn="l">
              <a:defRPr sz="1725" b="0">
                <a:solidFill>
                  <a:srgbClr val="8872B3"/>
                </a:solidFill>
                <a:latin typeface="Arial"/>
                <a:ea typeface="Arial"/>
                <a:cs typeface="Arial"/>
              </a:defRPr>
            </a:lvl9pPr>
          </a:lstStyle>
          <a:p xmlns:a="http://schemas.openxmlformats.org/drawingml/2006/main">
            <a:pPr algn="l">
              <a:defRPr sz="1725" b="0">
                <a:solidFill>
                  <a:srgbClr val="8872B3"/>
                </a:solidFill>
                <a:latin typeface="Arial"/>
                <a:ea typeface="Arial"/>
                <a:cs typeface="Arial"/>
              </a:defRPr>
            </a:pPr>
            <a:r>
              <a:rPr sz="1725" b="0">
                <a:solidFill>
                  <a:srgbClr val="8872B3"/>
                </a:solidFill>
                <a:latin typeface="Arial"/>
                <a:ea typeface="Arial"/>
                <a:cs typeface="Arial"/>
              </a:rPr>
              <a:t>REPL = Read–Evaluate–Print Loop</a:t>
            </a:r>
          </a:p>
        </p:txBody>
      </p:sp>
    </p:spTree>
    <p:extLst>
      <p:ext uri="{BB962C8B-B14F-4D97-AF65-F5344CB8AC3E}">
        <p14:creationId xmlns:p14="http://schemas.microsoft.com/office/powerpoint/2010/main" val="1344732599"/>
      </p:ext>
    </p:extLst>
  </p:cSld>
</p:sld>
</file>

<file path=ppt/slides/slide1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4" name="item-240">
            <a:extLst xmlns:a="http://schemas.openxmlformats.org/drawingml/2006/main">
              <a:ext uri="{FF2B5EF4-FFF2-40B4-BE49-F238E27FC236}">
                <a16:creationId xmlns:a16="http://schemas.microsoft.com/office/drawing/2014/main" id="{BAC2FE25-CA26-49DE-8523-634C9A06B441}"/>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model, the tool and the connection</a:t>
            </a:r>
          </a:p>
        </p:txBody>
      </p:sp>
      <p:sp>
        <p:nvSpPr>
          <p:cNvPr id="2" name="item-241">
            <a:extLst xmlns:a="http://schemas.openxmlformats.org/drawingml/2006/main">
              <a:ext uri="{FF2B5EF4-FFF2-40B4-BE49-F238E27FC236}">
                <a16:creationId xmlns:a16="http://schemas.microsoft.com/office/drawing/2014/main" id="{FA146D0C-DDC3-43B9-9E88-5F005BC7FDBB}"/>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42">
            <a:extLst xmlns:a="http://schemas.openxmlformats.org/drawingml/2006/main">
              <a:ext uri="{FF2B5EF4-FFF2-40B4-BE49-F238E27FC236}">
                <a16:creationId xmlns:a16="http://schemas.microsoft.com/office/drawing/2014/main" id="{DCD6CAE5-FC03-409A-828E-FD0012710495}"/>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12</a:t>
            </a:r>
          </a:p>
        </p:txBody>
      </p:sp>
      <p:sp>
        <p:nvSpPr>
          <p:cNvPr id="4" name="item-243">
            <a:extLst xmlns:a="http://schemas.openxmlformats.org/drawingml/2006/main">
              <a:ext uri="{FF2B5EF4-FFF2-40B4-BE49-F238E27FC236}">
                <a16:creationId xmlns:a16="http://schemas.microsoft.com/office/drawing/2014/main" id="{E080CE25-B90C-410E-96E0-E7070CED3FDC}"/>
              </a:ext>
            </a:extLst>
          </p:cNvPr>
          <p:cNvSpPr>
            <a:spLocks xmlns:a="http://schemas.openxmlformats.org/drawingml/2006/main" noGrp="1"/>
          </p:cNvSpPr>
          <p:nvPr/>
        </p:nvSpPr>
        <p:spPr>
          <a:xfrm xmlns:a="http://schemas.openxmlformats.org/drawingml/2006/main">
            <a:off x="857250" y="1876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477BBD"/>
                </a:solidFill>
                <a:latin typeface="Arial"/>
                <a:ea typeface="Arial"/>
                <a:cs typeface="Arial"/>
              </a:defRPr>
            </a:defPPr>
            <a:lvl1pPr algn="l">
              <a:defRPr sz="2550" b="1">
                <a:solidFill>
                  <a:srgbClr val="477BBD"/>
                </a:solidFill>
                <a:latin typeface="Arial"/>
                <a:ea typeface="Arial"/>
                <a:cs typeface="Arial"/>
              </a:defRPr>
            </a:lvl1pPr>
            <a:lvl2pPr algn="l">
              <a:defRPr sz="2550" b="1">
                <a:solidFill>
                  <a:srgbClr val="477BBD"/>
                </a:solidFill>
                <a:latin typeface="Arial"/>
                <a:ea typeface="Arial"/>
                <a:cs typeface="Arial"/>
              </a:defRPr>
            </a:lvl2pPr>
            <a:lvl3pPr algn="l">
              <a:defRPr sz="2550" b="1">
                <a:solidFill>
                  <a:srgbClr val="477BBD"/>
                </a:solidFill>
                <a:latin typeface="Arial"/>
                <a:ea typeface="Arial"/>
                <a:cs typeface="Arial"/>
              </a:defRPr>
            </a:lvl3pPr>
            <a:lvl4pPr algn="l">
              <a:defRPr sz="2550" b="1">
                <a:solidFill>
                  <a:srgbClr val="477BBD"/>
                </a:solidFill>
                <a:latin typeface="Arial"/>
                <a:ea typeface="Arial"/>
                <a:cs typeface="Arial"/>
              </a:defRPr>
            </a:lvl4pPr>
            <a:lvl5pPr algn="l">
              <a:defRPr sz="2550" b="1">
                <a:solidFill>
                  <a:srgbClr val="477BBD"/>
                </a:solidFill>
                <a:latin typeface="Arial"/>
                <a:ea typeface="Arial"/>
                <a:cs typeface="Arial"/>
              </a:defRPr>
            </a:lvl5pPr>
            <a:lvl6pPr algn="l">
              <a:defRPr sz="2550" b="1">
                <a:solidFill>
                  <a:srgbClr val="477BBD"/>
                </a:solidFill>
                <a:latin typeface="Arial"/>
                <a:ea typeface="Arial"/>
                <a:cs typeface="Arial"/>
              </a:defRPr>
            </a:lvl6pPr>
            <a:lvl7pPr algn="l">
              <a:defRPr sz="2550" b="1">
                <a:solidFill>
                  <a:srgbClr val="477BBD"/>
                </a:solidFill>
                <a:latin typeface="Arial"/>
                <a:ea typeface="Arial"/>
                <a:cs typeface="Arial"/>
              </a:defRPr>
            </a:lvl7pPr>
            <a:lvl8pPr algn="l">
              <a:defRPr sz="2550" b="1">
                <a:solidFill>
                  <a:srgbClr val="477BBD"/>
                </a:solidFill>
                <a:latin typeface="Arial"/>
                <a:ea typeface="Arial"/>
                <a:cs typeface="Arial"/>
              </a:defRPr>
            </a:lvl8pPr>
            <a:lvl9pPr algn="l">
              <a:defRPr sz="2550" b="1">
                <a:solidFill>
                  <a:srgbClr val="477BBD"/>
                </a:solidFill>
                <a:latin typeface="Arial"/>
                <a:ea typeface="Arial"/>
                <a:cs typeface="Arial"/>
              </a:defRPr>
            </a:lvl9pPr>
          </a:lstStyle>
          <a:p xmlns:a="http://schemas.openxmlformats.org/drawingml/2006/main">
            <a:pPr algn="l">
              <a:defRPr sz="2550" b="1">
                <a:solidFill>
                  <a:srgbClr val="477BBD"/>
                </a:solidFill>
                <a:latin typeface="Arial"/>
                <a:ea typeface="Arial"/>
                <a:cs typeface="Arial"/>
              </a:defRPr>
            </a:pPr>
            <a:r>
              <a:rPr sz="2550" b="1">
                <a:solidFill>
                  <a:srgbClr val="477BBD"/>
                </a:solidFill>
                <a:latin typeface="Arial"/>
                <a:ea typeface="Arial"/>
                <a:cs typeface="Arial"/>
              </a:rPr>
              <a:t>MODEL</a:t>
            </a:r>
          </a:p>
        </p:txBody>
      </p:sp>
      <p:sp>
        <p:nvSpPr>
          <p:cNvPr id="5" name="item-244">
            <a:extLst xmlns:a="http://schemas.openxmlformats.org/drawingml/2006/main">
              <a:ext uri="{FF2B5EF4-FFF2-40B4-BE49-F238E27FC236}">
                <a16:creationId xmlns:a16="http://schemas.microsoft.com/office/drawing/2014/main" id="{52A4A56D-4658-486F-8DCD-BBD6B809A7EB}"/>
              </a:ext>
            </a:extLst>
          </p:cNvPr>
          <p:cNvSpPr>
            <a:spLocks xmlns:a="http://schemas.openxmlformats.org/drawingml/2006/main" noGrp="1"/>
          </p:cNvSpPr>
          <p:nvPr/>
        </p:nvSpPr>
        <p:spPr>
          <a:xfrm xmlns:a="http://schemas.openxmlformats.org/drawingml/2006/main">
            <a:off x="4343400" y="1876425"/>
            <a:ext cx="700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152D46"/>
                </a:solidFill>
                <a:latin typeface="Arial"/>
                <a:ea typeface="Arial"/>
                <a:cs typeface="Arial"/>
              </a:defRPr>
            </a:defPPr>
            <a:lvl1pPr algn="l">
              <a:defRPr sz="2400" b="0">
                <a:solidFill>
                  <a:srgbClr val="152D46"/>
                </a:solidFill>
                <a:latin typeface="Arial"/>
                <a:ea typeface="Arial"/>
                <a:cs typeface="Arial"/>
              </a:defRPr>
            </a:lvl1pPr>
            <a:lvl2pPr algn="l">
              <a:defRPr sz="2400" b="0">
                <a:solidFill>
                  <a:srgbClr val="152D46"/>
                </a:solidFill>
                <a:latin typeface="Arial"/>
                <a:ea typeface="Arial"/>
                <a:cs typeface="Arial"/>
              </a:defRPr>
            </a:lvl2pPr>
            <a:lvl3pPr algn="l">
              <a:defRPr sz="2400" b="0">
                <a:solidFill>
                  <a:srgbClr val="152D46"/>
                </a:solidFill>
                <a:latin typeface="Arial"/>
                <a:ea typeface="Arial"/>
                <a:cs typeface="Arial"/>
              </a:defRPr>
            </a:lvl3pPr>
            <a:lvl4pPr algn="l">
              <a:defRPr sz="2400" b="0">
                <a:solidFill>
                  <a:srgbClr val="152D46"/>
                </a:solidFill>
                <a:latin typeface="Arial"/>
                <a:ea typeface="Arial"/>
                <a:cs typeface="Arial"/>
              </a:defRPr>
            </a:lvl4pPr>
            <a:lvl5pPr algn="l">
              <a:defRPr sz="2400" b="0">
                <a:solidFill>
                  <a:srgbClr val="152D46"/>
                </a:solidFill>
                <a:latin typeface="Arial"/>
                <a:ea typeface="Arial"/>
                <a:cs typeface="Arial"/>
              </a:defRPr>
            </a:lvl5pPr>
            <a:lvl6pPr algn="l">
              <a:defRPr sz="2400" b="0">
                <a:solidFill>
                  <a:srgbClr val="152D46"/>
                </a:solidFill>
                <a:latin typeface="Arial"/>
                <a:ea typeface="Arial"/>
                <a:cs typeface="Arial"/>
              </a:defRPr>
            </a:lvl6pPr>
            <a:lvl7pPr algn="l">
              <a:defRPr sz="2400" b="0">
                <a:solidFill>
                  <a:srgbClr val="152D46"/>
                </a:solidFill>
                <a:latin typeface="Arial"/>
                <a:ea typeface="Arial"/>
                <a:cs typeface="Arial"/>
              </a:defRPr>
            </a:lvl7pPr>
            <a:lvl8pPr algn="l">
              <a:defRPr sz="2400" b="0">
                <a:solidFill>
                  <a:srgbClr val="152D46"/>
                </a:solidFill>
                <a:latin typeface="Arial"/>
                <a:ea typeface="Arial"/>
                <a:cs typeface="Arial"/>
              </a:defRPr>
            </a:lvl8pPr>
            <a:lvl9pPr algn="l">
              <a:defRPr sz="2400" b="0">
                <a:solidFill>
                  <a:srgbClr val="152D46"/>
                </a:solidFill>
                <a:latin typeface="Arial"/>
                <a:ea typeface="Arial"/>
                <a:cs typeface="Arial"/>
              </a:defRPr>
            </a:lvl9pPr>
          </a:lstStyle>
          <a:p xmlns:a="http://schemas.openxmlformats.org/drawingml/2006/main">
            <a:pPr algn="l">
              <a:defRPr sz="2400" b="0">
                <a:solidFill>
                  <a:srgbClr val="152D46"/>
                </a:solidFill>
                <a:latin typeface="Arial"/>
                <a:ea typeface="Arial"/>
                <a:cs typeface="Arial"/>
              </a:defRPr>
            </a:pPr>
            <a:r>
              <a:rPr sz="2400" b="0">
                <a:solidFill>
                  <a:srgbClr val="152D46"/>
                </a:solidFill>
                <a:latin typeface="Arial"/>
                <a:ea typeface="Arial"/>
                <a:cs typeface="Arial"/>
              </a:rPr>
              <a:t>Chooses what to do next</a:t>
            </a:r>
          </a:p>
        </p:txBody>
      </p:sp>
      <p:sp>
        <p:nvSpPr>
          <p:cNvPr id="6" name="item-245">
            <a:extLst xmlns:a="http://schemas.openxmlformats.org/drawingml/2006/main">
              <a:ext uri="{FF2B5EF4-FFF2-40B4-BE49-F238E27FC236}">
                <a16:creationId xmlns:a16="http://schemas.microsoft.com/office/drawing/2014/main" id="{DD453BB4-7E1E-4111-AAB0-990BA56E8A65}"/>
              </a:ext>
            </a:extLst>
          </p:cNvPr>
          <p:cNvSpPr>
            <a:spLocks xmlns:a="http://schemas.openxmlformats.org/drawingml/2006/main" noGrp="1"/>
          </p:cNvSpPr>
          <p:nvPr/>
        </p:nvSpPr>
        <p:spPr>
          <a:xfrm xmlns:a="http://schemas.openxmlformats.org/drawingml/2006/main">
            <a:off x="857250" y="2847975"/>
            <a:ext cx="1047750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7" name="item-246">
            <a:extLst xmlns:a="http://schemas.openxmlformats.org/drawingml/2006/main">
              <a:ext uri="{FF2B5EF4-FFF2-40B4-BE49-F238E27FC236}">
                <a16:creationId xmlns:a16="http://schemas.microsoft.com/office/drawing/2014/main" id="{0441CC1F-ED9B-4DFD-8423-65BAFF06C03A}"/>
              </a:ext>
            </a:extLst>
          </p:cNvPr>
          <p:cNvSpPr>
            <a:spLocks xmlns:a="http://schemas.openxmlformats.org/drawingml/2006/main" noGrp="1"/>
          </p:cNvSpPr>
          <p:nvPr/>
        </p:nvSpPr>
        <p:spPr>
          <a:xfrm xmlns:a="http://schemas.openxmlformats.org/drawingml/2006/main">
            <a:off x="857250" y="31623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8872B3"/>
                </a:solidFill>
                <a:latin typeface="Arial"/>
                <a:ea typeface="Arial"/>
                <a:cs typeface="Arial"/>
              </a:defRPr>
            </a:defPPr>
            <a:lvl1pPr algn="l">
              <a:defRPr sz="2550" b="1">
                <a:solidFill>
                  <a:srgbClr val="8872B3"/>
                </a:solidFill>
                <a:latin typeface="Arial"/>
                <a:ea typeface="Arial"/>
                <a:cs typeface="Arial"/>
              </a:defRPr>
            </a:lvl1pPr>
            <a:lvl2pPr algn="l">
              <a:defRPr sz="2550" b="1">
                <a:solidFill>
                  <a:srgbClr val="8872B3"/>
                </a:solidFill>
                <a:latin typeface="Arial"/>
                <a:ea typeface="Arial"/>
                <a:cs typeface="Arial"/>
              </a:defRPr>
            </a:lvl2pPr>
            <a:lvl3pPr algn="l">
              <a:defRPr sz="2550" b="1">
                <a:solidFill>
                  <a:srgbClr val="8872B3"/>
                </a:solidFill>
                <a:latin typeface="Arial"/>
                <a:ea typeface="Arial"/>
                <a:cs typeface="Arial"/>
              </a:defRPr>
            </a:lvl3pPr>
            <a:lvl4pPr algn="l">
              <a:defRPr sz="2550" b="1">
                <a:solidFill>
                  <a:srgbClr val="8872B3"/>
                </a:solidFill>
                <a:latin typeface="Arial"/>
                <a:ea typeface="Arial"/>
                <a:cs typeface="Arial"/>
              </a:defRPr>
            </a:lvl4pPr>
            <a:lvl5pPr algn="l">
              <a:defRPr sz="2550" b="1">
                <a:solidFill>
                  <a:srgbClr val="8872B3"/>
                </a:solidFill>
                <a:latin typeface="Arial"/>
                <a:ea typeface="Arial"/>
                <a:cs typeface="Arial"/>
              </a:defRPr>
            </a:lvl5pPr>
            <a:lvl6pPr algn="l">
              <a:defRPr sz="2550" b="1">
                <a:solidFill>
                  <a:srgbClr val="8872B3"/>
                </a:solidFill>
                <a:latin typeface="Arial"/>
                <a:ea typeface="Arial"/>
                <a:cs typeface="Arial"/>
              </a:defRPr>
            </a:lvl6pPr>
            <a:lvl7pPr algn="l">
              <a:defRPr sz="2550" b="1">
                <a:solidFill>
                  <a:srgbClr val="8872B3"/>
                </a:solidFill>
                <a:latin typeface="Arial"/>
                <a:ea typeface="Arial"/>
                <a:cs typeface="Arial"/>
              </a:defRPr>
            </a:lvl7pPr>
            <a:lvl8pPr algn="l">
              <a:defRPr sz="2550" b="1">
                <a:solidFill>
                  <a:srgbClr val="8872B3"/>
                </a:solidFill>
                <a:latin typeface="Arial"/>
                <a:ea typeface="Arial"/>
                <a:cs typeface="Arial"/>
              </a:defRPr>
            </a:lvl8pPr>
            <a:lvl9pPr algn="l">
              <a:defRPr sz="2550" b="1">
                <a:solidFill>
                  <a:srgbClr val="8872B3"/>
                </a:solidFill>
                <a:latin typeface="Arial"/>
                <a:ea typeface="Arial"/>
                <a:cs typeface="Arial"/>
              </a:defRPr>
            </a:lvl9pPr>
          </a:lstStyle>
          <a:p xmlns:a="http://schemas.openxmlformats.org/drawingml/2006/main">
            <a:pPr algn="l">
              <a:defRPr sz="2550" b="1">
                <a:solidFill>
                  <a:srgbClr val="8872B3"/>
                </a:solidFill>
                <a:latin typeface="Arial"/>
                <a:ea typeface="Arial"/>
                <a:cs typeface="Arial"/>
              </a:defRPr>
            </a:pPr>
            <a:r>
              <a:rPr sz="2550" b="1">
                <a:solidFill>
                  <a:srgbClr val="8872B3"/>
                </a:solidFill>
                <a:latin typeface="Arial"/>
                <a:ea typeface="Arial"/>
                <a:cs typeface="Arial"/>
              </a:rPr>
              <a:t>cua_repl</a:t>
            </a:r>
          </a:p>
        </p:txBody>
      </p:sp>
      <p:sp>
        <p:nvSpPr>
          <p:cNvPr id="8" name="item-247">
            <a:extLst xmlns:a="http://schemas.openxmlformats.org/drawingml/2006/main">
              <a:ext uri="{FF2B5EF4-FFF2-40B4-BE49-F238E27FC236}">
                <a16:creationId xmlns:a16="http://schemas.microsoft.com/office/drawing/2014/main" id="{70DE6A5A-E4DE-4C5A-9598-D1D867B81991}"/>
              </a:ext>
            </a:extLst>
          </p:cNvPr>
          <p:cNvSpPr>
            <a:spLocks xmlns:a="http://schemas.openxmlformats.org/drawingml/2006/main" noGrp="1"/>
          </p:cNvSpPr>
          <p:nvPr/>
        </p:nvSpPr>
        <p:spPr>
          <a:xfrm xmlns:a="http://schemas.openxmlformats.org/drawingml/2006/main">
            <a:off x="4343400" y="3162300"/>
            <a:ext cx="700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152D46"/>
                </a:solidFill>
                <a:latin typeface="Arial"/>
                <a:ea typeface="Arial"/>
                <a:cs typeface="Arial"/>
              </a:defRPr>
            </a:defPPr>
            <a:lvl1pPr algn="l">
              <a:defRPr sz="2400" b="0">
                <a:solidFill>
                  <a:srgbClr val="152D46"/>
                </a:solidFill>
                <a:latin typeface="Arial"/>
                <a:ea typeface="Arial"/>
                <a:cs typeface="Arial"/>
              </a:defRPr>
            </a:lvl1pPr>
            <a:lvl2pPr algn="l">
              <a:defRPr sz="2400" b="0">
                <a:solidFill>
                  <a:srgbClr val="152D46"/>
                </a:solidFill>
                <a:latin typeface="Arial"/>
                <a:ea typeface="Arial"/>
                <a:cs typeface="Arial"/>
              </a:defRPr>
            </a:lvl2pPr>
            <a:lvl3pPr algn="l">
              <a:defRPr sz="2400" b="0">
                <a:solidFill>
                  <a:srgbClr val="152D46"/>
                </a:solidFill>
                <a:latin typeface="Arial"/>
                <a:ea typeface="Arial"/>
                <a:cs typeface="Arial"/>
              </a:defRPr>
            </a:lvl3pPr>
            <a:lvl4pPr algn="l">
              <a:defRPr sz="2400" b="0">
                <a:solidFill>
                  <a:srgbClr val="152D46"/>
                </a:solidFill>
                <a:latin typeface="Arial"/>
                <a:ea typeface="Arial"/>
                <a:cs typeface="Arial"/>
              </a:defRPr>
            </a:lvl4pPr>
            <a:lvl5pPr algn="l">
              <a:defRPr sz="2400" b="0">
                <a:solidFill>
                  <a:srgbClr val="152D46"/>
                </a:solidFill>
                <a:latin typeface="Arial"/>
                <a:ea typeface="Arial"/>
                <a:cs typeface="Arial"/>
              </a:defRPr>
            </a:lvl5pPr>
            <a:lvl6pPr algn="l">
              <a:defRPr sz="2400" b="0">
                <a:solidFill>
                  <a:srgbClr val="152D46"/>
                </a:solidFill>
                <a:latin typeface="Arial"/>
                <a:ea typeface="Arial"/>
                <a:cs typeface="Arial"/>
              </a:defRPr>
            </a:lvl6pPr>
            <a:lvl7pPr algn="l">
              <a:defRPr sz="2400" b="0">
                <a:solidFill>
                  <a:srgbClr val="152D46"/>
                </a:solidFill>
                <a:latin typeface="Arial"/>
                <a:ea typeface="Arial"/>
                <a:cs typeface="Arial"/>
              </a:defRPr>
            </a:lvl7pPr>
            <a:lvl8pPr algn="l">
              <a:defRPr sz="2400" b="0">
                <a:solidFill>
                  <a:srgbClr val="152D46"/>
                </a:solidFill>
                <a:latin typeface="Arial"/>
                <a:ea typeface="Arial"/>
                <a:cs typeface="Arial"/>
              </a:defRPr>
            </a:lvl8pPr>
            <a:lvl9pPr algn="l">
              <a:defRPr sz="2400" b="0">
                <a:solidFill>
                  <a:srgbClr val="152D46"/>
                </a:solidFill>
                <a:latin typeface="Arial"/>
                <a:ea typeface="Arial"/>
                <a:cs typeface="Arial"/>
              </a:defRPr>
            </a:lvl9pPr>
          </a:lstStyle>
          <a:p xmlns:a="http://schemas.openxmlformats.org/drawingml/2006/main">
            <a:pPr algn="l">
              <a:defRPr sz="2400" b="0">
                <a:solidFill>
                  <a:srgbClr val="152D46"/>
                </a:solidFill>
                <a:latin typeface="Arial"/>
                <a:ea typeface="Arial"/>
                <a:cs typeface="Arial"/>
              </a:defRPr>
            </a:pPr>
            <a:r>
              <a:rPr sz="2400" b="0">
                <a:solidFill>
                  <a:srgbClr val="152D46"/>
                </a:solidFill>
                <a:latin typeface="Arial"/>
                <a:ea typeface="Arial"/>
                <a:cs typeface="Arial"/>
              </a:rPr>
              <a:t>Runs JavaScript using the CUA API</a:t>
            </a:r>
          </a:p>
        </p:txBody>
      </p:sp>
      <p:sp>
        <p:nvSpPr>
          <p:cNvPr id="9" name="item-248">
            <a:extLst xmlns:a="http://schemas.openxmlformats.org/drawingml/2006/main">
              <a:ext uri="{FF2B5EF4-FFF2-40B4-BE49-F238E27FC236}">
                <a16:creationId xmlns:a16="http://schemas.microsoft.com/office/drawing/2014/main" id="{7C06ED77-6DCF-4B6A-A3A3-41C80FF17610}"/>
              </a:ext>
            </a:extLst>
          </p:cNvPr>
          <p:cNvSpPr>
            <a:spLocks xmlns:a="http://schemas.openxmlformats.org/drawingml/2006/main" noGrp="1"/>
          </p:cNvSpPr>
          <p:nvPr/>
        </p:nvSpPr>
        <p:spPr>
          <a:xfrm xmlns:a="http://schemas.openxmlformats.org/drawingml/2006/main">
            <a:off x="857250" y="4133850"/>
            <a:ext cx="1047750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10" name="item-249">
            <a:extLst xmlns:a="http://schemas.openxmlformats.org/drawingml/2006/main">
              <a:ext uri="{FF2B5EF4-FFF2-40B4-BE49-F238E27FC236}">
                <a16:creationId xmlns:a16="http://schemas.microsoft.com/office/drawing/2014/main" id="{DC7BC889-14E7-48D5-AC74-7AE5596B08F0}"/>
              </a:ext>
            </a:extLst>
          </p:cNvPr>
          <p:cNvSpPr>
            <a:spLocks xmlns:a="http://schemas.openxmlformats.org/drawingml/2006/main" noGrp="1"/>
          </p:cNvSpPr>
          <p:nvPr/>
        </p:nvSpPr>
        <p:spPr>
          <a:xfrm xmlns:a="http://schemas.openxmlformats.org/drawingml/2006/main">
            <a:off x="857250" y="44481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378775"/>
                </a:solidFill>
                <a:latin typeface="Arial"/>
                <a:ea typeface="Arial"/>
                <a:cs typeface="Arial"/>
              </a:defRPr>
            </a:defPPr>
            <a:lvl1pPr algn="l">
              <a:defRPr sz="2550" b="1">
                <a:solidFill>
                  <a:srgbClr val="378775"/>
                </a:solidFill>
                <a:latin typeface="Arial"/>
                <a:ea typeface="Arial"/>
                <a:cs typeface="Arial"/>
              </a:defRPr>
            </a:lvl1pPr>
            <a:lvl2pPr algn="l">
              <a:defRPr sz="2550" b="1">
                <a:solidFill>
                  <a:srgbClr val="378775"/>
                </a:solidFill>
                <a:latin typeface="Arial"/>
                <a:ea typeface="Arial"/>
                <a:cs typeface="Arial"/>
              </a:defRPr>
            </a:lvl2pPr>
            <a:lvl3pPr algn="l">
              <a:defRPr sz="2550" b="1">
                <a:solidFill>
                  <a:srgbClr val="378775"/>
                </a:solidFill>
                <a:latin typeface="Arial"/>
                <a:ea typeface="Arial"/>
                <a:cs typeface="Arial"/>
              </a:defRPr>
            </a:lvl3pPr>
            <a:lvl4pPr algn="l">
              <a:defRPr sz="2550" b="1">
                <a:solidFill>
                  <a:srgbClr val="378775"/>
                </a:solidFill>
                <a:latin typeface="Arial"/>
                <a:ea typeface="Arial"/>
                <a:cs typeface="Arial"/>
              </a:defRPr>
            </a:lvl4pPr>
            <a:lvl5pPr algn="l">
              <a:defRPr sz="2550" b="1">
                <a:solidFill>
                  <a:srgbClr val="378775"/>
                </a:solidFill>
                <a:latin typeface="Arial"/>
                <a:ea typeface="Arial"/>
                <a:cs typeface="Arial"/>
              </a:defRPr>
            </a:lvl5pPr>
            <a:lvl6pPr algn="l">
              <a:defRPr sz="2550" b="1">
                <a:solidFill>
                  <a:srgbClr val="378775"/>
                </a:solidFill>
                <a:latin typeface="Arial"/>
                <a:ea typeface="Arial"/>
                <a:cs typeface="Arial"/>
              </a:defRPr>
            </a:lvl6pPr>
            <a:lvl7pPr algn="l">
              <a:defRPr sz="2550" b="1">
                <a:solidFill>
                  <a:srgbClr val="378775"/>
                </a:solidFill>
                <a:latin typeface="Arial"/>
                <a:ea typeface="Arial"/>
                <a:cs typeface="Arial"/>
              </a:defRPr>
            </a:lvl7pPr>
            <a:lvl8pPr algn="l">
              <a:defRPr sz="2550" b="1">
                <a:solidFill>
                  <a:srgbClr val="378775"/>
                </a:solidFill>
                <a:latin typeface="Arial"/>
                <a:ea typeface="Arial"/>
                <a:cs typeface="Arial"/>
              </a:defRPr>
            </a:lvl8pPr>
            <a:lvl9pPr algn="l">
              <a:defRPr sz="2550" b="1">
                <a:solidFill>
                  <a:srgbClr val="378775"/>
                </a:solidFill>
                <a:latin typeface="Arial"/>
                <a:ea typeface="Arial"/>
                <a:cs typeface="Arial"/>
              </a:defRPr>
            </a:lvl9pPr>
          </a:lstStyle>
          <a:p xmlns:a="http://schemas.openxmlformats.org/drawingml/2006/main">
            <a:pPr algn="l">
              <a:defRPr sz="2550" b="1">
                <a:solidFill>
                  <a:srgbClr val="378775"/>
                </a:solidFill>
                <a:latin typeface="Arial"/>
                <a:ea typeface="Arial"/>
                <a:cs typeface="Arial"/>
              </a:defRPr>
            </a:pPr>
            <a:r>
              <a:rPr sz="2550" b="1">
                <a:solidFill>
                  <a:srgbClr val="378775"/>
                </a:solidFill>
                <a:latin typeface="Arial"/>
                <a:ea typeface="Arial"/>
                <a:cs typeface="Arial"/>
              </a:rPr>
              <a:t>MCP server</a:t>
            </a:r>
          </a:p>
        </p:txBody>
      </p:sp>
      <p:sp>
        <p:nvSpPr>
          <p:cNvPr id="11" name="item-250">
            <a:extLst xmlns:a="http://schemas.openxmlformats.org/drawingml/2006/main">
              <a:ext uri="{FF2B5EF4-FFF2-40B4-BE49-F238E27FC236}">
                <a16:creationId xmlns:a16="http://schemas.microsoft.com/office/drawing/2014/main" id="{F5605D33-65C4-4097-B340-2F3D3CACA4CA}"/>
              </a:ext>
            </a:extLst>
          </p:cNvPr>
          <p:cNvSpPr>
            <a:spLocks xmlns:a="http://schemas.openxmlformats.org/drawingml/2006/main" noGrp="1"/>
          </p:cNvSpPr>
          <p:nvPr/>
        </p:nvSpPr>
        <p:spPr>
          <a:xfrm xmlns:a="http://schemas.openxmlformats.org/drawingml/2006/main">
            <a:off x="4343400" y="4448175"/>
            <a:ext cx="700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152D46"/>
                </a:solidFill>
                <a:latin typeface="Arial"/>
                <a:ea typeface="Arial"/>
                <a:cs typeface="Arial"/>
              </a:defRPr>
            </a:defPPr>
            <a:lvl1pPr algn="l">
              <a:defRPr sz="2400" b="0">
                <a:solidFill>
                  <a:srgbClr val="152D46"/>
                </a:solidFill>
                <a:latin typeface="Arial"/>
                <a:ea typeface="Arial"/>
                <a:cs typeface="Arial"/>
              </a:defRPr>
            </a:lvl1pPr>
            <a:lvl2pPr algn="l">
              <a:defRPr sz="2400" b="0">
                <a:solidFill>
                  <a:srgbClr val="152D46"/>
                </a:solidFill>
                <a:latin typeface="Arial"/>
                <a:ea typeface="Arial"/>
                <a:cs typeface="Arial"/>
              </a:defRPr>
            </a:lvl2pPr>
            <a:lvl3pPr algn="l">
              <a:defRPr sz="2400" b="0">
                <a:solidFill>
                  <a:srgbClr val="152D46"/>
                </a:solidFill>
                <a:latin typeface="Arial"/>
                <a:ea typeface="Arial"/>
                <a:cs typeface="Arial"/>
              </a:defRPr>
            </a:lvl3pPr>
            <a:lvl4pPr algn="l">
              <a:defRPr sz="2400" b="0">
                <a:solidFill>
                  <a:srgbClr val="152D46"/>
                </a:solidFill>
                <a:latin typeface="Arial"/>
                <a:ea typeface="Arial"/>
                <a:cs typeface="Arial"/>
              </a:defRPr>
            </a:lvl4pPr>
            <a:lvl5pPr algn="l">
              <a:defRPr sz="2400" b="0">
                <a:solidFill>
                  <a:srgbClr val="152D46"/>
                </a:solidFill>
                <a:latin typeface="Arial"/>
                <a:ea typeface="Arial"/>
                <a:cs typeface="Arial"/>
              </a:defRPr>
            </a:lvl5pPr>
            <a:lvl6pPr algn="l">
              <a:defRPr sz="2400" b="0">
                <a:solidFill>
                  <a:srgbClr val="152D46"/>
                </a:solidFill>
                <a:latin typeface="Arial"/>
                <a:ea typeface="Arial"/>
                <a:cs typeface="Arial"/>
              </a:defRPr>
            </a:lvl6pPr>
            <a:lvl7pPr algn="l">
              <a:defRPr sz="2400" b="0">
                <a:solidFill>
                  <a:srgbClr val="152D46"/>
                </a:solidFill>
                <a:latin typeface="Arial"/>
                <a:ea typeface="Arial"/>
                <a:cs typeface="Arial"/>
              </a:defRPr>
            </a:lvl7pPr>
            <a:lvl8pPr algn="l">
              <a:defRPr sz="2400" b="0">
                <a:solidFill>
                  <a:srgbClr val="152D46"/>
                </a:solidFill>
                <a:latin typeface="Arial"/>
                <a:ea typeface="Arial"/>
                <a:cs typeface="Arial"/>
              </a:defRPr>
            </a:lvl8pPr>
            <a:lvl9pPr algn="l">
              <a:defRPr sz="2400" b="0">
                <a:solidFill>
                  <a:srgbClr val="152D46"/>
                </a:solidFill>
                <a:latin typeface="Arial"/>
                <a:ea typeface="Arial"/>
                <a:cs typeface="Arial"/>
              </a:defRPr>
            </a:lvl9pPr>
          </a:lstStyle>
          <a:p xmlns:a="http://schemas.openxmlformats.org/drawingml/2006/main">
            <a:pPr algn="l">
              <a:defRPr sz="2400" b="0">
                <a:solidFill>
                  <a:srgbClr val="152D46"/>
                </a:solidFill>
                <a:latin typeface="Arial"/>
                <a:ea typeface="Arial"/>
                <a:cs typeface="Arial"/>
              </a:defRPr>
            </a:pPr>
            <a:r>
              <a:rPr sz="2400" b="0">
                <a:solidFill>
                  <a:srgbClr val="152D46"/>
                </a:solidFill>
                <a:latin typeface="Arial"/>
                <a:ea typeface="Arial"/>
                <a:cs typeface="Arial"/>
              </a:rPr>
              <a:t>Publishes tools the host can call</a:t>
            </a:r>
          </a:p>
        </p:txBody>
      </p:sp>
      <p:sp>
        <p:nvSpPr>
          <p:cNvPr id="12" name="item-251">
            <a:extLst xmlns:a="http://schemas.openxmlformats.org/drawingml/2006/main">
              <a:ext uri="{FF2B5EF4-FFF2-40B4-BE49-F238E27FC236}">
                <a16:creationId xmlns:a16="http://schemas.microsoft.com/office/drawing/2014/main" id="{ED07F448-0F51-466E-BBE8-07AB0DC8EA8A}"/>
              </a:ext>
            </a:extLst>
          </p:cNvPr>
          <p:cNvSpPr>
            <a:spLocks xmlns:a="http://schemas.openxmlformats.org/drawingml/2006/main" noGrp="1"/>
          </p:cNvSpPr>
          <p:nvPr/>
        </p:nvSpPr>
        <p:spPr>
          <a:xfrm xmlns:a="http://schemas.openxmlformats.org/drawingml/2006/main">
            <a:off x="857250" y="55340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MCP = Model Context Protocol</a:t>
            </a:r>
          </a:p>
        </p:txBody>
      </p:sp>
      <p:sp>
        <p:nvSpPr>
          <p:cNvPr id="13" name="item-252">
            <a:extLst xmlns:a="http://schemas.openxmlformats.org/drawingml/2006/main">
              <a:ext uri="{FF2B5EF4-FFF2-40B4-BE49-F238E27FC236}">
                <a16:creationId xmlns:a16="http://schemas.microsoft.com/office/drawing/2014/main" id="{75E053C7-A15D-4D35-AA52-52E436B8345C}"/>
              </a:ext>
            </a:extLst>
          </p:cNvPr>
          <p:cNvSpPr>
            <a:spLocks xmlns:a="http://schemas.openxmlformats.org/drawingml/2006/main" noGrp="1"/>
          </p:cNvSpPr>
          <p:nvPr/>
        </p:nvSpPr>
        <p:spPr>
          <a:xfrm xmlns:a="http://schemas.openxmlformats.org/drawingml/2006/main">
            <a:off x="857250" y="58578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8872B3"/>
                </a:solidFill>
                <a:latin typeface="Arial"/>
                <a:ea typeface="Arial"/>
                <a:cs typeface="Arial"/>
              </a:defRPr>
            </a:defPPr>
            <a:lvl1pPr algn="l">
              <a:defRPr sz="1725" b="0">
                <a:solidFill>
                  <a:srgbClr val="8872B3"/>
                </a:solidFill>
                <a:latin typeface="Arial"/>
                <a:ea typeface="Arial"/>
                <a:cs typeface="Arial"/>
              </a:defRPr>
            </a:lvl1pPr>
            <a:lvl2pPr algn="l">
              <a:defRPr sz="1725" b="0">
                <a:solidFill>
                  <a:srgbClr val="8872B3"/>
                </a:solidFill>
                <a:latin typeface="Arial"/>
                <a:ea typeface="Arial"/>
                <a:cs typeface="Arial"/>
              </a:defRPr>
            </a:lvl2pPr>
            <a:lvl3pPr algn="l">
              <a:defRPr sz="1725" b="0">
                <a:solidFill>
                  <a:srgbClr val="8872B3"/>
                </a:solidFill>
                <a:latin typeface="Arial"/>
                <a:ea typeface="Arial"/>
                <a:cs typeface="Arial"/>
              </a:defRPr>
            </a:lvl3pPr>
            <a:lvl4pPr algn="l">
              <a:defRPr sz="1725" b="0">
                <a:solidFill>
                  <a:srgbClr val="8872B3"/>
                </a:solidFill>
                <a:latin typeface="Arial"/>
                <a:ea typeface="Arial"/>
                <a:cs typeface="Arial"/>
              </a:defRPr>
            </a:lvl4pPr>
            <a:lvl5pPr algn="l">
              <a:defRPr sz="1725" b="0">
                <a:solidFill>
                  <a:srgbClr val="8872B3"/>
                </a:solidFill>
                <a:latin typeface="Arial"/>
                <a:ea typeface="Arial"/>
                <a:cs typeface="Arial"/>
              </a:defRPr>
            </a:lvl5pPr>
            <a:lvl6pPr algn="l">
              <a:defRPr sz="1725" b="0">
                <a:solidFill>
                  <a:srgbClr val="8872B3"/>
                </a:solidFill>
                <a:latin typeface="Arial"/>
                <a:ea typeface="Arial"/>
                <a:cs typeface="Arial"/>
              </a:defRPr>
            </a:lvl6pPr>
            <a:lvl7pPr algn="l">
              <a:defRPr sz="1725" b="0">
                <a:solidFill>
                  <a:srgbClr val="8872B3"/>
                </a:solidFill>
                <a:latin typeface="Arial"/>
                <a:ea typeface="Arial"/>
                <a:cs typeface="Arial"/>
              </a:defRPr>
            </a:lvl7pPr>
            <a:lvl8pPr algn="l">
              <a:defRPr sz="1725" b="0">
                <a:solidFill>
                  <a:srgbClr val="8872B3"/>
                </a:solidFill>
                <a:latin typeface="Arial"/>
                <a:ea typeface="Arial"/>
                <a:cs typeface="Arial"/>
              </a:defRPr>
            </a:lvl8pPr>
            <a:lvl9pPr algn="l">
              <a:defRPr sz="1725" b="0">
                <a:solidFill>
                  <a:srgbClr val="8872B3"/>
                </a:solidFill>
                <a:latin typeface="Arial"/>
                <a:ea typeface="Arial"/>
                <a:cs typeface="Arial"/>
              </a:defRPr>
            </a:lvl9pPr>
          </a:lstStyle>
          <a:p xmlns:a="http://schemas.openxmlformats.org/drawingml/2006/main">
            <a:pPr algn="l">
              <a:defRPr sz="1725" b="0">
                <a:solidFill>
                  <a:srgbClr val="8872B3"/>
                </a:solidFill>
                <a:latin typeface="Arial"/>
                <a:ea typeface="Arial"/>
                <a:cs typeface="Arial"/>
              </a:defRPr>
            </a:pPr>
            <a:r>
              <a:rPr sz="1725" b="0">
                <a:solidFill>
                  <a:srgbClr val="8872B3"/>
                </a:solidFill>
                <a:latin typeface="Arial"/>
                <a:ea typeface="Arial"/>
                <a:cs typeface="Arial"/>
              </a:rPr>
              <a:t>Tool name in this session: mcp__cua_repl.js</a:t>
            </a:r>
          </a:p>
        </p:txBody>
      </p:sp>
    </p:spTree>
    <p:extLst>
      <p:ext uri="{BB962C8B-B14F-4D97-AF65-F5344CB8AC3E}">
        <p14:creationId xmlns:p14="http://schemas.microsoft.com/office/powerpoint/2010/main" val="1533529491"/>
      </p:ext>
    </p:extLst>
  </p:cSld>
</p:sld>
</file>

<file path=ppt/slides/slide1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item-253">
            <a:extLst xmlns:a="http://schemas.openxmlformats.org/drawingml/2006/main">
              <a:ext uri="{FF2B5EF4-FFF2-40B4-BE49-F238E27FC236}">
                <a16:creationId xmlns:a16="http://schemas.microsoft.com/office/drawing/2014/main" id="{36211D0B-C39C-434F-A88F-11DBECBF8103}"/>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One request through the whole system</a:t>
            </a:r>
          </a:p>
        </p:txBody>
      </p:sp>
      <p:sp>
        <p:nvSpPr>
          <p:cNvPr id="2" name="item-254">
            <a:extLst xmlns:a="http://schemas.openxmlformats.org/drawingml/2006/main">
              <a:ext uri="{FF2B5EF4-FFF2-40B4-BE49-F238E27FC236}">
                <a16:creationId xmlns:a16="http://schemas.microsoft.com/office/drawing/2014/main" id="{DE2C423A-495F-4B3B-85AF-B30B2A797BE4}"/>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55">
            <a:extLst xmlns:a="http://schemas.openxmlformats.org/drawingml/2006/main">
              <a:ext uri="{FF2B5EF4-FFF2-40B4-BE49-F238E27FC236}">
                <a16:creationId xmlns:a16="http://schemas.microsoft.com/office/drawing/2014/main" id="{CAB1A1A6-006C-41EC-9BC2-4030F119DDE5}"/>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13</a:t>
            </a:r>
          </a:p>
        </p:txBody>
      </p:sp>
      <p:pic>
        <p:nvPicPr>
          <p:cNvPr id="4" name="">
            <a:extLst xmlns:a="http://schemas.openxmlformats.org/drawingml/2006/main">
              <a:ext uri="{FF2B5EF4-FFF2-40B4-BE49-F238E27FC236}">
                <a16:creationId xmlns:a16="http://schemas.microsoft.com/office/drawing/2014/main" id="{3EF020EC-6871-4DF9-AA4C-29223636E6EE}"/>
              </a:ext>
            </a:extLst>
          </p:cNvPr>
          <p:cNvPicPr>
            <a:picLocks xmlns:a="http://schemas.openxmlformats.org/drawingml/2006/main" noChangeAspect="1"/>
          </p:cNvPicPr>
          <p:nvPr/>
        </p:nvPicPr>
        <p:blipFill>
          <a:blip xmlns:r="http://schemas.openxmlformats.org/officeDocument/2006/relationships" xmlns:a="http://schemas.openxmlformats.org/drawingml/2006/main" r:embed="R4b8f393320484879"/>
          <a:srcRect xmlns:a="http://schemas.openxmlformats.org/drawingml/2006/main" l="0" t="20309" r="0" b="20309"/>
          <a:stretch xmlns:a="http://schemas.openxmlformats.org/drawingml/2006/main">
            <a:fillRect l="0" t="0" r="0" b="0"/>
          </a:stretch>
        </p:blipFill>
        <p:spPr>
          <a:xfrm xmlns:a="http://schemas.openxmlformats.org/drawingml/2006/main">
            <a:off x="609600" y="1857375"/>
            <a:ext cx="10972800" cy="3667125"/>
          </a:xfrm>
          <a:prstGeom xmlns:a="http://schemas.openxmlformats.org/drawingml/2006/main" prst="rect">
            <a:avLst/>
          </a:prstGeom>
        </p:spPr>
      </p:pic>
      <p:sp>
        <p:nvSpPr>
          <p:cNvPr id="5" name="item-256">
            <a:extLst xmlns:a="http://schemas.openxmlformats.org/drawingml/2006/main">
              <a:ext uri="{FF2B5EF4-FFF2-40B4-BE49-F238E27FC236}">
                <a16:creationId xmlns:a16="http://schemas.microsoft.com/office/drawing/2014/main" id="{E254CAA4-5EBB-4491-BFCD-93D210B15E98}"/>
              </a:ext>
            </a:extLst>
          </p:cNvPr>
          <p:cNvSpPr>
            <a:spLocks xmlns:a="http://schemas.openxmlformats.org/drawingml/2006/main" noGrp="1"/>
          </p:cNvSpPr>
          <p:nvPr/>
        </p:nvSpPr>
        <p:spPr>
          <a:xfrm xmlns:a="http://schemas.openxmlformats.org/drawingml/2006/main">
            <a:off x="523875" y="1333500"/>
            <a:ext cx="226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1">
                <a:solidFill>
                  <a:srgbClr val="152D46"/>
                </a:solidFill>
                <a:latin typeface="Arial"/>
                <a:ea typeface="Arial"/>
                <a:cs typeface="Arial"/>
              </a:defRPr>
            </a:defPPr>
            <a:lvl1pPr algn="ctr">
              <a:defRPr sz="1800" b="1">
                <a:solidFill>
                  <a:srgbClr val="152D46"/>
                </a:solidFill>
                <a:latin typeface="Arial"/>
                <a:ea typeface="Arial"/>
                <a:cs typeface="Arial"/>
              </a:defRPr>
            </a:lvl1pPr>
            <a:lvl2pPr algn="ctr">
              <a:defRPr sz="1800" b="1">
                <a:solidFill>
                  <a:srgbClr val="152D46"/>
                </a:solidFill>
                <a:latin typeface="Arial"/>
                <a:ea typeface="Arial"/>
                <a:cs typeface="Arial"/>
              </a:defRPr>
            </a:lvl2pPr>
            <a:lvl3pPr algn="ctr">
              <a:defRPr sz="1800" b="1">
                <a:solidFill>
                  <a:srgbClr val="152D46"/>
                </a:solidFill>
                <a:latin typeface="Arial"/>
                <a:ea typeface="Arial"/>
                <a:cs typeface="Arial"/>
              </a:defRPr>
            </a:lvl3pPr>
            <a:lvl4pPr algn="ctr">
              <a:defRPr sz="1800" b="1">
                <a:solidFill>
                  <a:srgbClr val="152D46"/>
                </a:solidFill>
                <a:latin typeface="Arial"/>
                <a:ea typeface="Arial"/>
                <a:cs typeface="Arial"/>
              </a:defRPr>
            </a:lvl4pPr>
            <a:lvl5pPr algn="ctr">
              <a:defRPr sz="1800" b="1">
                <a:solidFill>
                  <a:srgbClr val="152D46"/>
                </a:solidFill>
                <a:latin typeface="Arial"/>
                <a:ea typeface="Arial"/>
                <a:cs typeface="Arial"/>
              </a:defRPr>
            </a:lvl5pPr>
            <a:lvl6pPr algn="ctr">
              <a:defRPr sz="1800" b="1">
                <a:solidFill>
                  <a:srgbClr val="152D46"/>
                </a:solidFill>
                <a:latin typeface="Arial"/>
                <a:ea typeface="Arial"/>
                <a:cs typeface="Arial"/>
              </a:defRPr>
            </a:lvl6pPr>
            <a:lvl7pPr algn="ctr">
              <a:defRPr sz="1800" b="1">
                <a:solidFill>
                  <a:srgbClr val="152D46"/>
                </a:solidFill>
                <a:latin typeface="Arial"/>
                <a:ea typeface="Arial"/>
                <a:cs typeface="Arial"/>
              </a:defRPr>
            </a:lvl7pPr>
            <a:lvl8pPr algn="ctr">
              <a:defRPr sz="1800" b="1">
                <a:solidFill>
                  <a:srgbClr val="152D46"/>
                </a:solidFill>
                <a:latin typeface="Arial"/>
                <a:ea typeface="Arial"/>
                <a:cs typeface="Arial"/>
              </a:defRPr>
            </a:lvl8pPr>
            <a:lvl9pPr algn="ctr">
              <a:defRPr sz="1800" b="1">
                <a:solidFill>
                  <a:srgbClr val="152D46"/>
                </a:solidFill>
                <a:latin typeface="Arial"/>
                <a:ea typeface="Arial"/>
                <a:cs typeface="Arial"/>
              </a:defRPr>
            </a:lvl9pPr>
          </a:lstStyle>
          <a:p xmlns:a="http://schemas.openxmlformats.org/drawingml/2006/main">
            <a:pPr algn="ctr">
              <a:defRPr sz="1800" b="1">
                <a:solidFill>
                  <a:srgbClr val="152D46"/>
                </a:solidFill>
                <a:latin typeface="Arial"/>
                <a:ea typeface="Arial"/>
                <a:cs typeface="Arial"/>
              </a:defRPr>
            </a:pPr>
            <a:r>
              <a:rPr sz="1800" b="1">
                <a:solidFill>
                  <a:srgbClr val="152D46"/>
                </a:solidFill>
                <a:latin typeface="Arial"/>
                <a:ea typeface="Arial"/>
                <a:cs typeface="Arial"/>
              </a:rPr>
              <a:t>Your task</a:t>
            </a:r>
          </a:p>
        </p:txBody>
      </p:sp>
      <p:sp>
        <p:nvSpPr>
          <p:cNvPr id="6" name="item-257">
            <a:extLst xmlns:a="http://schemas.openxmlformats.org/drawingml/2006/main">
              <a:ext uri="{FF2B5EF4-FFF2-40B4-BE49-F238E27FC236}">
                <a16:creationId xmlns:a16="http://schemas.microsoft.com/office/drawing/2014/main" id="{E5D70551-0A7B-4863-B647-5EE330371DDE}"/>
              </a:ext>
            </a:extLst>
          </p:cNvPr>
          <p:cNvSpPr>
            <a:spLocks xmlns:a="http://schemas.openxmlformats.org/drawingml/2006/main" noGrp="1"/>
          </p:cNvSpPr>
          <p:nvPr/>
        </p:nvSpPr>
        <p:spPr>
          <a:xfrm xmlns:a="http://schemas.openxmlformats.org/drawingml/2006/main">
            <a:off x="2847975" y="1333500"/>
            <a:ext cx="226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1">
                <a:solidFill>
                  <a:srgbClr val="477BBD"/>
                </a:solidFill>
                <a:latin typeface="Arial"/>
                <a:ea typeface="Arial"/>
                <a:cs typeface="Arial"/>
              </a:defRPr>
            </a:defPPr>
            <a:lvl1pPr algn="ctr">
              <a:defRPr sz="1800" b="1">
                <a:solidFill>
                  <a:srgbClr val="477BBD"/>
                </a:solidFill>
                <a:latin typeface="Arial"/>
                <a:ea typeface="Arial"/>
                <a:cs typeface="Arial"/>
              </a:defRPr>
            </a:lvl1pPr>
            <a:lvl2pPr algn="ctr">
              <a:defRPr sz="1800" b="1">
                <a:solidFill>
                  <a:srgbClr val="477BBD"/>
                </a:solidFill>
                <a:latin typeface="Arial"/>
                <a:ea typeface="Arial"/>
                <a:cs typeface="Arial"/>
              </a:defRPr>
            </a:lvl2pPr>
            <a:lvl3pPr algn="ctr">
              <a:defRPr sz="1800" b="1">
                <a:solidFill>
                  <a:srgbClr val="477BBD"/>
                </a:solidFill>
                <a:latin typeface="Arial"/>
                <a:ea typeface="Arial"/>
                <a:cs typeface="Arial"/>
              </a:defRPr>
            </a:lvl3pPr>
            <a:lvl4pPr algn="ctr">
              <a:defRPr sz="1800" b="1">
                <a:solidFill>
                  <a:srgbClr val="477BBD"/>
                </a:solidFill>
                <a:latin typeface="Arial"/>
                <a:ea typeface="Arial"/>
                <a:cs typeface="Arial"/>
              </a:defRPr>
            </a:lvl4pPr>
            <a:lvl5pPr algn="ctr">
              <a:defRPr sz="1800" b="1">
                <a:solidFill>
                  <a:srgbClr val="477BBD"/>
                </a:solidFill>
                <a:latin typeface="Arial"/>
                <a:ea typeface="Arial"/>
                <a:cs typeface="Arial"/>
              </a:defRPr>
            </a:lvl5pPr>
            <a:lvl6pPr algn="ctr">
              <a:defRPr sz="1800" b="1">
                <a:solidFill>
                  <a:srgbClr val="477BBD"/>
                </a:solidFill>
                <a:latin typeface="Arial"/>
                <a:ea typeface="Arial"/>
                <a:cs typeface="Arial"/>
              </a:defRPr>
            </a:lvl6pPr>
            <a:lvl7pPr algn="ctr">
              <a:defRPr sz="1800" b="1">
                <a:solidFill>
                  <a:srgbClr val="477BBD"/>
                </a:solidFill>
                <a:latin typeface="Arial"/>
                <a:ea typeface="Arial"/>
                <a:cs typeface="Arial"/>
              </a:defRPr>
            </a:lvl7pPr>
            <a:lvl8pPr algn="ctr">
              <a:defRPr sz="1800" b="1">
                <a:solidFill>
                  <a:srgbClr val="477BBD"/>
                </a:solidFill>
                <a:latin typeface="Arial"/>
                <a:ea typeface="Arial"/>
                <a:cs typeface="Arial"/>
              </a:defRPr>
            </a:lvl8pPr>
            <a:lvl9pPr algn="ctr">
              <a:defRPr sz="1800" b="1">
                <a:solidFill>
                  <a:srgbClr val="477BBD"/>
                </a:solidFill>
                <a:latin typeface="Arial"/>
                <a:ea typeface="Arial"/>
                <a:cs typeface="Arial"/>
              </a:defRPr>
            </a:lvl9pPr>
          </a:lstStyle>
          <a:p xmlns:a="http://schemas.openxmlformats.org/drawingml/2006/main">
            <a:pPr algn="ctr">
              <a:defRPr sz="1800" b="1">
                <a:solidFill>
                  <a:srgbClr val="477BBD"/>
                </a:solidFill>
                <a:latin typeface="Arial"/>
                <a:ea typeface="Arial"/>
                <a:cs typeface="Arial"/>
              </a:defRPr>
            </a:pPr>
            <a:r>
              <a:rPr sz="1800" b="1">
                <a:solidFill>
                  <a:srgbClr val="477BBD"/>
                </a:solidFill>
                <a:latin typeface="Arial"/>
                <a:ea typeface="Arial"/>
                <a:cs typeface="Arial"/>
              </a:rPr>
              <a:t>Model</a:t>
            </a:r>
          </a:p>
        </p:txBody>
      </p:sp>
      <p:sp>
        <p:nvSpPr>
          <p:cNvPr id="7" name="item-258">
            <a:extLst xmlns:a="http://schemas.openxmlformats.org/drawingml/2006/main">
              <a:ext uri="{FF2B5EF4-FFF2-40B4-BE49-F238E27FC236}">
                <a16:creationId xmlns:a16="http://schemas.microsoft.com/office/drawing/2014/main" id="{0E218319-8041-47FA-99DD-82F29BBFCBE5}"/>
              </a:ext>
            </a:extLst>
          </p:cNvPr>
          <p:cNvSpPr>
            <a:spLocks xmlns:a="http://schemas.openxmlformats.org/drawingml/2006/main" noGrp="1"/>
          </p:cNvSpPr>
          <p:nvPr/>
        </p:nvSpPr>
        <p:spPr>
          <a:xfrm xmlns:a="http://schemas.openxmlformats.org/drawingml/2006/main">
            <a:off x="5172075" y="1333500"/>
            <a:ext cx="226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1">
                <a:solidFill>
                  <a:srgbClr val="8872B3"/>
                </a:solidFill>
                <a:latin typeface="Arial"/>
                <a:ea typeface="Arial"/>
                <a:cs typeface="Arial"/>
              </a:defRPr>
            </a:defPPr>
            <a:lvl1pPr algn="ctr">
              <a:defRPr sz="1800" b="1">
                <a:solidFill>
                  <a:srgbClr val="8872B3"/>
                </a:solidFill>
                <a:latin typeface="Arial"/>
                <a:ea typeface="Arial"/>
                <a:cs typeface="Arial"/>
              </a:defRPr>
            </a:lvl1pPr>
            <a:lvl2pPr algn="ctr">
              <a:defRPr sz="1800" b="1">
                <a:solidFill>
                  <a:srgbClr val="8872B3"/>
                </a:solidFill>
                <a:latin typeface="Arial"/>
                <a:ea typeface="Arial"/>
                <a:cs typeface="Arial"/>
              </a:defRPr>
            </a:lvl2pPr>
            <a:lvl3pPr algn="ctr">
              <a:defRPr sz="1800" b="1">
                <a:solidFill>
                  <a:srgbClr val="8872B3"/>
                </a:solidFill>
                <a:latin typeface="Arial"/>
                <a:ea typeface="Arial"/>
                <a:cs typeface="Arial"/>
              </a:defRPr>
            </a:lvl3pPr>
            <a:lvl4pPr algn="ctr">
              <a:defRPr sz="1800" b="1">
                <a:solidFill>
                  <a:srgbClr val="8872B3"/>
                </a:solidFill>
                <a:latin typeface="Arial"/>
                <a:ea typeface="Arial"/>
                <a:cs typeface="Arial"/>
              </a:defRPr>
            </a:lvl4pPr>
            <a:lvl5pPr algn="ctr">
              <a:defRPr sz="1800" b="1">
                <a:solidFill>
                  <a:srgbClr val="8872B3"/>
                </a:solidFill>
                <a:latin typeface="Arial"/>
                <a:ea typeface="Arial"/>
                <a:cs typeface="Arial"/>
              </a:defRPr>
            </a:lvl5pPr>
            <a:lvl6pPr algn="ctr">
              <a:defRPr sz="1800" b="1">
                <a:solidFill>
                  <a:srgbClr val="8872B3"/>
                </a:solidFill>
                <a:latin typeface="Arial"/>
                <a:ea typeface="Arial"/>
                <a:cs typeface="Arial"/>
              </a:defRPr>
            </a:lvl6pPr>
            <a:lvl7pPr algn="ctr">
              <a:defRPr sz="1800" b="1">
                <a:solidFill>
                  <a:srgbClr val="8872B3"/>
                </a:solidFill>
                <a:latin typeface="Arial"/>
                <a:ea typeface="Arial"/>
                <a:cs typeface="Arial"/>
              </a:defRPr>
            </a:lvl7pPr>
            <a:lvl8pPr algn="ctr">
              <a:defRPr sz="1800" b="1">
                <a:solidFill>
                  <a:srgbClr val="8872B3"/>
                </a:solidFill>
                <a:latin typeface="Arial"/>
                <a:ea typeface="Arial"/>
                <a:cs typeface="Arial"/>
              </a:defRPr>
            </a:lvl8pPr>
            <a:lvl9pPr algn="ctr">
              <a:defRPr sz="1800" b="1">
                <a:solidFill>
                  <a:srgbClr val="8872B3"/>
                </a:solidFill>
                <a:latin typeface="Arial"/>
                <a:ea typeface="Arial"/>
                <a:cs typeface="Arial"/>
              </a:defRPr>
            </a:lvl9pPr>
          </a:lstStyle>
          <a:p xmlns:a="http://schemas.openxmlformats.org/drawingml/2006/main">
            <a:pPr algn="ctr">
              <a:defRPr sz="1800" b="1">
                <a:solidFill>
                  <a:srgbClr val="8872B3"/>
                </a:solidFill>
                <a:latin typeface="Arial"/>
                <a:ea typeface="Arial"/>
                <a:cs typeface="Arial"/>
              </a:defRPr>
            </a:pPr>
            <a:r>
              <a:rPr sz="1800" b="1">
                <a:solidFill>
                  <a:srgbClr val="8872B3"/>
                </a:solidFill>
                <a:latin typeface="Arial"/>
                <a:ea typeface="Arial"/>
                <a:cs typeface="Arial"/>
              </a:rPr>
              <a:t>CUA_REPL + CUA</a:t>
            </a:r>
          </a:p>
        </p:txBody>
      </p:sp>
      <p:sp>
        <p:nvSpPr>
          <p:cNvPr id="8" name="item-259">
            <a:extLst xmlns:a="http://schemas.openxmlformats.org/drawingml/2006/main">
              <a:ext uri="{FF2B5EF4-FFF2-40B4-BE49-F238E27FC236}">
                <a16:creationId xmlns:a16="http://schemas.microsoft.com/office/drawing/2014/main" id="{3AF3F67D-7B3B-4A52-9029-87163800FB1A}"/>
              </a:ext>
            </a:extLst>
          </p:cNvPr>
          <p:cNvSpPr>
            <a:spLocks xmlns:a="http://schemas.openxmlformats.org/drawingml/2006/main" noGrp="1"/>
          </p:cNvSpPr>
          <p:nvPr/>
        </p:nvSpPr>
        <p:spPr>
          <a:xfrm xmlns:a="http://schemas.openxmlformats.org/drawingml/2006/main">
            <a:off x="7496175" y="1333500"/>
            <a:ext cx="226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1">
                <a:solidFill>
                  <a:srgbClr val="378775"/>
                </a:solidFill>
                <a:latin typeface="Arial"/>
                <a:ea typeface="Arial"/>
                <a:cs typeface="Arial"/>
              </a:defRPr>
            </a:defPPr>
            <a:lvl1pPr algn="ctr">
              <a:defRPr sz="1800" b="1">
                <a:solidFill>
                  <a:srgbClr val="378775"/>
                </a:solidFill>
                <a:latin typeface="Arial"/>
                <a:ea typeface="Arial"/>
                <a:cs typeface="Arial"/>
              </a:defRPr>
            </a:lvl1pPr>
            <a:lvl2pPr algn="ctr">
              <a:defRPr sz="1800" b="1">
                <a:solidFill>
                  <a:srgbClr val="378775"/>
                </a:solidFill>
                <a:latin typeface="Arial"/>
                <a:ea typeface="Arial"/>
                <a:cs typeface="Arial"/>
              </a:defRPr>
            </a:lvl2pPr>
            <a:lvl3pPr algn="ctr">
              <a:defRPr sz="1800" b="1">
                <a:solidFill>
                  <a:srgbClr val="378775"/>
                </a:solidFill>
                <a:latin typeface="Arial"/>
                <a:ea typeface="Arial"/>
                <a:cs typeface="Arial"/>
              </a:defRPr>
            </a:lvl3pPr>
            <a:lvl4pPr algn="ctr">
              <a:defRPr sz="1800" b="1">
                <a:solidFill>
                  <a:srgbClr val="378775"/>
                </a:solidFill>
                <a:latin typeface="Arial"/>
                <a:ea typeface="Arial"/>
                <a:cs typeface="Arial"/>
              </a:defRPr>
            </a:lvl4pPr>
            <a:lvl5pPr algn="ctr">
              <a:defRPr sz="1800" b="1">
                <a:solidFill>
                  <a:srgbClr val="378775"/>
                </a:solidFill>
                <a:latin typeface="Arial"/>
                <a:ea typeface="Arial"/>
                <a:cs typeface="Arial"/>
              </a:defRPr>
            </a:lvl5pPr>
            <a:lvl6pPr algn="ctr">
              <a:defRPr sz="1800" b="1">
                <a:solidFill>
                  <a:srgbClr val="378775"/>
                </a:solidFill>
                <a:latin typeface="Arial"/>
                <a:ea typeface="Arial"/>
                <a:cs typeface="Arial"/>
              </a:defRPr>
            </a:lvl6pPr>
            <a:lvl7pPr algn="ctr">
              <a:defRPr sz="1800" b="1">
                <a:solidFill>
                  <a:srgbClr val="378775"/>
                </a:solidFill>
                <a:latin typeface="Arial"/>
                <a:ea typeface="Arial"/>
                <a:cs typeface="Arial"/>
              </a:defRPr>
            </a:lvl7pPr>
            <a:lvl8pPr algn="ctr">
              <a:defRPr sz="1800" b="1">
                <a:solidFill>
                  <a:srgbClr val="378775"/>
                </a:solidFill>
                <a:latin typeface="Arial"/>
                <a:ea typeface="Arial"/>
                <a:cs typeface="Arial"/>
              </a:defRPr>
            </a:lvl8pPr>
            <a:lvl9pPr algn="ctr">
              <a:defRPr sz="1800" b="1">
                <a:solidFill>
                  <a:srgbClr val="378775"/>
                </a:solidFill>
                <a:latin typeface="Arial"/>
                <a:ea typeface="Arial"/>
                <a:cs typeface="Arial"/>
              </a:defRPr>
            </a:lvl9pPr>
          </a:lstStyle>
          <a:p xmlns:a="http://schemas.openxmlformats.org/drawingml/2006/main">
            <a:pPr algn="ctr">
              <a:defRPr sz="1800" b="1">
                <a:solidFill>
                  <a:srgbClr val="378775"/>
                </a:solidFill>
                <a:latin typeface="Arial"/>
                <a:ea typeface="Arial"/>
                <a:cs typeface="Arial"/>
              </a:defRPr>
            </a:pPr>
            <a:r>
              <a:rPr sz="1800" b="1">
                <a:solidFill>
                  <a:srgbClr val="378775"/>
                </a:solidFill>
                <a:latin typeface="Arial"/>
                <a:ea typeface="Arial"/>
                <a:cs typeface="Arial"/>
              </a:rPr>
              <a:t>Browser or app</a:t>
            </a:r>
          </a:p>
        </p:txBody>
      </p:sp>
      <p:sp>
        <p:nvSpPr>
          <p:cNvPr id="9" name="item-260">
            <a:extLst xmlns:a="http://schemas.openxmlformats.org/drawingml/2006/main">
              <a:ext uri="{FF2B5EF4-FFF2-40B4-BE49-F238E27FC236}">
                <a16:creationId xmlns:a16="http://schemas.microsoft.com/office/drawing/2014/main" id="{D8CAA42A-945E-48BA-9B52-9283EC43F80D}"/>
              </a:ext>
            </a:extLst>
          </p:cNvPr>
          <p:cNvSpPr>
            <a:spLocks xmlns:a="http://schemas.openxmlformats.org/drawingml/2006/main" noGrp="1"/>
          </p:cNvSpPr>
          <p:nvPr/>
        </p:nvSpPr>
        <p:spPr>
          <a:xfrm xmlns:a="http://schemas.openxmlformats.org/drawingml/2006/main">
            <a:off x="9820275" y="1333500"/>
            <a:ext cx="226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800" b="1">
                <a:solidFill>
                  <a:srgbClr val="152D46"/>
                </a:solidFill>
                <a:latin typeface="Arial"/>
                <a:ea typeface="Arial"/>
                <a:cs typeface="Arial"/>
              </a:defRPr>
            </a:defPPr>
            <a:lvl1pPr algn="ctr">
              <a:defRPr sz="1800" b="1">
                <a:solidFill>
                  <a:srgbClr val="152D46"/>
                </a:solidFill>
                <a:latin typeface="Arial"/>
                <a:ea typeface="Arial"/>
                <a:cs typeface="Arial"/>
              </a:defRPr>
            </a:lvl1pPr>
            <a:lvl2pPr algn="ctr">
              <a:defRPr sz="1800" b="1">
                <a:solidFill>
                  <a:srgbClr val="152D46"/>
                </a:solidFill>
                <a:latin typeface="Arial"/>
                <a:ea typeface="Arial"/>
                <a:cs typeface="Arial"/>
              </a:defRPr>
            </a:lvl2pPr>
            <a:lvl3pPr algn="ctr">
              <a:defRPr sz="1800" b="1">
                <a:solidFill>
                  <a:srgbClr val="152D46"/>
                </a:solidFill>
                <a:latin typeface="Arial"/>
                <a:ea typeface="Arial"/>
                <a:cs typeface="Arial"/>
              </a:defRPr>
            </a:lvl3pPr>
            <a:lvl4pPr algn="ctr">
              <a:defRPr sz="1800" b="1">
                <a:solidFill>
                  <a:srgbClr val="152D46"/>
                </a:solidFill>
                <a:latin typeface="Arial"/>
                <a:ea typeface="Arial"/>
                <a:cs typeface="Arial"/>
              </a:defRPr>
            </a:lvl4pPr>
            <a:lvl5pPr algn="ctr">
              <a:defRPr sz="1800" b="1">
                <a:solidFill>
                  <a:srgbClr val="152D46"/>
                </a:solidFill>
                <a:latin typeface="Arial"/>
                <a:ea typeface="Arial"/>
                <a:cs typeface="Arial"/>
              </a:defRPr>
            </a:lvl5pPr>
            <a:lvl6pPr algn="ctr">
              <a:defRPr sz="1800" b="1">
                <a:solidFill>
                  <a:srgbClr val="152D46"/>
                </a:solidFill>
                <a:latin typeface="Arial"/>
                <a:ea typeface="Arial"/>
                <a:cs typeface="Arial"/>
              </a:defRPr>
            </a:lvl6pPr>
            <a:lvl7pPr algn="ctr">
              <a:defRPr sz="1800" b="1">
                <a:solidFill>
                  <a:srgbClr val="152D46"/>
                </a:solidFill>
                <a:latin typeface="Arial"/>
                <a:ea typeface="Arial"/>
                <a:cs typeface="Arial"/>
              </a:defRPr>
            </a:lvl7pPr>
            <a:lvl8pPr algn="ctr">
              <a:defRPr sz="1800" b="1">
                <a:solidFill>
                  <a:srgbClr val="152D46"/>
                </a:solidFill>
                <a:latin typeface="Arial"/>
                <a:ea typeface="Arial"/>
                <a:cs typeface="Arial"/>
              </a:defRPr>
            </a:lvl8pPr>
            <a:lvl9pPr algn="ctr">
              <a:defRPr sz="1800" b="1">
                <a:solidFill>
                  <a:srgbClr val="152D46"/>
                </a:solidFill>
                <a:latin typeface="Arial"/>
                <a:ea typeface="Arial"/>
                <a:cs typeface="Arial"/>
              </a:defRPr>
            </a:lvl9pPr>
          </a:lstStyle>
          <a:p xmlns:a="http://schemas.openxmlformats.org/drawingml/2006/main">
            <a:pPr algn="ctr">
              <a:defRPr sz="1800" b="1">
                <a:solidFill>
                  <a:srgbClr val="152D46"/>
                </a:solidFill>
                <a:latin typeface="Arial"/>
                <a:ea typeface="Arial"/>
                <a:cs typeface="Arial"/>
              </a:defRPr>
            </a:pPr>
            <a:r>
              <a:rPr sz="1800" b="1">
                <a:solidFill>
                  <a:srgbClr val="152D46"/>
                </a:solidFill>
                <a:latin typeface="Arial"/>
                <a:ea typeface="Arial"/>
                <a:cs typeface="Arial"/>
              </a:rPr>
              <a:t>Observed result</a:t>
            </a:r>
          </a:p>
        </p:txBody>
      </p:sp>
      <p:sp>
        <p:nvSpPr>
          <p:cNvPr id="10" name="item-261">
            <a:extLst xmlns:a="http://schemas.openxmlformats.org/drawingml/2006/main">
              <a:ext uri="{FF2B5EF4-FFF2-40B4-BE49-F238E27FC236}">
                <a16:creationId xmlns:a16="http://schemas.microsoft.com/office/drawing/2014/main" id="{B1F538F4-301A-4717-96FD-60A0DE286E7E}"/>
              </a:ext>
            </a:extLst>
          </p:cNvPr>
          <p:cNvSpPr>
            <a:spLocks xmlns:a="http://schemas.openxmlformats.org/drawingml/2006/main" noGrp="1"/>
          </p:cNvSpPr>
          <p:nvPr/>
        </p:nvSpPr>
        <p:spPr>
          <a:xfrm xmlns:a="http://schemas.openxmlformats.org/drawingml/2006/main">
            <a:off x="1762125" y="5734050"/>
            <a:ext cx="866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The returned observation gives the model new evidence</a:t>
            </a:r>
          </a:p>
        </p:txBody>
      </p:sp>
    </p:spTree>
    <p:extLst>
      <p:ext uri="{BB962C8B-B14F-4D97-AF65-F5344CB8AC3E}">
        <p14:creationId xmlns:p14="http://schemas.microsoft.com/office/powerpoint/2010/main" val="647042139"/>
      </p:ext>
    </p:extLst>
  </p:cSld>
</p:sld>
</file>

<file path=ppt/slides/slide1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6" name="item-262">
            <a:extLst xmlns:a="http://schemas.openxmlformats.org/drawingml/2006/main">
              <a:ext uri="{FF2B5EF4-FFF2-40B4-BE49-F238E27FC236}">
                <a16:creationId xmlns:a16="http://schemas.microsoft.com/office/drawing/2014/main" id="{4E0E632B-A225-40E0-BF19-AE5A9297D588}"/>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 real CUA_REPL call</a:t>
            </a:r>
          </a:p>
        </p:txBody>
      </p:sp>
      <p:sp>
        <p:nvSpPr>
          <p:cNvPr id="2" name="item-263">
            <a:extLst xmlns:a="http://schemas.openxmlformats.org/drawingml/2006/main">
              <a:ext uri="{FF2B5EF4-FFF2-40B4-BE49-F238E27FC236}">
                <a16:creationId xmlns:a16="http://schemas.microsoft.com/office/drawing/2014/main" id="{946A301B-4B5C-4648-B49F-F62C1B4A4262}"/>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64">
            <a:extLst xmlns:a="http://schemas.openxmlformats.org/drawingml/2006/main">
              <a:ext uri="{FF2B5EF4-FFF2-40B4-BE49-F238E27FC236}">
                <a16:creationId xmlns:a16="http://schemas.microsoft.com/office/drawing/2014/main" id="{B9E3220F-3BF8-42A7-BFFD-2476A9401AC3}"/>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14</a:t>
            </a:r>
          </a:p>
        </p:txBody>
      </p:sp>
      <p:sp>
        <p:nvSpPr>
          <p:cNvPr id="4" name="item-265">
            <a:extLst xmlns:a="http://schemas.openxmlformats.org/drawingml/2006/main">
              <a:ext uri="{FF2B5EF4-FFF2-40B4-BE49-F238E27FC236}">
                <a16:creationId xmlns:a16="http://schemas.microsoft.com/office/drawing/2014/main" id="{D9BF41B7-AEC0-49D5-A752-1AC373080385}"/>
              </a:ext>
            </a:extLst>
          </p:cNvPr>
          <p:cNvSpPr>
            <a:spLocks xmlns:a="http://schemas.openxmlformats.org/drawingml/2006/main" noGrp="1"/>
          </p:cNvSpPr>
          <p:nvPr/>
        </p:nvSpPr>
        <p:spPr>
          <a:xfrm xmlns:a="http://schemas.openxmlformats.org/drawingml/2006/main">
            <a:off x="733425" y="1847850"/>
            <a:ext cx="7029450" cy="2924175"/>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5" name="item-266">
            <a:extLst xmlns:a="http://schemas.openxmlformats.org/drawingml/2006/main">
              <a:ext uri="{FF2B5EF4-FFF2-40B4-BE49-F238E27FC236}">
                <a16:creationId xmlns:a16="http://schemas.microsoft.com/office/drawing/2014/main" id="{56D517E4-7C28-4CFC-B2B3-F80A47197E1F}"/>
              </a:ext>
            </a:extLst>
          </p:cNvPr>
          <p:cNvSpPr>
            <a:spLocks xmlns:a="http://schemas.openxmlformats.org/drawingml/2006/main" noGrp="1"/>
          </p:cNvSpPr>
          <p:nvPr/>
        </p:nvSpPr>
        <p:spPr>
          <a:xfrm xmlns:a="http://schemas.openxmlformats.org/drawingml/2006/main">
            <a:off x="1000125" y="2038350"/>
            <a:ext cx="64960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let tab = await</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cua.createBrowserTab(</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"iab", "http://127.0.0.1:4355/"</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await tab.getAXState();</a:t>
            </a:r>
          </a:p>
        </p:txBody>
      </p:sp>
      <p:sp>
        <p:nvSpPr>
          <p:cNvPr id="6" name="item-267">
            <a:extLst xmlns:a="http://schemas.openxmlformats.org/drawingml/2006/main">
              <a:ext uri="{FF2B5EF4-FFF2-40B4-BE49-F238E27FC236}">
                <a16:creationId xmlns:a16="http://schemas.microsoft.com/office/drawing/2014/main" id="{C769991A-94CA-47F6-A1F9-2E7F31B9044E}"/>
              </a:ext>
            </a:extLst>
          </p:cNvPr>
          <p:cNvSpPr>
            <a:spLocks xmlns:a="http://schemas.openxmlformats.org/drawingml/2006/main" noGrp="1"/>
          </p:cNvSpPr>
          <p:nvPr/>
        </p:nvSpPr>
        <p:spPr>
          <a:xfrm xmlns:a="http://schemas.openxmlformats.org/drawingml/2006/main">
            <a:off x="8181975" y="20383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7" name="item-268">
            <a:extLst xmlns:a="http://schemas.openxmlformats.org/drawingml/2006/main">
              <a:ext uri="{FF2B5EF4-FFF2-40B4-BE49-F238E27FC236}">
                <a16:creationId xmlns:a16="http://schemas.microsoft.com/office/drawing/2014/main" id="{3C71BC92-42C7-45DD-B388-9216720A3C8C}"/>
              </a:ext>
            </a:extLst>
          </p:cNvPr>
          <p:cNvSpPr>
            <a:spLocks xmlns:a="http://schemas.openxmlformats.org/drawingml/2006/main" noGrp="1"/>
          </p:cNvSpPr>
          <p:nvPr/>
        </p:nvSpPr>
        <p:spPr>
          <a:xfrm xmlns:a="http://schemas.openxmlformats.org/drawingml/2006/main">
            <a:off x="8067675" y="2038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8" name="item-269">
            <a:extLst xmlns:a="http://schemas.openxmlformats.org/drawingml/2006/main">
              <a:ext uri="{FF2B5EF4-FFF2-40B4-BE49-F238E27FC236}">
                <a16:creationId xmlns:a16="http://schemas.microsoft.com/office/drawing/2014/main" id="{996BE166-DA2D-4137-BCDE-2BDCBC3AD7C2}"/>
              </a:ext>
            </a:extLst>
          </p:cNvPr>
          <p:cNvSpPr>
            <a:spLocks xmlns:a="http://schemas.openxmlformats.org/drawingml/2006/main" noGrp="1"/>
          </p:cNvSpPr>
          <p:nvPr/>
        </p:nvSpPr>
        <p:spPr>
          <a:xfrm xmlns:a="http://schemas.openxmlformats.org/drawingml/2006/main">
            <a:off x="8705850" y="2000250"/>
            <a:ext cx="2705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477BBD"/>
                </a:solidFill>
                <a:latin typeface="Arial"/>
                <a:ea typeface="Arial"/>
                <a:cs typeface="Arial"/>
              </a:defRPr>
            </a:defPPr>
            <a:lvl1pPr algn="l">
              <a:defRPr sz="1875" b="1">
                <a:solidFill>
                  <a:srgbClr val="477BBD"/>
                </a:solidFill>
                <a:latin typeface="Arial"/>
                <a:ea typeface="Arial"/>
                <a:cs typeface="Arial"/>
              </a:defRPr>
            </a:lvl1pPr>
            <a:lvl2pPr algn="l">
              <a:defRPr sz="1875" b="1">
                <a:solidFill>
                  <a:srgbClr val="477BBD"/>
                </a:solidFill>
                <a:latin typeface="Arial"/>
                <a:ea typeface="Arial"/>
                <a:cs typeface="Arial"/>
              </a:defRPr>
            </a:lvl2pPr>
            <a:lvl3pPr algn="l">
              <a:defRPr sz="1875" b="1">
                <a:solidFill>
                  <a:srgbClr val="477BBD"/>
                </a:solidFill>
                <a:latin typeface="Arial"/>
                <a:ea typeface="Arial"/>
                <a:cs typeface="Arial"/>
              </a:defRPr>
            </a:lvl3pPr>
            <a:lvl4pPr algn="l">
              <a:defRPr sz="1875" b="1">
                <a:solidFill>
                  <a:srgbClr val="477BBD"/>
                </a:solidFill>
                <a:latin typeface="Arial"/>
                <a:ea typeface="Arial"/>
                <a:cs typeface="Arial"/>
              </a:defRPr>
            </a:lvl4pPr>
            <a:lvl5pPr algn="l">
              <a:defRPr sz="1875" b="1">
                <a:solidFill>
                  <a:srgbClr val="477BBD"/>
                </a:solidFill>
                <a:latin typeface="Arial"/>
                <a:ea typeface="Arial"/>
                <a:cs typeface="Arial"/>
              </a:defRPr>
            </a:lvl5pPr>
            <a:lvl6pPr algn="l">
              <a:defRPr sz="1875" b="1">
                <a:solidFill>
                  <a:srgbClr val="477BBD"/>
                </a:solidFill>
                <a:latin typeface="Arial"/>
                <a:ea typeface="Arial"/>
                <a:cs typeface="Arial"/>
              </a:defRPr>
            </a:lvl6pPr>
            <a:lvl7pPr algn="l">
              <a:defRPr sz="1875" b="1">
                <a:solidFill>
                  <a:srgbClr val="477BBD"/>
                </a:solidFill>
                <a:latin typeface="Arial"/>
                <a:ea typeface="Arial"/>
                <a:cs typeface="Arial"/>
              </a:defRPr>
            </a:lvl7pPr>
            <a:lvl8pPr algn="l">
              <a:defRPr sz="1875" b="1">
                <a:solidFill>
                  <a:srgbClr val="477BBD"/>
                </a:solidFill>
                <a:latin typeface="Arial"/>
                <a:ea typeface="Arial"/>
                <a:cs typeface="Arial"/>
              </a:defRPr>
            </a:lvl8pPr>
            <a:lvl9pPr algn="l">
              <a:defRPr sz="1875" b="1">
                <a:solidFill>
                  <a:srgbClr val="477BBD"/>
                </a:solidFill>
                <a:latin typeface="Arial"/>
                <a:ea typeface="Arial"/>
                <a:cs typeface="Arial"/>
              </a:defRPr>
            </a:lvl9pPr>
          </a:lstStyle>
          <a:p xmlns:a="http://schemas.openxmlformats.org/drawingml/2006/main">
            <a:pPr algn="l">
              <a:defRPr sz="1875" b="1">
                <a:solidFill>
                  <a:srgbClr val="477BBD"/>
                </a:solidFill>
                <a:latin typeface="Arial"/>
                <a:ea typeface="Arial"/>
                <a:cs typeface="Arial"/>
              </a:defRPr>
            </a:pPr>
            <a:r>
              <a:rPr sz="1875" b="1">
                <a:solidFill>
                  <a:srgbClr val="477BBD"/>
                </a:solidFill>
                <a:latin typeface="Arial"/>
                <a:ea typeface="Arial"/>
                <a:cs typeface="Arial"/>
              </a:rPr>
              <a:t>Keep a handle to this tab</a:t>
            </a:r>
          </a:p>
        </p:txBody>
      </p:sp>
      <p:sp>
        <p:nvSpPr>
          <p:cNvPr id="9" name="item-270">
            <a:extLst xmlns:a="http://schemas.openxmlformats.org/drawingml/2006/main">
              <a:ext uri="{FF2B5EF4-FFF2-40B4-BE49-F238E27FC236}">
                <a16:creationId xmlns:a16="http://schemas.microsoft.com/office/drawing/2014/main" id="{21CFA89A-4933-4592-A90D-AC3D48ED2A00}"/>
              </a:ext>
            </a:extLst>
          </p:cNvPr>
          <p:cNvSpPr>
            <a:spLocks xmlns:a="http://schemas.openxmlformats.org/drawingml/2006/main" noGrp="1"/>
          </p:cNvSpPr>
          <p:nvPr/>
        </p:nvSpPr>
        <p:spPr>
          <a:xfrm xmlns:a="http://schemas.openxmlformats.org/drawingml/2006/main">
            <a:off x="8181975" y="323850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0" name="item-271">
            <a:extLst xmlns:a="http://schemas.openxmlformats.org/drawingml/2006/main">
              <a:ext uri="{FF2B5EF4-FFF2-40B4-BE49-F238E27FC236}">
                <a16:creationId xmlns:a16="http://schemas.microsoft.com/office/drawing/2014/main" id="{BA34BB82-9EAD-411D-B476-F62EB3BCE9DD}"/>
              </a:ext>
            </a:extLst>
          </p:cNvPr>
          <p:cNvSpPr>
            <a:spLocks xmlns:a="http://schemas.openxmlformats.org/drawingml/2006/main" noGrp="1"/>
          </p:cNvSpPr>
          <p:nvPr/>
        </p:nvSpPr>
        <p:spPr>
          <a:xfrm xmlns:a="http://schemas.openxmlformats.org/drawingml/2006/main">
            <a:off x="8067675" y="32385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item-272">
            <a:extLst xmlns:a="http://schemas.openxmlformats.org/drawingml/2006/main">
              <a:ext uri="{FF2B5EF4-FFF2-40B4-BE49-F238E27FC236}">
                <a16:creationId xmlns:a16="http://schemas.microsoft.com/office/drawing/2014/main" id="{C0C4C3DD-5546-4E3C-99B5-A73DF5BFE987}"/>
              </a:ext>
            </a:extLst>
          </p:cNvPr>
          <p:cNvSpPr>
            <a:spLocks xmlns:a="http://schemas.openxmlformats.org/drawingml/2006/main" noGrp="1"/>
          </p:cNvSpPr>
          <p:nvPr/>
        </p:nvSpPr>
        <p:spPr>
          <a:xfrm xmlns:a="http://schemas.openxmlformats.org/drawingml/2006/main">
            <a:off x="8705850" y="3200400"/>
            <a:ext cx="2705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8872B3"/>
                </a:solidFill>
                <a:latin typeface="Arial"/>
                <a:ea typeface="Arial"/>
                <a:cs typeface="Arial"/>
              </a:defRPr>
            </a:defPPr>
            <a:lvl1pPr algn="l">
              <a:defRPr sz="1875" b="1">
                <a:solidFill>
                  <a:srgbClr val="8872B3"/>
                </a:solidFill>
                <a:latin typeface="Arial"/>
                <a:ea typeface="Arial"/>
                <a:cs typeface="Arial"/>
              </a:defRPr>
            </a:lvl1pPr>
            <a:lvl2pPr algn="l">
              <a:defRPr sz="1875" b="1">
                <a:solidFill>
                  <a:srgbClr val="8872B3"/>
                </a:solidFill>
                <a:latin typeface="Arial"/>
                <a:ea typeface="Arial"/>
                <a:cs typeface="Arial"/>
              </a:defRPr>
            </a:lvl2pPr>
            <a:lvl3pPr algn="l">
              <a:defRPr sz="1875" b="1">
                <a:solidFill>
                  <a:srgbClr val="8872B3"/>
                </a:solidFill>
                <a:latin typeface="Arial"/>
                <a:ea typeface="Arial"/>
                <a:cs typeface="Arial"/>
              </a:defRPr>
            </a:lvl3pPr>
            <a:lvl4pPr algn="l">
              <a:defRPr sz="1875" b="1">
                <a:solidFill>
                  <a:srgbClr val="8872B3"/>
                </a:solidFill>
                <a:latin typeface="Arial"/>
                <a:ea typeface="Arial"/>
                <a:cs typeface="Arial"/>
              </a:defRPr>
            </a:lvl4pPr>
            <a:lvl5pPr algn="l">
              <a:defRPr sz="1875" b="1">
                <a:solidFill>
                  <a:srgbClr val="8872B3"/>
                </a:solidFill>
                <a:latin typeface="Arial"/>
                <a:ea typeface="Arial"/>
                <a:cs typeface="Arial"/>
              </a:defRPr>
            </a:lvl5pPr>
            <a:lvl6pPr algn="l">
              <a:defRPr sz="1875" b="1">
                <a:solidFill>
                  <a:srgbClr val="8872B3"/>
                </a:solidFill>
                <a:latin typeface="Arial"/>
                <a:ea typeface="Arial"/>
                <a:cs typeface="Arial"/>
              </a:defRPr>
            </a:lvl6pPr>
            <a:lvl7pPr algn="l">
              <a:defRPr sz="1875" b="1">
                <a:solidFill>
                  <a:srgbClr val="8872B3"/>
                </a:solidFill>
                <a:latin typeface="Arial"/>
                <a:ea typeface="Arial"/>
                <a:cs typeface="Arial"/>
              </a:defRPr>
            </a:lvl7pPr>
            <a:lvl8pPr algn="l">
              <a:defRPr sz="1875" b="1">
                <a:solidFill>
                  <a:srgbClr val="8872B3"/>
                </a:solidFill>
                <a:latin typeface="Arial"/>
                <a:ea typeface="Arial"/>
                <a:cs typeface="Arial"/>
              </a:defRPr>
            </a:lvl8pPr>
            <a:lvl9pPr algn="l">
              <a:defRPr sz="1875" b="1">
                <a:solidFill>
                  <a:srgbClr val="8872B3"/>
                </a:solidFill>
                <a:latin typeface="Arial"/>
                <a:ea typeface="Arial"/>
                <a:cs typeface="Arial"/>
              </a:defRPr>
            </a:lvl9pPr>
          </a:lstStyle>
          <a:p xmlns:a="http://schemas.openxmlformats.org/drawingml/2006/main">
            <a:pPr algn="l">
              <a:defRPr sz="1875" b="1">
                <a:solidFill>
                  <a:srgbClr val="8872B3"/>
                </a:solidFill>
                <a:latin typeface="Arial"/>
                <a:ea typeface="Arial"/>
                <a:cs typeface="Arial"/>
              </a:defRPr>
            </a:pPr>
            <a:r>
              <a:rPr sz="1875" b="1">
                <a:solidFill>
                  <a:srgbClr val="8872B3"/>
                </a:solidFill>
                <a:latin typeface="Arial"/>
                <a:ea typeface="Arial"/>
                <a:cs typeface="Arial"/>
              </a:rPr>
              <a:t>Use the internal browser</a:t>
            </a:r>
          </a:p>
        </p:txBody>
      </p:sp>
      <p:sp>
        <p:nvSpPr>
          <p:cNvPr id="12" name="item-273">
            <a:extLst xmlns:a="http://schemas.openxmlformats.org/drawingml/2006/main">
              <a:ext uri="{FF2B5EF4-FFF2-40B4-BE49-F238E27FC236}">
                <a16:creationId xmlns:a16="http://schemas.microsoft.com/office/drawing/2014/main" id="{8A1B011F-63D6-4998-BCCA-6EFF10A3AF88}"/>
              </a:ext>
            </a:extLst>
          </p:cNvPr>
          <p:cNvSpPr>
            <a:spLocks xmlns:a="http://schemas.openxmlformats.org/drawingml/2006/main" noGrp="1"/>
          </p:cNvSpPr>
          <p:nvPr/>
        </p:nvSpPr>
        <p:spPr>
          <a:xfrm xmlns:a="http://schemas.openxmlformats.org/drawingml/2006/main">
            <a:off x="8181975" y="44767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3" name="item-274">
            <a:extLst xmlns:a="http://schemas.openxmlformats.org/drawingml/2006/main">
              <a:ext uri="{FF2B5EF4-FFF2-40B4-BE49-F238E27FC236}">
                <a16:creationId xmlns:a16="http://schemas.microsoft.com/office/drawing/2014/main" id="{A10AAB91-2BB2-441E-94E2-58D369A73A30}"/>
              </a:ext>
            </a:extLst>
          </p:cNvPr>
          <p:cNvSpPr>
            <a:spLocks xmlns:a="http://schemas.openxmlformats.org/drawingml/2006/main" noGrp="1"/>
          </p:cNvSpPr>
          <p:nvPr/>
        </p:nvSpPr>
        <p:spPr>
          <a:xfrm xmlns:a="http://schemas.openxmlformats.org/drawingml/2006/main">
            <a:off x="8067675" y="4476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item-275">
            <a:extLst xmlns:a="http://schemas.openxmlformats.org/drawingml/2006/main">
              <a:ext uri="{FF2B5EF4-FFF2-40B4-BE49-F238E27FC236}">
                <a16:creationId xmlns:a16="http://schemas.microsoft.com/office/drawing/2014/main" id="{18620214-5A6F-4071-BF50-1A8030649FDF}"/>
              </a:ext>
            </a:extLst>
          </p:cNvPr>
          <p:cNvSpPr>
            <a:spLocks xmlns:a="http://schemas.openxmlformats.org/drawingml/2006/main" noGrp="1"/>
          </p:cNvSpPr>
          <p:nvPr/>
        </p:nvSpPr>
        <p:spPr>
          <a:xfrm xmlns:a="http://schemas.openxmlformats.org/drawingml/2006/main">
            <a:off x="8705850" y="4438650"/>
            <a:ext cx="2705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378775"/>
                </a:solidFill>
                <a:latin typeface="Arial"/>
                <a:ea typeface="Arial"/>
                <a:cs typeface="Arial"/>
              </a:defRPr>
            </a:defPPr>
            <a:lvl1pPr algn="l">
              <a:defRPr sz="1875" b="1">
                <a:solidFill>
                  <a:srgbClr val="378775"/>
                </a:solidFill>
                <a:latin typeface="Arial"/>
                <a:ea typeface="Arial"/>
                <a:cs typeface="Arial"/>
              </a:defRPr>
            </a:lvl1pPr>
            <a:lvl2pPr algn="l">
              <a:defRPr sz="1875" b="1">
                <a:solidFill>
                  <a:srgbClr val="378775"/>
                </a:solidFill>
                <a:latin typeface="Arial"/>
                <a:ea typeface="Arial"/>
                <a:cs typeface="Arial"/>
              </a:defRPr>
            </a:lvl2pPr>
            <a:lvl3pPr algn="l">
              <a:defRPr sz="1875" b="1">
                <a:solidFill>
                  <a:srgbClr val="378775"/>
                </a:solidFill>
                <a:latin typeface="Arial"/>
                <a:ea typeface="Arial"/>
                <a:cs typeface="Arial"/>
              </a:defRPr>
            </a:lvl3pPr>
            <a:lvl4pPr algn="l">
              <a:defRPr sz="1875" b="1">
                <a:solidFill>
                  <a:srgbClr val="378775"/>
                </a:solidFill>
                <a:latin typeface="Arial"/>
                <a:ea typeface="Arial"/>
                <a:cs typeface="Arial"/>
              </a:defRPr>
            </a:lvl4pPr>
            <a:lvl5pPr algn="l">
              <a:defRPr sz="1875" b="1">
                <a:solidFill>
                  <a:srgbClr val="378775"/>
                </a:solidFill>
                <a:latin typeface="Arial"/>
                <a:ea typeface="Arial"/>
                <a:cs typeface="Arial"/>
              </a:defRPr>
            </a:lvl5pPr>
            <a:lvl6pPr algn="l">
              <a:defRPr sz="1875" b="1">
                <a:solidFill>
                  <a:srgbClr val="378775"/>
                </a:solidFill>
                <a:latin typeface="Arial"/>
                <a:ea typeface="Arial"/>
                <a:cs typeface="Arial"/>
              </a:defRPr>
            </a:lvl6pPr>
            <a:lvl7pPr algn="l">
              <a:defRPr sz="1875" b="1">
                <a:solidFill>
                  <a:srgbClr val="378775"/>
                </a:solidFill>
                <a:latin typeface="Arial"/>
                <a:ea typeface="Arial"/>
                <a:cs typeface="Arial"/>
              </a:defRPr>
            </a:lvl7pPr>
            <a:lvl8pPr algn="l">
              <a:defRPr sz="1875" b="1">
                <a:solidFill>
                  <a:srgbClr val="378775"/>
                </a:solidFill>
                <a:latin typeface="Arial"/>
                <a:ea typeface="Arial"/>
                <a:cs typeface="Arial"/>
              </a:defRPr>
            </a:lvl8pPr>
            <a:lvl9pPr algn="l">
              <a:defRPr sz="1875" b="1">
                <a:solidFill>
                  <a:srgbClr val="378775"/>
                </a:solidFill>
                <a:latin typeface="Arial"/>
                <a:ea typeface="Arial"/>
                <a:cs typeface="Arial"/>
              </a:defRPr>
            </a:lvl9pPr>
          </a:lstStyle>
          <a:p xmlns:a="http://schemas.openxmlformats.org/drawingml/2006/main">
            <a:pPr algn="l">
              <a:defRPr sz="1875" b="1">
                <a:solidFill>
                  <a:srgbClr val="378775"/>
                </a:solidFill>
                <a:latin typeface="Arial"/>
                <a:ea typeface="Arial"/>
                <a:cs typeface="Arial"/>
              </a:defRPr>
            </a:pPr>
            <a:r>
              <a:rPr sz="1875" b="1">
                <a:solidFill>
                  <a:srgbClr val="378775"/>
                </a:solidFill>
                <a:latin typeface="Arial"/>
                <a:ea typeface="Arial"/>
                <a:cs typeface="Arial"/>
              </a:rPr>
              <a:t>Read its current state</a:t>
            </a:r>
          </a:p>
        </p:txBody>
      </p:sp>
      <p:sp>
        <p:nvSpPr>
          <p:cNvPr id="15" name="item-276">
            <a:extLst xmlns:a="http://schemas.openxmlformats.org/drawingml/2006/main">
              <a:ext uri="{FF2B5EF4-FFF2-40B4-BE49-F238E27FC236}">
                <a16:creationId xmlns:a16="http://schemas.microsoft.com/office/drawing/2014/main" id="{0CAF6E32-D8E2-426B-8C7A-A1A207617EDA}"/>
              </a:ext>
            </a:extLst>
          </p:cNvPr>
          <p:cNvSpPr>
            <a:spLocks xmlns:a="http://schemas.openxmlformats.org/drawingml/2006/main" noGrp="1"/>
          </p:cNvSpPr>
          <p:nvPr/>
        </p:nvSpPr>
        <p:spPr>
          <a:xfrm xmlns:a="http://schemas.openxmlformats.org/drawingml/2006/main">
            <a:off x="809625" y="55911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687282"/>
                </a:solidFill>
                <a:latin typeface="Arial"/>
                <a:ea typeface="Arial"/>
                <a:cs typeface="Arial"/>
              </a:defRPr>
            </a:defPPr>
            <a:lvl1pPr algn="l">
              <a:defRPr sz="1725" b="0">
                <a:solidFill>
                  <a:srgbClr val="687282"/>
                </a:solidFill>
                <a:latin typeface="Arial"/>
                <a:ea typeface="Arial"/>
                <a:cs typeface="Arial"/>
              </a:defRPr>
            </a:lvl1pPr>
            <a:lvl2pPr algn="l">
              <a:defRPr sz="1725" b="0">
                <a:solidFill>
                  <a:srgbClr val="687282"/>
                </a:solidFill>
                <a:latin typeface="Arial"/>
                <a:ea typeface="Arial"/>
                <a:cs typeface="Arial"/>
              </a:defRPr>
            </a:lvl2pPr>
            <a:lvl3pPr algn="l">
              <a:defRPr sz="1725" b="0">
                <a:solidFill>
                  <a:srgbClr val="687282"/>
                </a:solidFill>
                <a:latin typeface="Arial"/>
                <a:ea typeface="Arial"/>
                <a:cs typeface="Arial"/>
              </a:defRPr>
            </a:lvl3pPr>
            <a:lvl4pPr algn="l">
              <a:defRPr sz="1725" b="0">
                <a:solidFill>
                  <a:srgbClr val="687282"/>
                </a:solidFill>
                <a:latin typeface="Arial"/>
                <a:ea typeface="Arial"/>
                <a:cs typeface="Arial"/>
              </a:defRPr>
            </a:lvl4pPr>
            <a:lvl5pPr algn="l">
              <a:defRPr sz="1725" b="0">
                <a:solidFill>
                  <a:srgbClr val="687282"/>
                </a:solidFill>
                <a:latin typeface="Arial"/>
                <a:ea typeface="Arial"/>
                <a:cs typeface="Arial"/>
              </a:defRPr>
            </a:lvl5pPr>
            <a:lvl6pPr algn="l">
              <a:defRPr sz="1725" b="0">
                <a:solidFill>
                  <a:srgbClr val="687282"/>
                </a:solidFill>
                <a:latin typeface="Arial"/>
                <a:ea typeface="Arial"/>
                <a:cs typeface="Arial"/>
              </a:defRPr>
            </a:lvl6pPr>
            <a:lvl7pPr algn="l">
              <a:defRPr sz="1725" b="0">
                <a:solidFill>
                  <a:srgbClr val="687282"/>
                </a:solidFill>
                <a:latin typeface="Arial"/>
                <a:ea typeface="Arial"/>
                <a:cs typeface="Arial"/>
              </a:defRPr>
            </a:lvl7pPr>
            <a:lvl8pPr algn="l">
              <a:defRPr sz="1725" b="0">
                <a:solidFill>
                  <a:srgbClr val="687282"/>
                </a:solidFill>
                <a:latin typeface="Arial"/>
                <a:ea typeface="Arial"/>
                <a:cs typeface="Arial"/>
              </a:defRPr>
            </a:lvl8pPr>
            <a:lvl9pPr algn="l">
              <a:defRPr sz="1725" b="0">
                <a:solidFill>
                  <a:srgbClr val="687282"/>
                </a:solidFill>
                <a:latin typeface="Arial"/>
                <a:ea typeface="Arial"/>
                <a:cs typeface="Arial"/>
              </a:defRPr>
            </a:lvl9pPr>
          </a:lstStyle>
          <a:p xmlns:a="http://schemas.openxmlformats.org/drawingml/2006/main">
            <a:pPr algn="l">
              <a:defRPr sz="1725" b="0">
                <a:solidFill>
                  <a:srgbClr val="687282"/>
                </a:solidFill>
                <a:latin typeface="Arial"/>
                <a:ea typeface="Arial"/>
                <a:cs typeface="Arial"/>
              </a:defRPr>
            </a:pPr>
            <a:r>
              <a:rPr sz="1725" b="0">
                <a:solidFill>
                  <a:srgbClr val="687282"/>
                </a:solidFill>
                <a:latin typeface="Arial"/>
                <a:ea typeface="Arial"/>
                <a:cs typeface="Arial"/>
              </a:rPr>
              <a:t>This is the wrapper exposed in our session</a:t>
            </a:r>
          </a:p>
        </p:txBody>
      </p:sp>
    </p:spTree>
    <p:extLst>
      <p:ext uri="{BB962C8B-B14F-4D97-AF65-F5344CB8AC3E}">
        <p14:creationId xmlns:p14="http://schemas.microsoft.com/office/powerpoint/2010/main" val="547945146"/>
      </p:ext>
    </p:extLst>
  </p:cSld>
</p:sld>
</file>

<file path=ppt/slides/slide1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4" name="item-277">
            <a:extLst xmlns:a="http://schemas.openxmlformats.org/drawingml/2006/main">
              <a:ext uri="{FF2B5EF4-FFF2-40B4-BE49-F238E27FC236}">
                <a16:creationId xmlns:a16="http://schemas.microsoft.com/office/drawing/2014/main" id="{9ABFDD3E-C576-4CCC-8C50-A440823DD964}"/>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What stays alive between calls?</a:t>
            </a:r>
          </a:p>
        </p:txBody>
      </p:sp>
      <p:sp>
        <p:nvSpPr>
          <p:cNvPr id="2" name="item-278">
            <a:extLst xmlns:a="http://schemas.openxmlformats.org/drawingml/2006/main">
              <a:ext uri="{FF2B5EF4-FFF2-40B4-BE49-F238E27FC236}">
                <a16:creationId xmlns:a16="http://schemas.microsoft.com/office/drawing/2014/main" id="{E5AEF655-44EC-4D21-805B-C934B83CABA6}"/>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79">
            <a:extLst xmlns:a="http://schemas.openxmlformats.org/drawingml/2006/main">
              <a:ext uri="{FF2B5EF4-FFF2-40B4-BE49-F238E27FC236}">
                <a16:creationId xmlns:a16="http://schemas.microsoft.com/office/drawing/2014/main" id="{D02FFEC0-3ED2-4604-BC8C-170BF1E5012B}"/>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15</a:t>
            </a:r>
          </a:p>
        </p:txBody>
      </p:sp>
      <p:sp>
        <p:nvSpPr>
          <p:cNvPr id="4" name="item-280">
            <a:extLst xmlns:a="http://schemas.openxmlformats.org/drawingml/2006/main">
              <a:ext uri="{FF2B5EF4-FFF2-40B4-BE49-F238E27FC236}">
                <a16:creationId xmlns:a16="http://schemas.microsoft.com/office/drawing/2014/main" id="{1B893A5B-F03E-4A64-8052-1C8E47DBF711}"/>
              </a:ext>
            </a:extLst>
          </p:cNvPr>
          <p:cNvSpPr>
            <a:spLocks xmlns:a="http://schemas.openxmlformats.org/drawingml/2006/main" noGrp="1"/>
          </p:cNvSpPr>
          <p:nvPr/>
        </p:nvSpPr>
        <p:spPr>
          <a:xfrm xmlns:a="http://schemas.openxmlformats.org/drawingml/2006/main">
            <a:off x="742950" y="2286000"/>
            <a:ext cx="32385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477BBD"/>
            </a:solidFill>
          </a:ln>
        </p:spPr>
      </p:sp>
      <p:sp>
        <p:nvSpPr>
          <p:cNvPr id="5" name="item-281">
            <a:extLst xmlns:a="http://schemas.openxmlformats.org/drawingml/2006/main">
              <a:ext uri="{FF2B5EF4-FFF2-40B4-BE49-F238E27FC236}">
                <a16:creationId xmlns:a16="http://schemas.microsoft.com/office/drawing/2014/main" id="{C2D4EB38-1182-4305-8BA5-DF4BECDE8955}"/>
              </a:ext>
            </a:extLst>
          </p:cNvPr>
          <p:cNvSpPr>
            <a:spLocks xmlns:a="http://schemas.openxmlformats.org/drawingml/2006/main" noGrp="1"/>
          </p:cNvSpPr>
          <p:nvPr/>
        </p:nvSpPr>
        <p:spPr>
          <a:xfrm xmlns:a="http://schemas.openxmlformats.org/drawingml/2006/main">
            <a:off x="857250" y="241935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The REPL</a:t>
            </a:r>
          </a:p>
        </p:txBody>
      </p:sp>
      <p:sp>
        <p:nvSpPr>
          <p:cNvPr id="6" name="item-282">
            <a:extLst xmlns:a="http://schemas.openxmlformats.org/drawingml/2006/main">
              <a:ext uri="{FF2B5EF4-FFF2-40B4-BE49-F238E27FC236}">
                <a16:creationId xmlns:a16="http://schemas.microsoft.com/office/drawing/2014/main" id="{665CB070-3E4B-4140-AED0-FF9381070266}"/>
              </a:ext>
            </a:extLst>
          </p:cNvPr>
          <p:cNvSpPr>
            <a:spLocks xmlns:a="http://schemas.openxmlformats.org/drawingml/2006/main" noGrp="1"/>
          </p:cNvSpPr>
          <p:nvPr/>
        </p:nvSpPr>
        <p:spPr>
          <a:xfrm xmlns:a="http://schemas.openxmlformats.org/drawingml/2006/main">
            <a:off x="895350" y="2895600"/>
            <a:ext cx="29337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Variables and tab handles</a:t>
            </a:r>
          </a:p>
        </p:txBody>
      </p:sp>
      <p:sp>
        <p:nvSpPr>
          <p:cNvPr id="7" name="item-283">
            <a:extLst xmlns:a="http://schemas.openxmlformats.org/drawingml/2006/main">
              <a:ext uri="{FF2B5EF4-FFF2-40B4-BE49-F238E27FC236}">
                <a16:creationId xmlns:a16="http://schemas.microsoft.com/office/drawing/2014/main" id="{466562A1-E1B9-4BAC-9D69-97428E70B1DD}"/>
              </a:ext>
            </a:extLst>
          </p:cNvPr>
          <p:cNvSpPr>
            <a:spLocks xmlns:a="http://schemas.openxmlformats.org/drawingml/2006/main" noGrp="1"/>
          </p:cNvSpPr>
          <p:nvPr/>
        </p:nvSpPr>
        <p:spPr>
          <a:xfrm xmlns:a="http://schemas.openxmlformats.org/drawingml/2006/main">
            <a:off x="4476750" y="2286000"/>
            <a:ext cx="32385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872B3"/>
            </a:solidFill>
          </a:ln>
        </p:spPr>
      </p:sp>
      <p:sp>
        <p:nvSpPr>
          <p:cNvPr id="8" name="item-284">
            <a:extLst xmlns:a="http://schemas.openxmlformats.org/drawingml/2006/main">
              <a:ext uri="{FF2B5EF4-FFF2-40B4-BE49-F238E27FC236}">
                <a16:creationId xmlns:a16="http://schemas.microsoft.com/office/drawing/2014/main" id="{4BDC4B9E-8A2B-4212-9A26-9F0CB1C98A68}"/>
              </a:ext>
            </a:extLst>
          </p:cNvPr>
          <p:cNvSpPr>
            <a:spLocks xmlns:a="http://schemas.openxmlformats.org/drawingml/2006/main" noGrp="1"/>
          </p:cNvSpPr>
          <p:nvPr/>
        </p:nvSpPr>
        <p:spPr>
          <a:xfrm xmlns:a="http://schemas.openxmlformats.org/drawingml/2006/main">
            <a:off x="4591050" y="241935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The browser</a:t>
            </a:r>
          </a:p>
        </p:txBody>
      </p:sp>
      <p:sp>
        <p:nvSpPr>
          <p:cNvPr id="9" name="item-285">
            <a:extLst xmlns:a="http://schemas.openxmlformats.org/drawingml/2006/main">
              <a:ext uri="{FF2B5EF4-FFF2-40B4-BE49-F238E27FC236}">
                <a16:creationId xmlns:a16="http://schemas.microsoft.com/office/drawing/2014/main" id="{75004B37-D829-4C98-90A1-5DF813B9CDF5}"/>
              </a:ext>
            </a:extLst>
          </p:cNvPr>
          <p:cNvSpPr>
            <a:spLocks xmlns:a="http://schemas.openxmlformats.org/drawingml/2006/main" noGrp="1"/>
          </p:cNvSpPr>
          <p:nvPr/>
        </p:nvSpPr>
        <p:spPr>
          <a:xfrm xmlns:a="http://schemas.openxmlformats.org/drawingml/2006/main">
            <a:off x="4629150" y="2895600"/>
            <a:ext cx="29337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Current page and form state</a:t>
            </a:r>
          </a:p>
        </p:txBody>
      </p:sp>
      <p:sp>
        <p:nvSpPr>
          <p:cNvPr id="10" name="item-286">
            <a:extLst xmlns:a="http://schemas.openxmlformats.org/drawingml/2006/main">
              <a:ext uri="{FF2B5EF4-FFF2-40B4-BE49-F238E27FC236}">
                <a16:creationId xmlns:a16="http://schemas.microsoft.com/office/drawing/2014/main" id="{7DC75332-EC6A-448B-A390-C9B07FF474E8}"/>
              </a:ext>
            </a:extLst>
          </p:cNvPr>
          <p:cNvSpPr>
            <a:spLocks xmlns:a="http://schemas.openxmlformats.org/drawingml/2006/main" noGrp="1"/>
          </p:cNvSpPr>
          <p:nvPr/>
        </p:nvSpPr>
        <p:spPr>
          <a:xfrm xmlns:a="http://schemas.openxmlformats.org/drawingml/2006/main">
            <a:off x="8210550" y="2286000"/>
            <a:ext cx="32385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378775"/>
            </a:solidFill>
          </a:ln>
        </p:spPr>
      </p:sp>
      <p:sp>
        <p:nvSpPr>
          <p:cNvPr id="11" name="item-287">
            <a:extLst xmlns:a="http://schemas.openxmlformats.org/drawingml/2006/main">
              <a:ext uri="{FF2B5EF4-FFF2-40B4-BE49-F238E27FC236}">
                <a16:creationId xmlns:a16="http://schemas.microsoft.com/office/drawing/2014/main" id="{5261247D-455F-406E-9926-8862020DE03C}"/>
              </a:ext>
            </a:extLst>
          </p:cNvPr>
          <p:cNvSpPr>
            <a:spLocks xmlns:a="http://schemas.openxmlformats.org/drawingml/2006/main" noGrp="1"/>
          </p:cNvSpPr>
          <p:nvPr/>
        </p:nvSpPr>
        <p:spPr>
          <a:xfrm xmlns:a="http://schemas.openxmlformats.org/drawingml/2006/main">
            <a:off x="8324850" y="241935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The chat</a:t>
            </a:r>
          </a:p>
        </p:txBody>
      </p:sp>
      <p:sp>
        <p:nvSpPr>
          <p:cNvPr id="12" name="item-288">
            <a:extLst xmlns:a="http://schemas.openxmlformats.org/drawingml/2006/main">
              <a:ext uri="{FF2B5EF4-FFF2-40B4-BE49-F238E27FC236}">
                <a16:creationId xmlns:a16="http://schemas.microsoft.com/office/drawing/2014/main" id="{99F24CF7-F418-4E52-8D3D-552C59BEE8A9}"/>
              </a:ext>
            </a:extLst>
          </p:cNvPr>
          <p:cNvSpPr>
            <a:spLocks xmlns:a="http://schemas.openxmlformats.org/drawingml/2006/main" noGrp="1"/>
          </p:cNvSpPr>
          <p:nvPr/>
        </p:nvSpPr>
        <p:spPr>
          <a:xfrm xmlns:a="http://schemas.openxmlformats.org/drawingml/2006/main">
            <a:off x="8362950" y="2895600"/>
            <a:ext cx="29337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Task and prior observations</a:t>
            </a:r>
          </a:p>
        </p:txBody>
      </p:sp>
      <p:sp>
        <p:nvSpPr>
          <p:cNvPr id="13" name="item-289">
            <a:extLst xmlns:a="http://schemas.openxmlformats.org/drawingml/2006/main">
              <a:ext uri="{FF2B5EF4-FFF2-40B4-BE49-F238E27FC236}">
                <a16:creationId xmlns:a16="http://schemas.microsoft.com/office/drawing/2014/main" id="{9EC0E08F-D535-4318-951E-63215D0EC0DA}"/>
              </a:ext>
            </a:extLst>
          </p:cNvPr>
          <p:cNvSpPr>
            <a:spLocks xmlns:a="http://schemas.openxmlformats.org/drawingml/2006/main" noGrp="1"/>
          </p:cNvSpPr>
          <p:nvPr/>
        </p:nvSpPr>
        <p:spPr>
          <a:xfrm xmlns:a="http://schemas.openxmlformats.org/drawingml/2006/main">
            <a:off x="1428750" y="5095875"/>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775" b="1">
                <a:solidFill>
                  <a:srgbClr val="152D46"/>
                </a:solidFill>
                <a:latin typeface="Arial"/>
                <a:ea typeface="Arial"/>
                <a:cs typeface="Arial"/>
              </a:defRPr>
            </a:defPPr>
            <a:lvl1pPr algn="ctr">
              <a:defRPr sz="2775" b="1">
                <a:solidFill>
                  <a:srgbClr val="152D46"/>
                </a:solidFill>
                <a:latin typeface="Arial"/>
                <a:ea typeface="Arial"/>
                <a:cs typeface="Arial"/>
              </a:defRPr>
            </a:lvl1pPr>
            <a:lvl2pPr algn="ctr">
              <a:defRPr sz="2775" b="1">
                <a:solidFill>
                  <a:srgbClr val="152D46"/>
                </a:solidFill>
                <a:latin typeface="Arial"/>
                <a:ea typeface="Arial"/>
                <a:cs typeface="Arial"/>
              </a:defRPr>
            </a:lvl2pPr>
            <a:lvl3pPr algn="ctr">
              <a:defRPr sz="2775" b="1">
                <a:solidFill>
                  <a:srgbClr val="152D46"/>
                </a:solidFill>
                <a:latin typeface="Arial"/>
                <a:ea typeface="Arial"/>
                <a:cs typeface="Arial"/>
              </a:defRPr>
            </a:lvl3pPr>
            <a:lvl4pPr algn="ctr">
              <a:defRPr sz="2775" b="1">
                <a:solidFill>
                  <a:srgbClr val="152D46"/>
                </a:solidFill>
                <a:latin typeface="Arial"/>
                <a:ea typeface="Arial"/>
                <a:cs typeface="Arial"/>
              </a:defRPr>
            </a:lvl4pPr>
            <a:lvl5pPr algn="ctr">
              <a:defRPr sz="2775" b="1">
                <a:solidFill>
                  <a:srgbClr val="152D46"/>
                </a:solidFill>
                <a:latin typeface="Arial"/>
                <a:ea typeface="Arial"/>
                <a:cs typeface="Arial"/>
              </a:defRPr>
            </a:lvl5pPr>
            <a:lvl6pPr algn="ctr">
              <a:defRPr sz="2775" b="1">
                <a:solidFill>
                  <a:srgbClr val="152D46"/>
                </a:solidFill>
                <a:latin typeface="Arial"/>
                <a:ea typeface="Arial"/>
                <a:cs typeface="Arial"/>
              </a:defRPr>
            </a:lvl6pPr>
            <a:lvl7pPr algn="ctr">
              <a:defRPr sz="2775" b="1">
                <a:solidFill>
                  <a:srgbClr val="152D46"/>
                </a:solidFill>
                <a:latin typeface="Arial"/>
                <a:ea typeface="Arial"/>
                <a:cs typeface="Arial"/>
              </a:defRPr>
            </a:lvl7pPr>
            <a:lvl8pPr algn="ctr">
              <a:defRPr sz="2775" b="1">
                <a:solidFill>
                  <a:srgbClr val="152D46"/>
                </a:solidFill>
                <a:latin typeface="Arial"/>
                <a:ea typeface="Arial"/>
                <a:cs typeface="Arial"/>
              </a:defRPr>
            </a:lvl8pPr>
            <a:lvl9pPr algn="ctr">
              <a:defRPr sz="2775" b="1">
                <a:solidFill>
                  <a:srgbClr val="152D46"/>
                </a:solidFill>
                <a:latin typeface="Arial"/>
                <a:ea typeface="Arial"/>
                <a:cs typeface="Arial"/>
              </a:defRPr>
            </a:lvl9pPr>
          </a:lstStyle>
          <a:p xmlns:a="http://schemas.openxmlformats.org/drawingml/2006/main">
            <a:pPr algn="ctr">
              <a:defRPr sz="2775" b="1">
                <a:solidFill>
                  <a:srgbClr val="152D46"/>
                </a:solidFill>
                <a:latin typeface="Arial"/>
                <a:ea typeface="Arial"/>
                <a:cs typeface="Arial"/>
              </a:defRPr>
            </a:pPr>
            <a:r>
              <a:rPr sz="2775" b="1">
                <a:solidFill>
                  <a:srgbClr val="152D46"/>
                </a:solidFill>
                <a:latin typeface="Arial"/>
                <a:ea typeface="Arial"/>
                <a:cs typeface="Arial"/>
              </a:rPr>
              <a:t>These are separate kinds of state</a:t>
            </a:r>
          </a:p>
        </p:txBody>
      </p:sp>
    </p:spTree>
    <p:extLst>
      <p:ext uri="{BB962C8B-B14F-4D97-AF65-F5344CB8AC3E}">
        <p14:creationId xmlns:p14="http://schemas.microsoft.com/office/powerpoint/2010/main" val="1278587795"/>
      </p:ext>
    </p:extLst>
  </p:cSld>
</p:sld>
</file>

<file path=ppt/slides/slide1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item-290">
            <a:extLst xmlns:a="http://schemas.openxmlformats.org/drawingml/2006/main">
              <a:ext uri="{FF2B5EF4-FFF2-40B4-BE49-F238E27FC236}">
                <a16:creationId xmlns:a16="http://schemas.microsoft.com/office/drawing/2014/main" id="{71B62026-E70D-4398-B31A-E7F89DFB4142}"/>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Does it watch every frame?</a:t>
            </a:r>
          </a:p>
        </p:txBody>
      </p:sp>
      <p:sp>
        <p:nvSpPr>
          <p:cNvPr id="2" name="item-291">
            <a:extLst xmlns:a="http://schemas.openxmlformats.org/drawingml/2006/main">
              <a:ext uri="{FF2B5EF4-FFF2-40B4-BE49-F238E27FC236}">
                <a16:creationId xmlns:a16="http://schemas.microsoft.com/office/drawing/2014/main" id="{9FF97527-83B2-4E99-BCC2-ADD3AAD9D46C}"/>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92">
            <a:extLst xmlns:a="http://schemas.openxmlformats.org/drawingml/2006/main">
              <a:ext uri="{FF2B5EF4-FFF2-40B4-BE49-F238E27FC236}">
                <a16:creationId xmlns:a16="http://schemas.microsoft.com/office/drawing/2014/main" id="{48CC5F9D-241C-491B-B3CC-0A1E58708976}"/>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16</a:t>
            </a:r>
          </a:p>
        </p:txBody>
      </p:sp>
      <p:sp>
        <p:nvSpPr>
          <p:cNvPr id="4" name="item-293">
            <a:extLst xmlns:a="http://schemas.openxmlformats.org/drawingml/2006/main">
              <a:ext uri="{FF2B5EF4-FFF2-40B4-BE49-F238E27FC236}">
                <a16:creationId xmlns:a16="http://schemas.microsoft.com/office/drawing/2014/main" id="{F93255F0-3FF2-42EE-9203-20281C21A2BB}"/>
              </a:ext>
            </a:extLst>
          </p:cNvPr>
          <p:cNvSpPr>
            <a:spLocks xmlns:a="http://schemas.openxmlformats.org/drawingml/2006/main" noGrp="1"/>
          </p:cNvSpPr>
          <p:nvPr/>
        </p:nvSpPr>
        <p:spPr>
          <a:xfrm xmlns:a="http://schemas.openxmlformats.org/drawingml/2006/main">
            <a:off x="666750" y="1381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000" b="1">
                <a:solidFill>
                  <a:srgbClr val="152D46"/>
                </a:solidFill>
                <a:latin typeface="Arial"/>
                <a:ea typeface="Arial"/>
                <a:cs typeface="Arial"/>
              </a:defRPr>
            </a:defPPr>
            <a:lvl1pPr algn="ctr">
              <a:defRPr sz="3000" b="1">
                <a:solidFill>
                  <a:srgbClr val="152D46"/>
                </a:solidFill>
                <a:latin typeface="Arial"/>
                <a:ea typeface="Arial"/>
                <a:cs typeface="Arial"/>
              </a:defRPr>
            </a:lvl1pPr>
            <a:lvl2pPr algn="ctr">
              <a:defRPr sz="3000" b="1">
                <a:solidFill>
                  <a:srgbClr val="152D46"/>
                </a:solidFill>
                <a:latin typeface="Arial"/>
                <a:ea typeface="Arial"/>
                <a:cs typeface="Arial"/>
              </a:defRPr>
            </a:lvl2pPr>
            <a:lvl3pPr algn="ctr">
              <a:defRPr sz="3000" b="1">
                <a:solidFill>
                  <a:srgbClr val="152D46"/>
                </a:solidFill>
                <a:latin typeface="Arial"/>
                <a:ea typeface="Arial"/>
                <a:cs typeface="Arial"/>
              </a:defRPr>
            </a:lvl3pPr>
            <a:lvl4pPr algn="ctr">
              <a:defRPr sz="3000" b="1">
                <a:solidFill>
                  <a:srgbClr val="152D46"/>
                </a:solidFill>
                <a:latin typeface="Arial"/>
                <a:ea typeface="Arial"/>
                <a:cs typeface="Arial"/>
              </a:defRPr>
            </a:lvl4pPr>
            <a:lvl5pPr algn="ctr">
              <a:defRPr sz="3000" b="1">
                <a:solidFill>
                  <a:srgbClr val="152D46"/>
                </a:solidFill>
                <a:latin typeface="Arial"/>
                <a:ea typeface="Arial"/>
                <a:cs typeface="Arial"/>
              </a:defRPr>
            </a:lvl5pPr>
            <a:lvl6pPr algn="ctr">
              <a:defRPr sz="3000" b="1">
                <a:solidFill>
                  <a:srgbClr val="152D46"/>
                </a:solidFill>
                <a:latin typeface="Arial"/>
                <a:ea typeface="Arial"/>
                <a:cs typeface="Arial"/>
              </a:defRPr>
            </a:lvl6pPr>
            <a:lvl7pPr algn="ctr">
              <a:defRPr sz="3000" b="1">
                <a:solidFill>
                  <a:srgbClr val="152D46"/>
                </a:solidFill>
                <a:latin typeface="Arial"/>
                <a:ea typeface="Arial"/>
                <a:cs typeface="Arial"/>
              </a:defRPr>
            </a:lvl7pPr>
            <a:lvl8pPr algn="ctr">
              <a:defRPr sz="3000" b="1">
                <a:solidFill>
                  <a:srgbClr val="152D46"/>
                </a:solidFill>
                <a:latin typeface="Arial"/>
                <a:ea typeface="Arial"/>
                <a:cs typeface="Arial"/>
              </a:defRPr>
            </a:lvl8pPr>
            <a:lvl9pPr algn="ctr">
              <a:defRPr sz="3000" b="1">
                <a:solidFill>
                  <a:srgbClr val="152D46"/>
                </a:solidFill>
                <a:latin typeface="Arial"/>
                <a:ea typeface="Arial"/>
                <a:cs typeface="Arial"/>
              </a:defRPr>
            </a:lvl9pPr>
          </a:lstStyle>
          <a:p xmlns:a="http://schemas.openxmlformats.org/drawingml/2006/main">
            <a:pPr algn="ctr">
              <a:defRPr sz="3000" b="1">
                <a:solidFill>
                  <a:srgbClr val="152D46"/>
                </a:solidFill>
                <a:latin typeface="Arial"/>
                <a:ea typeface="Arial"/>
                <a:cs typeface="Arial"/>
              </a:defRPr>
            </a:pPr>
            <a:r>
              <a:rPr sz="3000" b="1">
                <a:solidFill>
                  <a:srgbClr val="152D46"/>
                </a:solidFill>
                <a:latin typeface="Arial"/>
                <a:ea typeface="Arial"/>
                <a:cs typeface="Arial"/>
              </a:rPr>
              <a:t>Think selected snapshots, not a constant video feed</a:t>
            </a:r>
          </a:p>
        </p:txBody>
      </p:sp>
      <p:pic>
        <p:nvPicPr>
          <p:cNvPr id="5" name="">
            <a:extLst xmlns:a="http://schemas.openxmlformats.org/drawingml/2006/main">
              <a:ext uri="{FF2B5EF4-FFF2-40B4-BE49-F238E27FC236}">
                <a16:creationId xmlns:a16="http://schemas.microsoft.com/office/drawing/2014/main" id="{3B823D95-95E2-4E97-8399-62A5EB4ED351}"/>
              </a:ext>
            </a:extLst>
          </p:cNvPr>
          <p:cNvPicPr>
            <a:picLocks xmlns:a="http://schemas.openxmlformats.org/drawingml/2006/main" noChangeAspect="1"/>
          </p:cNvPicPr>
          <p:nvPr/>
        </p:nvPicPr>
        <p:blipFill>
          <a:blip xmlns:r="http://schemas.openxmlformats.org/officeDocument/2006/relationships" xmlns:a="http://schemas.openxmlformats.org/drawingml/2006/main" r:embed="R92c881ab9c2941c8"/>
          <a:stretch xmlns:a="http://schemas.openxmlformats.org/drawingml/2006/main"/>
        </p:blipFill>
        <p:spPr>
          <a:xfrm xmlns:a="http://schemas.openxmlformats.org/drawingml/2006/main">
            <a:off x="1257595" y="2447925"/>
            <a:ext cx="3104561" cy="23526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34F2BD5-D5A1-41DC-A1A5-62503EA06140}"/>
              </a:ext>
            </a:extLst>
          </p:cNvPr>
          <p:cNvPicPr>
            <a:picLocks xmlns:a="http://schemas.openxmlformats.org/drawingml/2006/main" noChangeAspect="1"/>
          </p:cNvPicPr>
          <p:nvPr/>
        </p:nvPicPr>
        <p:blipFill>
          <a:blip xmlns:r="http://schemas.openxmlformats.org/officeDocument/2006/relationships" xmlns:a="http://schemas.openxmlformats.org/drawingml/2006/main" r:embed="R7d594d0d956f409a"/>
          <a:stretch xmlns:a="http://schemas.openxmlformats.org/drawingml/2006/main"/>
        </p:blipFill>
        <p:spPr>
          <a:xfrm xmlns:a="http://schemas.openxmlformats.org/drawingml/2006/main">
            <a:off x="8311795" y="2447925"/>
            <a:ext cx="2178761" cy="2352675"/>
          </a:xfrm>
          <a:prstGeom xmlns:a="http://schemas.openxmlformats.org/drawingml/2006/main" prst="rect">
            <a:avLst/>
          </a:prstGeom>
        </p:spPr>
      </p:pic>
      <p:sp>
        <p:nvSpPr>
          <p:cNvPr id="7" name="item-294">
            <a:extLst xmlns:a="http://schemas.openxmlformats.org/drawingml/2006/main">
              <a:ext uri="{FF2B5EF4-FFF2-40B4-BE49-F238E27FC236}">
                <a16:creationId xmlns:a16="http://schemas.microsoft.com/office/drawing/2014/main" id="{73D1405A-1150-47AA-AF34-296AAB8C03F0}"/>
              </a:ext>
            </a:extLst>
          </p:cNvPr>
          <p:cNvSpPr>
            <a:spLocks xmlns:a="http://schemas.openxmlformats.org/drawingml/2006/main" noGrp="1"/>
          </p:cNvSpPr>
          <p:nvPr/>
        </p:nvSpPr>
        <p:spPr>
          <a:xfrm xmlns:a="http://schemas.openxmlformats.org/drawingml/2006/main">
            <a:off x="762000" y="50101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00" b="1">
                <a:solidFill>
                  <a:srgbClr val="477BBD"/>
                </a:solidFill>
                <a:latin typeface="Arial"/>
                <a:ea typeface="Arial"/>
                <a:cs typeface="Arial"/>
              </a:defRPr>
            </a:defPPr>
            <a:lvl1pPr algn="ctr">
              <a:defRPr sz="2100" b="1">
                <a:solidFill>
                  <a:srgbClr val="477BBD"/>
                </a:solidFill>
                <a:latin typeface="Arial"/>
                <a:ea typeface="Arial"/>
                <a:cs typeface="Arial"/>
              </a:defRPr>
            </a:lvl1pPr>
            <a:lvl2pPr algn="ctr">
              <a:defRPr sz="2100" b="1">
                <a:solidFill>
                  <a:srgbClr val="477BBD"/>
                </a:solidFill>
                <a:latin typeface="Arial"/>
                <a:ea typeface="Arial"/>
                <a:cs typeface="Arial"/>
              </a:defRPr>
            </a:lvl2pPr>
            <a:lvl3pPr algn="ctr">
              <a:defRPr sz="2100" b="1">
                <a:solidFill>
                  <a:srgbClr val="477BBD"/>
                </a:solidFill>
                <a:latin typeface="Arial"/>
                <a:ea typeface="Arial"/>
                <a:cs typeface="Arial"/>
              </a:defRPr>
            </a:lvl3pPr>
            <a:lvl4pPr algn="ctr">
              <a:defRPr sz="2100" b="1">
                <a:solidFill>
                  <a:srgbClr val="477BBD"/>
                </a:solidFill>
                <a:latin typeface="Arial"/>
                <a:ea typeface="Arial"/>
                <a:cs typeface="Arial"/>
              </a:defRPr>
            </a:lvl4pPr>
            <a:lvl5pPr algn="ctr">
              <a:defRPr sz="2100" b="1">
                <a:solidFill>
                  <a:srgbClr val="477BBD"/>
                </a:solidFill>
                <a:latin typeface="Arial"/>
                <a:ea typeface="Arial"/>
                <a:cs typeface="Arial"/>
              </a:defRPr>
            </a:lvl5pPr>
            <a:lvl6pPr algn="ctr">
              <a:defRPr sz="2100" b="1">
                <a:solidFill>
                  <a:srgbClr val="477BBD"/>
                </a:solidFill>
                <a:latin typeface="Arial"/>
                <a:ea typeface="Arial"/>
                <a:cs typeface="Arial"/>
              </a:defRPr>
            </a:lvl6pPr>
            <a:lvl7pPr algn="ctr">
              <a:defRPr sz="2100" b="1">
                <a:solidFill>
                  <a:srgbClr val="477BBD"/>
                </a:solidFill>
                <a:latin typeface="Arial"/>
                <a:ea typeface="Arial"/>
                <a:cs typeface="Arial"/>
              </a:defRPr>
            </a:lvl7pPr>
            <a:lvl8pPr algn="ctr">
              <a:defRPr sz="2100" b="1">
                <a:solidFill>
                  <a:srgbClr val="477BBD"/>
                </a:solidFill>
                <a:latin typeface="Arial"/>
                <a:ea typeface="Arial"/>
                <a:cs typeface="Arial"/>
              </a:defRPr>
            </a:lvl8pPr>
            <a:lvl9pPr algn="ctr">
              <a:defRPr sz="2100" b="1">
                <a:solidFill>
                  <a:srgbClr val="477BBD"/>
                </a:solidFill>
                <a:latin typeface="Arial"/>
                <a:ea typeface="Arial"/>
                <a:cs typeface="Arial"/>
              </a:defRPr>
            </a:lvl9pPr>
          </a:lstStyle>
          <a:p xmlns:a="http://schemas.openxmlformats.org/drawingml/2006/main">
            <a:pPr algn="ctr">
              <a:defRPr sz="2100" b="1">
                <a:solidFill>
                  <a:srgbClr val="477BBD"/>
                </a:solidFill>
                <a:latin typeface="Arial"/>
                <a:ea typeface="Arial"/>
                <a:cs typeface="Arial"/>
              </a:defRPr>
            </a:pPr>
            <a:r>
              <a:rPr sz="2100" b="1">
                <a:solidFill>
                  <a:srgbClr val="477BBD"/>
                </a:solidFill>
                <a:latin typeface="Arial"/>
                <a:ea typeface="Arial"/>
                <a:cs typeface="Arial"/>
              </a:rPr>
              <a:t>Observation A</a:t>
            </a:r>
          </a:p>
        </p:txBody>
      </p:sp>
      <p:sp>
        <p:nvSpPr>
          <p:cNvPr id="8" name="item-295">
            <a:extLst xmlns:a="http://schemas.openxmlformats.org/drawingml/2006/main">
              <a:ext uri="{FF2B5EF4-FFF2-40B4-BE49-F238E27FC236}">
                <a16:creationId xmlns:a16="http://schemas.microsoft.com/office/drawing/2014/main" id="{8DA64C56-2EFB-4680-BA9C-90E993E4864C}"/>
              </a:ext>
            </a:extLst>
          </p:cNvPr>
          <p:cNvSpPr>
            <a:spLocks xmlns:a="http://schemas.openxmlformats.org/drawingml/2006/main" noGrp="1"/>
          </p:cNvSpPr>
          <p:nvPr/>
        </p:nvSpPr>
        <p:spPr>
          <a:xfrm xmlns:a="http://schemas.openxmlformats.org/drawingml/2006/main">
            <a:off x="7353300" y="50101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00" b="1">
                <a:solidFill>
                  <a:srgbClr val="378775"/>
                </a:solidFill>
                <a:latin typeface="Arial"/>
                <a:ea typeface="Arial"/>
                <a:cs typeface="Arial"/>
              </a:defRPr>
            </a:defPPr>
            <a:lvl1pPr algn="ctr">
              <a:defRPr sz="2100" b="1">
                <a:solidFill>
                  <a:srgbClr val="378775"/>
                </a:solidFill>
                <a:latin typeface="Arial"/>
                <a:ea typeface="Arial"/>
                <a:cs typeface="Arial"/>
              </a:defRPr>
            </a:lvl1pPr>
            <a:lvl2pPr algn="ctr">
              <a:defRPr sz="2100" b="1">
                <a:solidFill>
                  <a:srgbClr val="378775"/>
                </a:solidFill>
                <a:latin typeface="Arial"/>
                <a:ea typeface="Arial"/>
                <a:cs typeface="Arial"/>
              </a:defRPr>
            </a:lvl2pPr>
            <a:lvl3pPr algn="ctr">
              <a:defRPr sz="2100" b="1">
                <a:solidFill>
                  <a:srgbClr val="378775"/>
                </a:solidFill>
                <a:latin typeface="Arial"/>
                <a:ea typeface="Arial"/>
                <a:cs typeface="Arial"/>
              </a:defRPr>
            </a:lvl3pPr>
            <a:lvl4pPr algn="ctr">
              <a:defRPr sz="2100" b="1">
                <a:solidFill>
                  <a:srgbClr val="378775"/>
                </a:solidFill>
                <a:latin typeface="Arial"/>
                <a:ea typeface="Arial"/>
                <a:cs typeface="Arial"/>
              </a:defRPr>
            </a:lvl4pPr>
            <a:lvl5pPr algn="ctr">
              <a:defRPr sz="2100" b="1">
                <a:solidFill>
                  <a:srgbClr val="378775"/>
                </a:solidFill>
                <a:latin typeface="Arial"/>
                <a:ea typeface="Arial"/>
                <a:cs typeface="Arial"/>
              </a:defRPr>
            </a:lvl5pPr>
            <a:lvl6pPr algn="ctr">
              <a:defRPr sz="2100" b="1">
                <a:solidFill>
                  <a:srgbClr val="378775"/>
                </a:solidFill>
                <a:latin typeface="Arial"/>
                <a:ea typeface="Arial"/>
                <a:cs typeface="Arial"/>
              </a:defRPr>
            </a:lvl6pPr>
            <a:lvl7pPr algn="ctr">
              <a:defRPr sz="2100" b="1">
                <a:solidFill>
                  <a:srgbClr val="378775"/>
                </a:solidFill>
                <a:latin typeface="Arial"/>
                <a:ea typeface="Arial"/>
                <a:cs typeface="Arial"/>
              </a:defRPr>
            </a:lvl7pPr>
            <a:lvl8pPr algn="ctr">
              <a:defRPr sz="2100" b="1">
                <a:solidFill>
                  <a:srgbClr val="378775"/>
                </a:solidFill>
                <a:latin typeface="Arial"/>
                <a:ea typeface="Arial"/>
                <a:cs typeface="Arial"/>
              </a:defRPr>
            </a:lvl8pPr>
            <a:lvl9pPr algn="ctr">
              <a:defRPr sz="2100" b="1">
                <a:solidFill>
                  <a:srgbClr val="378775"/>
                </a:solidFill>
                <a:latin typeface="Arial"/>
                <a:ea typeface="Arial"/>
                <a:cs typeface="Arial"/>
              </a:defRPr>
            </a:lvl9pPr>
          </a:lstStyle>
          <a:p xmlns:a="http://schemas.openxmlformats.org/drawingml/2006/main">
            <a:pPr algn="ctr">
              <a:defRPr sz="2100" b="1">
                <a:solidFill>
                  <a:srgbClr val="378775"/>
                </a:solidFill>
                <a:latin typeface="Arial"/>
                <a:ea typeface="Arial"/>
                <a:cs typeface="Arial"/>
              </a:defRPr>
            </a:pPr>
            <a:r>
              <a:rPr sz="2100" b="1">
                <a:solidFill>
                  <a:srgbClr val="378775"/>
                </a:solidFill>
                <a:latin typeface="Arial"/>
                <a:ea typeface="Arial"/>
                <a:cs typeface="Arial"/>
              </a:rPr>
              <a:t>Observation B</a:t>
            </a:r>
          </a:p>
        </p:txBody>
      </p:sp>
      <p:sp>
        <p:nvSpPr>
          <p:cNvPr id="9" name="item-296">
            <a:extLst xmlns:a="http://schemas.openxmlformats.org/drawingml/2006/main">
              <a:ext uri="{FF2B5EF4-FFF2-40B4-BE49-F238E27FC236}">
                <a16:creationId xmlns:a16="http://schemas.microsoft.com/office/drawing/2014/main" id="{5D915D63-B1AF-41DA-BF8B-B6ACD2FACBC2}"/>
              </a:ext>
            </a:extLst>
          </p:cNvPr>
          <p:cNvSpPr>
            <a:spLocks xmlns:a="http://schemas.openxmlformats.org/drawingml/2006/main" noGrp="1"/>
          </p:cNvSpPr>
          <p:nvPr/>
        </p:nvSpPr>
        <p:spPr>
          <a:xfrm xmlns:a="http://schemas.openxmlformats.org/drawingml/2006/main">
            <a:off x="5038725" y="3086100"/>
            <a:ext cx="20859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00" b="1">
                <a:solidFill>
                  <a:srgbClr val="8872B3"/>
                </a:solidFill>
                <a:latin typeface="Arial"/>
                <a:ea typeface="Arial"/>
                <a:cs typeface="Arial"/>
              </a:defRPr>
            </a:defPPr>
            <a:lvl1pPr algn="ctr">
              <a:defRPr sz="2100" b="1">
                <a:solidFill>
                  <a:srgbClr val="8872B3"/>
                </a:solidFill>
                <a:latin typeface="Arial"/>
                <a:ea typeface="Arial"/>
                <a:cs typeface="Arial"/>
              </a:defRPr>
            </a:lvl1pPr>
            <a:lvl2pPr algn="ctr">
              <a:defRPr sz="2100" b="1">
                <a:solidFill>
                  <a:srgbClr val="8872B3"/>
                </a:solidFill>
                <a:latin typeface="Arial"/>
                <a:ea typeface="Arial"/>
                <a:cs typeface="Arial"/>
              </a:defRPr>
            </a:lvl2pPr>
            <a:lvl3pPr algn="ctr">
              <a:defRPr sz="2100" b="1">
                <a:solidFill>
                  <a:srgbClr val="8872B3"/>
                </a:solidFill>
                <a:latin typeface="Arial"/>
                <a:ea typeface="Arial"/>
                <a:cs typeface="Arial"/>
              </a:defRPr>
            </a:lvl3pPr>
            <a:lvl4pPr algn="ctr">
              <a:defRPr sz="2100" b="1">
                <a:solidFill>
                  <a:srgbClr val="8872B3"/>
                </a:solidFill>
                <a:latin typeface="Arial"/>
                <a:ea typeface="Arial"/>
                <a:cs typeface="Arial"/>
              </a:defRPr>
            </a:lvl4pPr>
            <a:lvl5pPr algn="ctr">
              <a:defRPr sz="2100" b="1">
                <a:solidFill>
                  <a:srgbClr val="8872B3"/>
                </a:solidFill>
                <a:latin typeface="Arial"/>
                <a:ea typeface="Arial"/>
                <a:cs typeface="Arial"/>
              </a:defRPr>
            </a:lvl5pPr>
            <a:lvl6pPr algn="ctr">
              <a:defRPr sz="2100" b="1">
                <a:solidFill>
                  <a:srgbClr val="8872B3"/>
                </a:solidFill>
                <a:latin typeface="Arial"/>
                <a:ea typeface="Arial"/>
                <a:cs typeface="Arial"/>
              </a:defRPr>
            </a:lvl6pPr>
            <a:lvl7pPr algn="ctr">
              <a:defRPr sz="2100" b="1">
                <a:solidFill>
                  <a:srgbClr val="8872B3"/>
                </a:solidFill>
                <a:latin typeface="Arial"/>
                <a:ea typeface="Arial"/>
                <a:cs typeface="Arial"/>
              </a:defRPr>
            </a:lvl7pPr>
            <a:lvl8pPr algn="ctr">
              <a:defRPr sz="2100" b="1">
                <a:solidFill>
                  <a:srgbClr val="8872B3"/>
                </a:solidFill>
                <a:latin typeface="Arial"/>
                <a:ea typeface="Arial"/>
                <a:cs typeface="Arial"/>
              </a:defRPr>
            </a:lvl8pPr>
            <a:lvl9pPr algn="ctr">
              <a:defRPr sz="2100" b="1">
                <a:solidFill>
                  <a:srgbClr val="8872B3"/>
                </a:solidFill>
                <a:latin typeface="Arial"/>
                <a:ea typeface="Arial"/>
                <a:cs typeface="Arial"/>
              </a:defRPr>
            </a:lvl9pPr>
          </a:lstStyle>
          <a:p xmlns:a="http://schemas.openxmlformats.org/drawingml/2006/main">
            <a:pPr algn="ctr">
              <a:defRPr sz="2100" b="1">
                <a:solidFill>
                  <a:srgbClr val="8872B3"/>
                </a:solidFill>
                <a:latin typeface="Arial"/>
                <a:ea typeface="Arial"/>
                <a:cs typeface="Arial"/>
              </a:defRPr>
            </a:pPr>
            <a:r>
              <a:rPr sz="2100" b="1">
                <a:solidFill>
                  <a:srgbClr val="8872B3"/>
                </a:solidFill>
                <a:latin typeface="Arial"/>
                <a:ea typeface="Arial"/>
                <a:cs typeface="Arial"/>
              </a:rPr>
              <a:t>Actions</a:t>
            </a:r>
          </a:p>
          <a:p xmlns:a="http://schemas.openxmlformats.org/drawingml/2006/main">
            <a:pPr algn="ctr">
              <a:defRPr sz="2100" b="1">
                <a:solidFill>
                  <a:srgbClr val="8872B3"/>
                </a:solidFill>
                <a:latin typeface="Arial"/>
                <a:ea typeface="Arial"/>
                <a:cs typeface="Arial"/>
              </a:defRPr>
            </a:pPr>
            <a:r>
              <a:rPr sz="2100" b="1">
                <a:solidFill>
                  <a:srgbClr val="8872B3"/>
                </a:solidFill>
                <a:latin typeface="Arial"/>
                <a:ea typeface="Arial"/>
                <a:cs typeface="Arial"/>
              </a:rPr>
              <a:t>+ app responses</a:t>
            </a:r>
          </a:p>
        </p:txBody>
      </p:sp>
    </p:spTree>
    <p:extLst>
      <p:ext uri="{BB962C8B-B14F-4D97-AF65-F5344CB8AC3E}">
        <p14:creationId xmlns:p14="http://schemas.microsoft.com/office/powerpoint/2010/main" val="2121307684"/>
      </p:ext>
    </p:extLst>
  </p:cSld>
</p:sld>
</file>

<file path=ppt/slides/slide1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2" name="item-297">
            <a:extLst xmlns:a="http://schemas.openxmlformats.org/drawingml/2006/main">
              <a:ext uri="{FF2B5EF4-FFF2-40B4-BE49-F238E27FC236}">
                <a16:creationId xmlns:a16="http://schemas.microsoft.com/office/drawing/2014/main" id="{B07A6BBC-2566-42A0-8189-A5255F2399B7}"/>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 click, step by step</a:t>
            </a:r>
          </a:p>
        </p:txBody>
      </p:sp>
      <p:sp>
        <p:nvSpPr>
          <p:cNvPr id="2" name="item-298">
            <a:extLst xmlns:a="http://schemas.openxmlformats.org/drawingml/2006/main">
              <a:ext uri="{FF2B5EF4-FFF2-40B4-BE49-F238E27FC236}">
                <a16:creationId xmlns:a16="http://schemas.microsoft.com/office/drawing/2014/main" id="{C654DF0F-8448-4D80-A032-E1EBE60442B5}"/>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299">
            <a:extLst xmlns:a="http://schemas.openxmlformats.org/drawingml/2006/main">
              <a:ext uri="{FF2B5EF4-FFF2-40B4-BE49-F238E27FC236}">
                <a16:creationId xmlns:a16="http://schemas.microsoft.com/office/drawing/2014/main" id="{30A7BA11-5BC2-4571-9BC9-736007D25338}"/>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17</a:t>
            </a:r>
          </a:p>
        </p:txBody>
      </p:sp>
      <p:sp>
        <p:nvSpPr>
          <p:cNvPr id="4" name="item-300">
            <a:extLst xmlns:a="http://schemas.openxmlformats.org/drawingml/2006/main">
              <a:ext uri="{FF2B5EF4-FFF2-40B4-BE49-F238E27FC236}">
                <a16:creationId xmlns:a16="http://schemas.microsoft.com/office/drawing/2014/main" id="{46A738F6-58AF-49AC-BE20-F07BFC690628}"/>
              </a:ext>
            </a:extLst>
          </p:cNvPr>
          <p:cNvSpPr>
            <a:spLocks xmlns:a="http://schemas.openxmlformats.org/drawingml/2006/main" noGrp="1"/>
          </p:cNvSpPr>
          <p:nvPr/>
        </p:nvSpPr>
        <p:spPr>
          <a:xfrm xmlns:a="http://schemas.openxmlformats.org/drawingml/2006/main">
            <a:off x="762000" y="205740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5" name="item-301">
            <a:extLst xmlns:a="http://schemas.openxmlformats.org/drawingml/2006/main">
              <a:ext uri="{FF2B5EF4-FFF2-40B4-BE49-F238E27FC236}">
                <a16:creationId xmlns:a16="http://schemas.microsoft.com/office/drawing/2014/main" id="{19BECD86-554A-43B4-9816-B9488895C64E}"/>
              </a:ext>
            </a:extLst>
          </p:cNvPr>
          <p:cNvSpPr>
            <a:spLocks xmlns:a="http://schemas.openxmlformats.org/drawingml/2006/main" noGrp="1"/>
          </p:cNvSpPr>
          <p:nvPr/>
        </p:nvSpPr>
        <p:spPr>
          <a:xfrm xmlns:a="http://schemas.openxmlformats.org/drawingml/2006/main">
            <a:off x="647700" y="20574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item-302">
            <a:extLst xmlns:a="http://schemas.openxmlformats.org/drawingml/2006/main">
              <a:ext uri="{FF2B5EF4-FFF2-40B4-BE49-F238E27FC236}">
                <a16:creationId xmlns:a16="http://schemas.microsoft.com/office/drawing/2014/main" id="{488B5194-89A2-4A80-A6DA-B0A83ED9038B}"/>
              </a:ext>
            </a:extLst>
          </p:cNvPr>
          <p:cNvSpPr>
            <a:spLocks xmlns:a="http://schemas.openxmlformats.org/drawingml/2006/main" noGrp="1"/>
          </p:cNvSpPr>
          <p:nvPr/>
        </p:nvSpPr>
        <p:spPr>
          <a:xfrm xmlns:a="http://schemas.openxmlformats.org/drawingml/2006/main">
            <a:off x="1304925" y="2019300"/>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Read the current state</a:t>
            </a:r>
          </a:p>
        </p:txBody>
      </p:sp>
      <p:sp>
        <p:nvSpPr>
          <p:cNvPr id="7" name="item-303">
            <a:extLst xmlns:a="http://schemas.openxmlformats.org/drawingml/2006/main">
              <a:ext uri="{FF2B5EF4-FFF2-40B4-BE49-F238E27FC236}">
                <a16:creationId xmlns:a16="http://schemas.microsoft.com/office/drawing/2014/main" id="{78E28D5E-BB48-4FC4-920C-81DC26F192C7}"/>
              </a:ext>
            </a:extLst>
          </p:cNvPr>
          <p:cNvSpPr>
            <a:spLocks xmlns:a="http://schemas.openxmlformats.org/drawingml/2006/main" noGrp="1"/>
          </p:cNvSpPr>
          <p:nvPr/>
        </p:nvSpPr>
        <p:spPr>
          <a:xfrm xmlns:a="http://schemas.openxmlformats.org/drawingml/2006/main">
            <a:off x="4562475" y="205740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8" name="item-304">
            <a:extLst xmlns:a="http://schemas.openxmlformats.org/drawingml/2006/main">
              <a:ext uri="{FF2B5EF4-FFF2-40B4-BE49-F238E27FC236}">
                <a16:creationId xmlns:a16="http://schemas.microsoft.com/office/drawing/2014/main" id="{F968979F-EC46-442F-8A7C-B9C1882EF9CC}"/>
              </a:ext>
            </a:extLst>
          </p:cNvPr>
          <p:cNvSpPr>
            <a:spLocks xmlns:a="http://schemas.openxmlformats.org/drawingml/2006/main" noGrp="1"/>
          </p:cNvSpPr>
          <p:nvPr/>
        </p:nvSpPr>
        <p:spPr>
          <a:xfrm xmlns:a="http://schemas.openxmlformats.org/drawingml/2006/main">
            <a:off x="4448175" y="20574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item-305">
            <a:extLst xmlns:a="http://schemas.openxmlformats.org/drawingml/2006/main">
              <a:ext uri="{FF2B5EF4-FFF2-40B4-BE49-F238E27FC236}">
                <a16:creationId xmlns:a16="http://schemas.microsoft.com/office/drawing/2014/main" id="{EEA181DE-65BD-4EBD-AAC5-43D3B4FD3E51}"/>
              </a:ext>
            </a:extLst>
          </p:cNvPr>
          <p:cNvSpPr>
            <a:spLocks xmlns:a="http://schemas.openxmlformats.org/drawingml/2006/main" noGrp="1"/>
          </p:cNvSpPr>
          <p:nvPr/>
        </p:nvSpPr>
        <p:spPr>
          <a:xfrm xmlns:a="http://schemas.openxmlformats.org/drawingml/2006/main">
            <a:off x="5105400" y="2019300"/>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Choose a target</a:t>
            </a:r>
          </a:p>
        </p:txBody>
      </p:sp>
      <p:sp>
        <p:nvSpPr>
          <p:cNvPr id="10" name="item-306">
            <a:extLst xmlns:a="http://schemas.openxmlformats.org/drawingml/2006/main">
              <a:ext uri="{FF2B5EF4-FFF2-40B4-BE49-F238E27FC236}">
                <a16:creationId xmlns:a16="http://schemas.microsoft.com/office/drawing/2014/main" id="{B46A6A0B-DEFD-4294-9A5E-201AD5C3A76D}"/>
              </a:ext>
            </a:extLst>
          </p:cNvPr>
          <p:cNvSpPr>
            <a:spLocks xmlns:a="http://schemas.openxmlformats.org/drawingml/2006/main" noGrp="1"/>
          </p:cNvSpPr>
          <p:nvPr/>
        </p:nvSpPr>
        <p:spPr>
          <a:xfrm xmlns:a="http://schemas.openxmlformats.org/drawingml/2006/main">
            <a:off x="8362950" y="205740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11" name="item-307">
            <a:extLst xmlns:a="http://schemas.openxmlformats.org/drawingml/2006/main">
              <a:ext uri="{FF2B5EF4-FFF2-40B4-BE49-F238E27FC236}">
                <a16:creationId xmlns:a16="http://schemas.microsoft.com/office/drawing/2014/main" id="{B746AF5E-247B-45CA-B869-FB5D98206D82}"/>
              </a:ext>
            </a:extLst>
          </p:cNvPr>
          <p:cNvSpPr>
            <a:spLocks xmlns:a="http://schemas.openxmlformats.org/drawingml/2006/main" noGrp="1"/>
          </p:cNvSpPr>
          <p:nvPr/>
        </p:nvSpPr>
        <p:spPr>
          <a:xfrm xmlns:a="http://schemas.openxmlformats.org/drawingml/2006/main">
            <a:off x="8248650" y="20574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item-308">
            <a:extLst xmlns:a="http://schemas.openxmlformats.org/drawingml/2006/main">
              <a:ext uri="{FF2B5EF4-FFF2-40B4-BE49-F238E27FC236}">
                <a16:creationId xmlns:a16="http://schemas.microsoft.com/office/drawing/2014/main" id="{313BFA21-2A27-4E38-8624-F4C8D7B46FBA}"/>
              </a:ext>
            </a:extLst>
          </p:cNvPr>
          <p:cNvSpPr>
            <a:spLocks xmlns:a="http://schemas.openxmlformats.org/drawingml/2006/main" noGrp="1"/>
          </p:cNvSpPr>
          <p:nvPr/>
        </p:nvSpPr>
        <p:spPr>
          <a:xfrm xmlns:a="http://schemas.openxmlformats.org/drawingml/2006/main">
            <a:off x="8905875" y="2019300"/>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Send the click</a:t>
            </a:r>
          </a:p>
        </p:txBody>
      </p:sp>
      <p:sp>
        <p:nvSpPr>
          <p:cNvPr id="13" name="item-309">
            <a:extLst xmlns:a="http://schemas.openxmlformats.org/drawingml/2006/main">
              <a:ext uri="{FF2B5EF4-FFF2-40B4-BE49-F238E27FC236}">
                <a16:creationId xmlns:a16="http://schemas.microsoft.com/office/drawing/2014/main" id="{2BBE7E5C-1D5F-4842-93CD-E27DC2B7F30D}"/>
              </a:ext>
            </a:extLst>
          </p:cNvPr>
          <p:cNvSpPr>
            <a:spLocks xmlns:a="http://schemas.openxmlformats.org/drawingml/2006/main" noGrp="1"/>
          </p:cNvSpPr>
          <p:nvPr/>
        </p:nvSpPr>
        <p:spPr>
          <a:xfrm xmlns:a="http://schemas.openxmlformats.org/drawingml/2006/main">
            <a:off x="762000" y="4067175"/>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4" name="item-310">
            <a:extLst xmlns:a="http://schemas.openxmlformats.org/drawingml/2006/main">
              <a:ext uri="{FF2B5EF4-FFF2-40B4-BE49-F238E27FC236}">
                <a16:creationId xmlns:a16="http://schemas.microsoft.com/office/drawing/2014/main" id="{3859C8D5-0864-46AE-94AF-01B93971B46D}"/>
              </a:ext>
            </a:extLst>
          </p:cNvPr>
          <p:cNvSpPr>
            <a:spLocks xmlns:a="http://schemas.openxmlformats.org/drawingml/2006/main" noGrp="1"/>
          </p:cNvSpPr>
          <p:nvPr/>
        </p:nvSpPr>
        <p:spPr>
          <a:xfrm xmlns:a="http://schemas.openxmlformats.org/drawingml/2006/main">
            <a:off x="647700" y="40671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item-311">
            <a:extLst xmlns:a="http://schemas.openxmlformats.org/drawingml/2006/main">
              <a:ext uri="{FF2B5EF4-FFF2-40B4-BE49-F238E27FC236}">
                <a16:creationId xmlns:a16="http://schemas.microsoft.com/office/drawing/2014/main" id="{41C30BC3-7634-4FB2-B26B-D666AB72D8EE}"/>
              </a:ext>
            </a:extLst>
          </p:cNvPr>
          <p:cNvSpPr>
            <a:spLocks xmlns:a="http://schemas.openxmlformats.org/drawingml/2006/main" noGrp="1"/>
          </p:cNvSpPr>
          <p:nvPr/>
        </p:nvSpPr>
        <p:spPr>
          <a:xfrm xmlns:a="http://schemas.openxmlformats.org/drawingml/2006/main">
            <a:off x="1304925" y="4029075"/>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Let the app respond</a:t>
            </a:r>
          </a:p>
        </p:txBody>
      </p:sp>
      <p:sp>
        <p:nvSpPr>
          <p:cNvPr id="16" name="item-312">
            <a:extLst xmlns:a="http://schemas.openxmlformats.org/drawingml/2006/main">
              <a:ext uri="{FF2B5EF4-FFF2-40B4-BE49-F238E27FC236}">
                <a16:creationId xmlns:a16="http://schemas.microsoft.com/office/drawing/2014/main" id="{CEA2ABEC-17B3-4F90-8429-83E8AE8C7C32}"/>
              </a:ext>
            </a:extLst>
          </p:cNvPr>
          <p:cNvSpPr>
            <a:spLocks xmlns:a="http://schemas.openxmlformats.org/drawingml/2006/main" noGrp="1"/>
          </p:cNvSpPr>
          <p:nvPr/>
        </p:nvSpPr>
        <p:spPr>
          <a:xfrm xmlns:a="http://schemas.openxmlformats.org/drawingml/2006/main">
            <a:off x="4562475" y="4067175"/>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7" name="item-313">
            <a:extLst xmlns:a="http://schemas.openxmlformats.org/drawingml/2006/main">
              <a:ext uri="{FF2B5EF4-FFF2-40B4-BE49-F238E27FC236}">
                <a16:creationId xmlns:a16="http://schemas.microsoft.com/office/drawing/2014/main" id="{41A98FE5-30BE-47CC-A1AF-CFCD6B81A818}"/>
              </a:ext>
            </a:extLst>
          </p:cNvPr>
          <p:cNvSpPr>
            <a:spLocks xmlns:a="http://schemas.openxmlformats.org/drawingml/2006/main" noGrp="1"/>
          </p:cNvSpPr>
          <p:nvPr/>
        </p:nvSpPr>
        <p:spPr>
          <a:xfrm xmlns:a="http://schemas.openxmlformats.org/drawingml/2006/main">
            <a:off x="4448175" y="40671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item-314">
            <a:extLst xmlns:a="http://schemas.openxmlformats.org/drawingml/2006/main">
              <a:ext uri="{FF2B5EF4-FFF2-40B4-BE49-F238E27FC236}">
                <a16:creationId xmlns:a16="http://schemas.microsoft.com/office/drawing/2014/main" id="{DEFF44AE-46D6-41BA-86F9-2D00E4FCF308}"/>
              </a:ext>
            </a:extLst>
          </p:cNvPr>
          <p:cNvSpPr>
            <a:spLocks xmlns:a="http://schemas.openxmlformats.org/drawingml/2006/main" noGrp="1"/>
          </p:cNvSpPr>
          <p:nvPr/>
        </p:nvSpPr>
        <p:spPr>
          <a:xfrm xmlns:a="http://schemas.openxmlformats.org/drawingml/2006/main">
            <a:off x="5105400" y="4029075"/>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Observe again</a:t>
            </a:r>
          </a:p>
        </p:txBody>
      </p:sp>
      <p:sp>
        <p:nvSpPr>
          <p:cNvPr id="19" name="item-315">
            <a:extLst xmlns:a="http://schemas.openxmlformats.org/drawingml/2006/main">
              <a:ext uri="{FF2B5EF4-FFF2-40B4-BE49-F238E27FC236}">
                <a16:creationId xmlns:a16="http://schemas.microsoft.com/office/drawing/2014/main" id="{93AF1255-BFAE-47B7-B9C3-072B7116E4F5}"/>
              </a:ext>
            </a:extLst>
          </p:cNvPr>
          <p:cNvSpPr>
            <a:spLocks xmlns:a="http://schemas.openxmlformats.org/drawingml/2006/main" noGrp="1"/>
          </p:cNvSpPr>
          <p:nvPr/>
        </p:nvSpPr>
        <p:spPr>
          <a:xfrm xmlns:a="http://schemas.openxmlformats.org/drawingml/2006/main">
            <a:off x="8362950" y="4067175"/>
            <a:ext cx="381000" cy="381000"/>
          </a:xfrm>
          <a:prstGeom xmlns:a="http://schemas.openxmlformats.org/drawingml/2006/main" prst="ellipse">
            <a:avLst/>
          </a:prstGeom>
          <a:solidFill xmlns:a="http://schemas.openxmlformats.org/drawingml/2006/main">
            <a:srgbClr val="152D46"/>
          </a:solidFill>
          <a:ln xmlns:a="http://schemas.openxmlformats.org/drawingml/2006/main" w="0">
            <a:noFill/>
          </a:ln>
        </p:spPr>
      </p:sp>
      <p:sp>
        <p:nvSpPr>
          <p:cNvPr id="20" name="item-316">
            <a:extLst xmlns:a="http://schemas.openxmlformats.org/drawingml/2006/main">
              <a:ext uri="{FF2B5EF4-FFF2-40B4-BE49-F238E27FC236}">
                <a16:creationId xmlns:a16="http://schemas.microsoft.com/office/drawing/2014/main" id="{DD9A03E4-8FEA-41D0-8200-1402DD5E4DC8}"/>
              </a:ext>
            </a:extLst>
          </p:cNvPr>
          <p:cNvSpPr>
            <a:spLocks xmlns:a="http://schemas.openxmlformats.org/drawingml/2006/main" noGrp="1"/>
          </p:cNvSpPr>
          <p:nvPr/>
        </p:nvSpPr>
        <p:spPr>
          <a:xfrm xmlns:a="http://schemas.openxmlformats.org/drawingml/2006/main">
            <a:off x="8248650" y="40671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item-317">
            <a:extLst xmlns:a="http://schemas.openxmlformats.org/drawingml/2006/main">
              <a:ext uri="{FF2B5EF4-FFF2-40B4-BE49-F238E27FC236}">
                <a16:creationId xmlns:a16="http://schemas.microsoft.com/office/drawing/2014/main" id="{6D235E6E-42E3-4B94-AA80-11B0F7D2B62D}"/>
              </a:ext>
            </a:extLst>
          </p:cNvPr>
          <p:cNvSpPr>
            <a:spLocks xmlns:a="http://schemas.openxmlformats.org/drawingml/2006/main" noGrp="1"/>
          </p:cNvSpPr>
          <p:nvPr/>
        </p:nvSpPr>
        <p:spPr>
          <a:xfrm xmlns:a="http://schemas.openxmlformats.org/drawingml/2006/main">
            <a:off x="8905875" y="4029075"/>
            <a:ext cx="2905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152D46"/>
                </a:solidFill>
                <a:latin typeface="Arial"/>
                <a:ea typeface="Arial"/>
                <a:cs typeface="Arial"/>
              </a:defRPr>
            </a:defPPr>
            <a:lvl1pPr algn="l">
              <a:defRPr sz="2325" b="1">
                <a:solidFill>
                  <a:srgbClr val="152D46"/>
                </a:solidFill>
                <a:latin typeface="Arial"/>
                <a:ea typeface="Arial"/>
                <a:cs typeface="Arial"/>
              </a:defRPr>
            </a:lvl1pPr>
            <a:lvl2pPr algn="l">
              <a:defRPr sz="2325" b="1">
                <a:solidFill>
                  <a:srgbClr val="152D46"/>
                </a:solidFill>
                <a:latin typeface="Arial"/>
                <a:ea typeface="Arial"/>
                <a:cs typeface="Arial"/>
              </a:defRPr>
            </a:lvl2pPr>
            <a:lvl3pPr algn="l">
              <a:defRPr sz="2325" b="1">
                <a:solidFill>
                  <a:srgbClr val="152D46"/>
                </a:solidFill>
                <a:latin typeface="Arial"/>
                <a:ea typeface="Arial"/>
                <a:cs typeface="Arial"/>
              </a:defRPr>
            </a:lvl3pPr>
            <a:lvl4pPr algn="l">
              <a:defRPr sz="2325" b="1">
                <a:solidFill>
                  <a:srgbClr val="152D46"/>
                </a:solidFill>
                <a:latin typeface="Arial"/>
                <a:ea typeface="Arial"/>
                <a:cs typeface="Arial"/>
              </a:defRPr>
            </a:lvl4pPr>
            <a:lvl5pPr algn="l">
              <a:defRPr sz="2325" b="1">
                <a:solidFill>
                  <a:srgbClr val="152D46"/>
                </a:solidFill>
                <a:latin typeface="Arial"/>
                <a:ea typeface="Arial"/>
                <a:cs typeface="Arial"/>
              </a:defRPr>
            </a:lvl5pPr>
            <a:lvl6pPr algn="l">
              <a:defRPr sz="2325" b="1">
                <a:solidFill>
                  <a:srgbClr val="152D46"/>
                </a:solidFill>
                <a:latin typeface="Arial"/>
                <a:ea typeface="Arial"/>
                <a:cs typeface="Arial"/>
              </a:defRPr>
            </a:lvl6pPr>
            <a:lvl7pPr algn="l">
              <a:defRPr sz="2325" b="1">
                <a:solidFill>
                  <a:srgbClr val="152D46"/>
                </a:solidFill>
                <a:latin typeface="Arial"/>
                <a:ea typeface="Arial"/>
                <a:cs typeface="Arial"/>
              </a:defRPr>
            </a:lvl7pPr>
            <a:lvl8pPr algn="l">
              <a:defRPr sz="2325" b="1">
                <a:solidFill>
                  <a:srgbClr val="152D46"/>
                </a:solidFill>
                <a:latin typeface="Arial"/>
                <a:ea typeface="Arial"/>
                <a:cs typeface="Arial"/>
              </a:defRPr>
            </a:lvl8pPr>
            <a:lvl9pPr algn="l">
              <a:defRPr sz="2325" b="1">
                <a:solidFill>
                  <a:srgbClr val="152D46"/>
                </a:solidFill>
                <a:latin typeface="Arial"/>
                <a:ea typeface="Arial"/>
                <a:cs typeface="Arial"/>
              </a:defRPr>
            </a:lvl9pPr>
          </a:lstStyle>
          <a:p xmlns:a="http://schemas.openxmlformats.org/drawingml/2006/main">
            <a:pPr algn="l">
              <a:defRPr sz="2325" b="1">
                <a:solidFill>
                  <a:srgbClr val="152D46"/>
                </a:solidFill>
                <a:latin typeface="Arial"/>
                <a:ea typeface="Arial"/>
                <a:cs typeface="Arial"/>
              </a:defRPr>
            </a:pPr>
            <a:r>
              <a:rPr sz="2325" b="1">
                <a:solidFill>
                  <a:srgbClr val="152D46"/>
                </a:solidFill>
                <a:latin typeface="Arial"/>
                <a:ea typeface="Arial"/>
                <a:cs typeface="Arial"/>
              </a:rPr>
              <a:t>Check the intended change</a:t>
            </a:r>
          </a:p>
        </p:txBody>
      </p:sp>
    </p:spTree>
    <p:extLst>
      <p:ext uri="{BB962C8B-B14F-4D97-AF65-F5344CB8AC3E}">
        <p14:creationId xmlns:p14="http://schemas.microsoft.com/office/powerpoint/2010/main" val="366180943"/>
      </p:ext>
    </p:extLst>
  </p:cSld>
</p:sld>
</file>

<file path=ppt/slides/slide1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8" name="item-318">
            <a:extLst xmlns:a="http://schemas.openxmlformats.org/drawingml/2006/main">
              <a:ext uri="{FF2B5EF4-FFF2-40B4-BE49-F238E27FC236}">
                <a16:creationId xmlns:a16="http://schemas.microsoft.com/office/drawing/2014/main" id="{1B715C56-F469-4636-8677-BCFB8FC3B093}"/>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Why it looks again</a:t>
            </a:r>
          </a:p>
        </p:txBody>
      </p:sp>
      <p:sp>
        <p:nvSpPr>
          <p:cNvPr id="2" name="item-319">
            <a:extLst xmlns:a="http://schemas.openxmlformats.org/drawingml/2006/main">
              <a:ext uri="{FF2B5EF4-FFF2-40B4-BE49-F238E27FC236}">
                <a16:creationId xmlns:a16="http://schemas.microsoft.com/office/drawing/2014/main" id="{04D58BA9-67FC-4726-AF3C-21408C14E26A}"/>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20">
            <a:extLst xmlns:a="http://schemas.openxmlformats.org/drawingml/2006/main">
              <a:ext uri="{FF2B5EF4-FFF2-40B4-BE49-F238E27FC236}">
                <a16:creationId xmlns:a16="http://schemas.microsoft.com/office/drawing/2014/main" id="{DEBFC632-4965-450F-B997-BE270A05D1B2}"/>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18</a:t>
            </a:r>
          </a:p>
        </p:txBody>
      </p:sp>
      <p:pic>
        <p:nvPicPr>
          <p:cNvPr id="4" name="">
            <a:extLst xmlns:a="http://schemas.openxmlformats.org/drawingml/2006/main">
              <a:ext uri="{FF2B5EF4-FFF2-40B4-BE49-F238E27FC236}">
                <a16:creationId xmlns:a16="http://schemas.microsoft.com/office/drawing/2014/main" id="{DDB1F7E5-81C4-4C87-A700-8F87237C1591}"/>
              </a:ext>
            </a:extLst>
          </p:cNvPr>
          <p:cNvPicPr>
            <a:picLocks xmlns:a="http://schemas.openxmlformats.org/drawingml/2006/main" noChangeAspect="1"/>
          </p:cNvPicPr>
          <p:nvPr/>
        </p:nvPicPr>
        <p:blipFill>
          <a:blip xmlns:r="http://schemas.openxmlformats.org/officeDocument/2006/relationships" xmlns:a="http://schemas.openxmlformats.org/drawingml/2006/main" r:embed="R4703d06bf96e413b"/>
          <a:stretch xmlns:a="http://schemas.openxmlformats.org/drawingml/2006/main"/>
        </p:blipFill>
        <p:spPr>
          <a:xfrm xmlns:a="http://schemas.openxmlformats.org/drawingml/2006/main">
            <a:off x="1047038" y="1924050"/>
            <a:ext cx="3840000" cy="3048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840EE02-B1B9-4F3B-A52C-6C779E25A999}"/>
              </a:ext>
            </a:extLst>
          </p:cNvPr>
          <p:cNvPicPr>
            <a:picLocks xmlns:a="http://schemas.openxmlformats.org/drawingml/2006/main" noChangeAspect="1"/>
          </p:cNvPicPr>
          <p:nvPr/>
        </p:nvPicPr>
        <p:blipFill>
          <a:blip xmlns:r="http://schemas.openxmlformats.org/officeDocument/2006/relationships" xmlns:a="http://schemas.openxmlformats.org/drawingml/2006/main" r:embed="Re1fae3292fba4752"/>
          <a:stretch xmlns:a="http://schemas.openxmlformats.org/drawingml/2006/main"/>
        </p:blipFill>
        <p:spPr>
          <a:xfrm xmlns:a="http://schemas.openxmlformats.org/drawingml/2006/main">
            <a:off x="7804095" y="1924050"/>
            <a:ext cx="2822686" cy="3048000"/>
          </a:xfrm>
          <a:prstGeom xmlns:a="http://schemas.openxmlformats.org/drawingml/2006/main" prst="rect">
            <a:avLst/>
          </a:prstGeom>
        </p:spPr>
      </p:pic>
      <p:sp>
        <p:nvSpPr>
          <p:cNvPr id="6" name="item-321">
            <a:extLst xmlns:a="http://schemas.openxmlformats.org/drawingml/2006/main">
              <a:ext uri="{FF2B5EF4-FFF2-40B4-BE49-F238E27FC236}">
                <a16:creationId xmlns:a16="http://schemas.microsoft.com/office/drawing/2014/main" id="{946073E7-7F49-41AD-B52E-88C51BC417F3}"/>
              </a:ext>
            </a:extLst>
          </p:cNvPr>
          <p:cNvSpPr>
            <a:spLocks xmlns:a="http://schemas.openxmlformats.org/drawingml/2006/main" noGrp="1"/>
          </p:cNvSpPr>
          <p:nvPr/>
        </p:nvSpPr>
        <p:spPr>
          <a:xfrm xmlns:a="http://schemas.openxmlformats.org/drawingml/2006/main">
            <a:off x="666750" y="5191125"/>
            <a:ext cx="4619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The review controls existed here</a:t>
            </a:r>
          </a:p>
        </p:txBody>
      </p:sp>
      <p:sp>
        <p:nvSpPr>
          <p:cNvPr id="7" name="item-322">
            <a:extLst xmlns:a="http://schemas.openxmlformats.org/drawingml/2006/main">
              <a:ext uri="{FF2B5EF4-FFF2-40B4-BE49-F238E27FC236}">
                <a16:creationId xmlns:a16="http://schemas.microsoft.com/office/drawing/2014/main" id="{99007CFD-80B3-458F-B44C-2C31CAAF809F}"/>
              </a:ext>
            </a:extLst>
          </p:cNvPr>
          <p:cNvSpPr>
            <a:spLocks xmlns:a="http://schemas.openxmlformats.org/drawingml/2006/main" noGrp="1"/>
          </p:cNvSpPr>
          <p:nvPr/>
        </p:nvSpPr>
        <p:spPr>
          <a:xfrm xmlns:a="http://schemas.openxmlformats.org/drawingml/2006/main">
            <a:off x="6905625" y="5191125"/>
            <a:ext cx="4619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The receipt exists here</a:t>
            </a:r>
          </a:p>
        </p:txBody>
      </p:sp>
    </p:spTree>
    <p:extLst>
      <p:ext uri="{BB962C8B-B14F-4D97-AF65-F5344CB8AC3E}">
        <p14:creationId xmlns:p14="http://schemas.microsoft.com/office/powerpoint/2010/main" val="387806969"/>
      </p:ext>
    </p:extLst>
  </p:cSld>
</p:sld>
</file>

<file path=ppt/slides/slide1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item-323">
            <a:extLst xmlns:a="http://schemas.openxmlformats.org/drawingml/2006/main">
              <a:ext uri="{FF2B5EF4-FFF2-40B4-BE49-F238E27FC236}">
                <a16:creationId xmlns:a16="http://schemas.microsoft.com/office/drawing/2014/main" id="{3D924263-2D32-407A-A482-063805B1EC64}"/>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150" b="1">
                <a:solidFill>
                  <a:srgbClr val="1C1C1C"/>
                </a:solidFill>
                <a:latin typeface="Arial"/>
                <a:ea typeface="Arial"/>
                <a:cs typeface="Arial"/>
              </a:defRPr>
            </a:defPPr>
            <a:lvl1pPr algn="ctr">
              <a:defRPr sz="3150" b="1">
                <a:solidFill>
                  <a:srgbClr val="1C1C1C"/>
                </a:solidFill>
                <a:latin typeface="Arial"/>
                <a:ea typeface="Arial"/>
                <a:cs typeface="Arial"/>
              </a:defRPr>
            </a:lvl1pPr>
            <a:lvl2pPr algn="ctr">
              <a:defRPr sz="3150" b="1">
                <a:solidFill>
                  <a:srgbClr val="1C1C1C"/>
                </a:solidFill>
                <a:latin typeface="Arial"/>
                <a:ea typeface="Arial"/>
                <a:cs typeface="Arial"/>
              </a:defRPr>
            </a:lvl2pPr>
            <a:lvl3pPr algn="ctr">
              <a:defRPr sz="3150" b="1">
                <a:solidFill>
                  <a:srgbClr val="1C1C1C"/>
                </a:solidFill>
                <a:latin typeface="Arial"/>
                <a:ea typeface="Arial"/>
                <a:cs typeface="Arial"/>
              </a:defRPr>
            </a:lvl3pPr>
            <a:lvl4pPr algn="ctr">
              <a:defRPr sz="3150" b="1">
                <a:solidFill>
                  <a:srgbClr val="1C1C1C"/>
                </a:solidFill>
                <a:latin typeface="Arial"/>
                <a:ea typeface="Arial"/>
                <a:cs typeface="Arial"/>
              </a:defRPr>
            </a:lvl4pPr>
            <a:lvl5pPr algn="ctr">
              <a:defRPr sz="3150" b="1">
                <a:solidFill>
                  <a:srgbClr val="1C1C1C"/>
                </a:solidFill>
                <a:latin typeface="Arial"/>
                <a:ea typeface="Arial"/>
                <a:cs typeface="Arial"/>
              </a:defRPr>
            </a:lvl5pPr>
            <a:lvl6pPr algn="ctr">
              <a:defRPr sz="3150" b="1">
                <a:solidFill>
                  <a:srgbClr val="1C1C1C"/>
                </a:solidFill>
                <a:latin typeface="Arial"/>
                <a:ea typeface="Arial"/>
                <a:cs typeface="Arial"/>
              </a:defRPr>
            </a:lvl6pPr>
            <a:lvl7pPr algn="ctr">
              <a:defRPr sz="3150" b="1">
                <a:solidFill>
                  <a:srgbClr val="1C1C1C"/>
                </a:solidFill>
                <a:latin typeface="Arial"/>
                <a:ea typeface="Arial"/>
                <a:cs typeface="Arial"/>
              </a:defRPr>
            </a:lvl7pPr>
            <a:lvl8pPr algn="ctr">
              <a:defRPr sz="3150" b="1">
                <a:solidFill>
                  <a:srgbClr val="1C1C1C"/>
                </a:solidFill>
                <a:latin typeface="Arial"/>
                <a:ea typeface="Arial"/>
                <a:cs typeface="Arial"/>
              </a:defRPr>
            </a:lvl8pPr>
            <a:lvl9pPr algn="ctr">
              <a:defRPr sz="3150" b="1">
                <a:solidFill>
                  <a:srgbClr val="1C1C1C"/>
                </a:solidFill>
                <a:latin typeface="Arial"/>
                <a:ea typeface="Arial"/>
                <a:cs typeface="Arial"/>
              </a:defRPr>
            </a:lvl9pPr>
          </a:lstStyle>
          <a:p xmlns:a="http://schemas.openxmlformats.org/drawingml/2006/main">
            <a:pPr algn="ctr">
              <a:defRPr sz="3150" b="1">
                <a:solidFill>
                  <a:srgbClr val="1C1C1C"/>
                </a:solidFill>
                <a:latin typeface="Arial"/>
                <a:ea typeface="Arial"/>
                <a:cs typeface="Arial"/>
              </a:defRPr>
            </a:pPr>
            <a:r>
              <a:rPr sz="3150" b="1">
                <a:solidFill>
                  <a:srgbClr val="1C1C1C"/>
                </a:solidFill>
                <a:latin typeface="Arial"/>
                <a:ea typeface="Arial"/>
                <a:cs typeface="Arial"/>
              </a:rPr>
              <a:t>Pixels and structure answer different questions</a:t>
            </a:r>
          </a:p>
        </p:txBody>
      </p:sp>
      <p:sp>
        <p:nvSpPr>
          <p:cNvPr id="2" name="item-324">
            <a:extLst xmlns:a="http://schemas.openxmlformats.org/drawingml/2006/main">
              <a:ext uri="{FF2B5EF4-FFF2-40B4-BE49-F238E27FC236}">
                <a16:creationId xmlns:a16="http://schemas.microsoft.com/office/drawing/2014/main" id="{2AED2A41-F329-4C4B-97E3-511918817883}"/>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25">
            <a:extLst xmlns:a="http://schemas.openxmlformats.org/drawingml/2006/main">
              <a:ext uri="{FF2B5EF4-FFF2-40B4-BE49-F238E27FC236}">
                <a16:creationId xmlns:a16="http://schemas.microsoft.com/office/drawing/2014/main" id="{CD6D1694-2108-4900-97F3-48D12C825CF9}"/>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19</a:t>
            </a:r>
          </a:p>
        </p:txBody>
      </p:sp>
      <p:pic>
        <p:nvPicPr>
          <p:cNvPr id="4" name="">
            <a:extLst xmlns:a="http://schemas.openxmlformats.org/drawingml/2006/main">
              <a:ext uri="{FF2B5EF4-FFF2-40B4-BE49-F238E27FC236}">
                <a16:creationId xmlns:a16="http://schemas.microsoft.com/office/drawing/2014/main" id="{2C070425-78E8-4F10-B5A2-84A317DB803C}"/>
              </a:ext>
            </a:extLst>
          </p:cNvPr>
          <p:cNvPicPr>
            <a:picLocks xmlns:a="http://schemas.openxmlformats.org/drawingml/2006/main" noChangeAspect="1"/>
          </p:cNvPicPr>
          <p:nvPr/>
        </p:nvPicPr>
        <p:blipFill>
          <a:blip xmlns:r="http://schemas.openxmlformats.org/officeDocument/2006/relationships" xmlns:a="http://schemas.openxmlformats.org/drawingml/2006/main" r:embed="R45f270a035434619"/>
          <a:stretch xmlns:a="http://schemas.openxmlformats.org/drawingml/2006/main"/>
        </p:blipFill>
        <p:spPr>
          <a:xfrm xmlns:a="http://schemas.openxmlformats.org/drawingml/2006/main">
            <a:off x="929363" y="1704975"/>
            <a:ext cx="4704000" cy="3733800"/>
          </a:xfrm>
          <a:prstGeom xmlns:a="http://schemas.openxmlformats.org/drawingml/2006/main" prst="rect">
            <a:avLst/>
          </a:prstGeom>
        </p:spPr>
      </p:pic>
      <p:sp>
        <p:nvSpPr>
          <p:cNvPr id="5" name="item-326">
            <a:extLst xmlns:a="http://schemas.openxmlformats.org/drawingml/2006/main">
              <a:ext uri="{FF2B5EF4-FFF2-40B4-BE49-F238E27FC236}">
                <a16:creationId xmlns:a16="http://schemas.microsoft.com/office/drawing/2014/main" id="{EA965BBE-2A09-499F-8FDA-1E48F7FBEF31}"/>
              </a:ext>
            </a:extLst>
          </p:cNvPr>
          <p:cNvSpPr>
            <a:spLocks xmlns:a="http://schemas.openxmlformats.org/drawingml/2006/main" noGrp="1"/>
          </p:cNvSpPr>
          <p:nvPr/>
        </p:nvSpPr>
        <p:spPr>
          <a:xfrm xmlns:a="http://schemas.openxmlformats.org/drawingml/2006/main">
            <a:off x="6496050" y="2209800"/>
            <a:ext cx="5048250" cy="2409825"/>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6" name="item-327">
            <a:extLst xmlns:a="http://schemas.openxmlformats.org/drawingml/2006/main">
              <a:ext uri="{FF2B5EF4-FFF2-40B4-BE49-F238E27FC236}">
                <a16:creationId xmlns:a16="http://schemas.microsoft.com/office/drawing/2014/main" id="{C046E982-D8FF-4694-BF96-4EE63CCEF39A}"/>
              </a:ext>
            </a:extLst>
          </p:cNvPr>
          <p:cNvSpPr>
            <a:spLocks xmlns:a="http://schemas.openxmlformats.org/drawingml/2006/main" noGrp="1"/>
          </p:cNvSpPr>
          <p:nvPr/>
        </p:nvSpPr>
        <p:spPr>
          <a:xfrm xmlns:a="http://schemas.openxmlformats.org/drawingml/2006/main">
            <a:off x="6762750" y="2400300"/>
            <a:ext cx="45148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FFFFFF"/>
                </a:solidFill>
                <a:latin typeface="Courier New"/>
                <a:ea typeface="Courier New"/>
                <a:cs typeface="Courier New"/>
              </a:defRPr>
            </a:defPPr>
            <a:lvl1pPr algn="l">
              <a:defRPr sz="1800" b="0">
                <a:solidFill>
                  <a:srgbClr val="FFFFFF"/>
                </a:solidFill>
                <a:latin typeface="Courier New"/>
                <a:ea typeface="Courier New"/>
                <a:cs typeface="Courier New"/>
              </a:defRPr>
            </a:lvl1pPr>
            <a:lvl2pPr algn="l">
              <a:defRPr sz="1800" b="0">
                <a:solidFill>
                  <a:srgbClr val="FFFFFF"/>
                </a:solidFill>
                <a:latin typeface="Courier New"/>
                <a:ea typeface="Courier New"/>
                <a:cs typeface="Courier New"/>
              </a:defRPr>
            </a:lvl2pPr>
            <a:lvl3pPr algn="l">
              <a:defRPr sz="1800" b="0">
                <a:solidFill>
                  <a:srgbClr val="FFFFFF"/>
                </a:solidFill>
                <a:latin typeface="Courier New"/>
                <a:ea typeface="Courier New"/>
                <a:cs typeface="Courier New"/>
              </a:defRPr>
            </a:lvl3pPr>
            <a:lvl4pPr algn="l">
              <a:defRPr sz="1800" b="0">
                <a:solidFill>
                  <a:srgbClr val="FFFFFF"/>
                </a:solidFill>
                <a:latin typeface="Courier New"/>
                <a:ea typeface="Courier New"/>
                <a:cs typeface="Courier New"/>
              </a:defRPr>
            </a:lvl4pPr>
            <a:lvl5pPr algn="l">
              <a:defRPr sz="1800" b="0">
                <a:solidFill>
                  <a:srgbClr val="FFFFFF"/>
                </a:solidFill>
                <a:latin typeface="Courier New"/>
                <a:ea typeface="Courier New"/>
                <a:cs typeface="Courier New"/>
              </a:defRPr>
            </a:lvl5pPr>
            <a:lvl6pPr algn="l">
              <a:defRPr sz="1800" b="0">
                <a:solidFill>
                  <a:srgbClr val="FFFFFF"/>
                </a:solidFill>
                <a:latin typeface="Courier New"/>
                <a:ea typeface="Courier New"/>
                <a:cs typeface="Courier New"/>
              </a:defRPr>
            </a:lvl6pPr>
            <a:lvl7pPr algn="l">
              <a:defRPr sz="1800" b="0">
                <a:solidFill>
                  <a:srgbClr val="FFFFFF"/>
                </a:solidFill>
                <a:latin typeface="Courier New"/>
                <a:ea typeface="Courier New"/>
                <a:cs typeface="Courier New"/>
              </a:defRPr>
            </a:lvl7pPr>
            <a:lvl8pPr algn="l">
              <a:defRPr sz="1800" b="0">
                <a:solidFill>
                  <a:srgbClr val="FFFFFF"/>
                </a:solidFill>
                <a:latin typeface="Courier New"/>
                <a:ea typeface="Courier New"/>
                <a:cs typeface="Courier New"/>
              </a:defRPr>
            </a:lvl8pPr>
            <a:lvl9pPr algn="l">
              <a:defRPr sz="1800" b="0">
                <a:solidFill>
                  <a:srgbClr val="FFFFFF"/>
                </a:solidFill>
                <a:latin typeface="Courier New"/>
                <a:ea typeface="Courier New"/>
                <a:cs typeface="Courier New"/>
              </a:defRPr>
            </a:lvl9pPr>
          </a:lstStyle>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Heading: Check your request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Name: Alex Morgan</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Button: Submit demo request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Button: Back to edit</a:t>
            </a:r>
          </a:p>
        </p:txBody>
      </p:sp>
      <p:sp>
        <p:nvSpPr>
          <p:cNvPr id="7" name="item-328">
            <a:extLst xmlns:a="http://schemas.openxmlformats.org/drawingml/2006/main">
              <a:ext uri="{FF2B5EF4-FFF2-40B4-BE49-F238E27FC236}">
                <a16:creationId xmlns:a16="http://schemas.microsoft.com/office/drawing/2014/main" id="{3176E3DC-F318-4AAD-B83E-F553FC8A407D}"/>
              </a:ext>
            </a:extLst>
          </p:cNvPr>
          <p:cNvSpPr>
            <a:spLocks xmlns:a="http://schemas.openxmlformats.org/drawingml/2006/main" noGrp="1"/>
          </p:cNvSpPr>
          <p:nvPr/>
        </p:nvSpPr>
        <p:spPr>
          <a:xfrm xmlns:a="http://schemas.openxmlformats.org/drawingml/2006/main">
            <a:off x="619125" y="5600700"/>
            <a:ext cx="531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477BBD"/>
                </a:solidFill>
                <a:latin typeface="Arial"/>
                <a:ea typeface="Arial"/>
                <a:cs typeface="Arial"/>
              </a:defRPr>
            </a:defPPr>
            <a:lvl1pPr algn="ctr">
              <a:defRPr sz="2250" b="1">
                <a:solidFill>
                  <a:srgbClr val="477BBD"/>
                </a:solidFill>
                <a:latin typeface="Arial"/>
                <a:ea typeface="Arial"/>
                <a:cs typeface="Arial"/>
              </a:defRPr>
            </a:lvl1pPr>
            <a:lvl2pPr algn="ctr">
              <a:defRPr sz="2250" b="1">
                <a:solidFill>
                  <a:srgbClr val="477BBD"/>
                </a:solidFill>
                <a:latin typeface="Arial"/>
                <a:ea typeface="Arial"/>
                <a:cs typeface="Arial"/>
              </a:defRPr>
            </a:lvl2pPr>
            <a:lvl3pPr algn="ctr">
              <a:defRPr sz="2250" b="1">
                <a:solidFill>
                  <a:srgbClr val="477BBD"/>
                </a:solidFill>
                <a:latin typeface="Arial"/>
                <a:ea typeface="Arial"/>
                <a:cs typeface="Arial"/>
              </a:defRPr>
            </a:lvl3pPr>
            <a:lvl4pPr algn="ctr">
              <a:defRPr sz="2250" b="1">
                <a:solidFill>
                  <a:srgbClr val="477BBD"/>
                </a:solidFill>
                <a:latin typeface="Arial"/>
                <a:ea typeface="Arial"/>
                <a:cs typeface="Arial"/>
              </a:defRPr>
            </a:lvl4pPr>
            <a:lvl5pPr algn="ctr">
              <a:defRPr sz="2250" b="1">
                <a:solidFill>
                  <a:srgbClr val="477BBD"/>
                </a:solidFill>
                <a:latin typeface="Arial"/>
                <a:ea typeface="Arial"/>
                <a:cs typeface="Arial"/>
              </a:defRPr>
            </a:lvl5pPr>
            <a:lvl6pPr algn="ctr">
              <a:defRPr sz="2250" b="1">
                <a:solidFill>
                  <a:srgbClr val="477BBD"/>
                </a:solidFill>
                <a:latin typeface="Arial"/>
                <a:ea typeface="Arial"/>
                <a:cs typeface="Arial"/>
              </a:defRPr>
            </a:lvl6pPr>
            <a:lvl7pPr algn="ctr">
              <a:defRPr sz="2250" b="1">
                <a:solidFill>
                  <a:srgbClr val="477BBD"/>
                </a:solidFill>
                <a:latin typeface="Arial"/>
                <a:ea typeface="Arial"/>
                <a:cs typeface="Arial"/>
              </a:defRPr>
            </a:lvl7pPr>
            <a:lvl8pPr algn="ctr">
              <a:defRPr sz="2250" b="1">
                <a:solidFill>
                  <a:srgbClr val="477BBD"/>
                </a:solidFill>
                <a:latin typeface="Arial"/>
                <a:ea typeface="Arial"/>
                <a:cs typeface="Arial"/>
              </a:defRPr>
            </a:lvl8pPr>
            <a:lvl9pPr algn="ctr">
              <a:defRPr sz="2250" b="1">
                <a:solidFill>
                  <a:srgbClr val="477BBD"/>
                </a:solidFill>
                <a:latin typeface="Arial"/>
                <a:ea typeface="Arial"/>
                <a:cs typeface="Arial"/>
              </a:defRPr>
            </a:lvl9pPr>
          </a:lstStyle>
          <a:p xmlns:a="http://schemas.openxmlformats.org/drawingml/2006/main">
            <a:pPr algn="ctr">
              <a:defRPr sz="2250" b="1">
                <a:solidFill>
                  <a:srgbClr val="477BBD"/>
                </a:solidFill>
                <a:latin typeface="Arial"/>
                <a:ea typeface="Arial"/>
                <a:cs typeface="Arial"/>
              </a:defRPr>
            </a:pPr>
            <a:r>
              <a:rPr sz="2250" b="1">
                <a:solidFill>
                  <a:srgbClr val="477BBD"/>
                </a:solidFill>
                <a:latin typeface="Arial"/>
                <a:ea typeface="Arial"/>
                <a:cs typeface="Arial"/>
              </a:rPr>
              <a:t>What does it look like?</a:t>
            </a:r>
          </a:p>
        </p:txBody>
      </p:sp>
      <p:sp>
        <p:nvSpPr>
          <p:cNvPr id="8" name="item-329">
            <a:extLst xmlns:a="http://schemas.openxmlformats.org/drawingml/2006/main">
              <a:ext uri="{FF2B5EF4-FFF2-40B4-BE49-F238E27FC236}">
                <a16:creationId xmlns:a16="http://schemas.microsoft.com/office/drawing/2014/main" id="{11D4AC8A-7C46-4472-AFE7-F7240DFD2F44}"/>
              </a:ext>
            </a:extLst>
          </p:cNvPr>
          <p:cNvSpPr>
            <a:spLocks xmlns:a="http://schemas.openxmlformats.org/drawingml/2006/main" noGrp="1"/>
          </p:cNvSpPr>
          <p:nvPr/>
        </p:nvSpPr>
        <p:spPr>
          <a:xfrm xmlns:a="http://schemas.openxmlformats.org/drawingml/2006/main">
            <a:off x="6429375" y="56007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8872B3"/>
                </a:solidFill>
                <a:latin typeface="Arial"/>
                <a:ea typeface="Arial"/>
                <a:cs typeface="Arial"/>
              </a:defRPr>
            </a:defPPr>
            <a:lvl1pPr algn="ctr">
              <a:defRPr sz="2250" b="1">
                <a:solidFill>
                  <a:srgbClr val="8872B3"/>
                </a:solidFill>
                <a:latin typeface="Arial"/>
                <a:ea typeface="Arial"/>
                <a:cs typeface="Arial"/>
              </a:defRPr>
            </a:lvl1pPr>
            <a:lvl2pPr algn="ctr">
              <a:defRPr sz="2250" b="1">
                <a:solidFill>
                  <a:srgbClr val="8872B3"/>
                </a:solidFill>
                <a:latin typeface="Arial"/>
                <a:ea typeface="Arial"/>
                <a:cs typeface="Arial"/>
              </a:defRPr>
            </a:lvl2pPr>
            <a:lvl3pPr algn="ctr">
              <a:defRPr sz="2250" b="1">
                <a:solidFill>
                  <a:srgbClr val="8872B3"/>
                </a:solidFill>
                <a:latin typeface="Arial"/>
                <a:ea typeface="Arial"/>
                <a:cs typeface="Arial"/>
              </a:defRPr>
            </a:lvl3pPr>
            <a:lvl4pPr algn="ctr">
              <a:defRPr sz="2250" b="1">
                <a:solidFill>
                  <a:srgbClr val="8872B3"/>
                </a:solidFill>
                <a:latin typeface="Arial"/>
                <a:ea typeface="Arial"/>
                <a:cs typeface="Arial"/>
              </a:defRPr>
            </a:lvl4pPr>
            <a:lvl5pPr algn="ctr">
              <a:defRPr sz="2250" b="1">
                <a:solidFill>
                  <a:srgbClr val="8872B3"/>
                </a:solidFill>
                <a:latin typeface="Arial"/>
                <a:ea typeface="Arial"/>
                <a:cs typeface="Arial"/>
              </a:defRPr>
            </a:lvl5pPr>
            <a:lvl6pPr algn="ctr">
              <a:defRPr sz="2250" b="1">
                <a:solidFill>
                  <a:srgbClr val="8872B3"/>
                </a:solidFill>
                <a:latin typeface="Arial"/>
                <a:ea typeface="Arial"/>
                <a:cs typeface="Arial"/>
              </a:defRPr>
            </a:lvl6pPr>
            <a:lvl7pPr algn="ctr">
              <a:defRPr sz="2250" b="1">
                <a:solidFill>
                  <a:srgbClr val="8872B3"/>
                </a:solidFill>
                <a:latin typeface="Arial"/>
                <a:ea typeface="Arial"/>
                <a:cs typeface="Arial"/>
              </a:defRPr>
            </a:lvl7pPr>
            <a:lvl8pPr algn="ctr">
              <a:defRPr sz="2250" b="1">
                <a:solidFill>
                  <a:srgbClr val="8872B3"/>
                </a:solidFill>
                <a:latin typeface="Arial"/>
                <a:ea typeface="Arial"/>
                <a:cs typeface="Arial"/>
              </a:defRPr>
            </a:lvl8pPr>
            <a:lvl9pPr algn="ctr">
              <a:defRPr sz="2250" b="1">
                <a:solidFill>
                  <a:srgbClr val="8872B3"/>
                </a:solidFill>
                <a:latin typeface="Arial"/>
                <a:ea typeface="Arial"/>
                <a:cs typeface="Arial"/>
              </a:defRPr>
            </a:lvl9pPr>
          </a:lstStyle>
          <a:p xmlns:a="http://schemas.openxmlformats.org/drawingml/2006/main">
            <a:pPr algn="ctr">
              <a:defRPr sz="2250" b="1">
                <a:solidFill>
                  <a:srgbClr val="8872B3"/>
                </a:solidFill>
                <a:latin typeface="Arial"/>
                <a:ea typeface="Arial"/>
                <a:cs typeface="Arial"/>
              </a:defRPr>
            </a:pPr>
            <a:r>
              <a:rPr sz="2250" b="1">
                <a:solidFill>
                  <a:srgbClr val="8872B3"/>
                </a:solidFill>
                <a:latin typeface="Arial"/>
                <a:ea typeface="Arial"/>
                <a:cs typeface="Arial"/>
              </a:rPr>
              <a:t>What controls are exposed?</a:t>
            </a:r>
          </a:p>
        </p:txBody>
      </p:sp>
    </p:spTree>
    <p:extLst>
      <p:ext uri="{BB962C8B-B14F-4D97-AF65-F5344CB8AC3E}">
        <p14:creationId xmlns:p14="http://schemas.microsoft.com/office/powerpoint/2010/main" val="1466089386"/>
      </p:ext>
    </p:extLst>
  </p:cSld>
</p:sld>
</file>

<file path=ppt/slides/slide2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item-330">
            <a:extLst xmlns:a="http://schemas.openxmlformats.org/drawingml/2006/main">
              <a:ext uri="{FF2B5EF4-FFF2-40B4-BE49-F238E27FC236}">
                <a16:creationId xmlns:a16="http://schemas.microsoft.com/office/drawing/2014/main" id="{94AE1691-BBE3-49F6-B33D-7B73E6D40D57}"/>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 screenshot is a view of one moment</a:t>
            </a:r>
          </a:p>
        </p:txBody>
      </p:sp>
      <p:sp>
        <p:nvSpPr>
          <p:cNvPr id="2" name="item-331">
            <a:extLst xmlns:a="http://schemas.openxmlformats.org/drawingml/2006/main">
              <a:ext uri="{FF2B5EF4-FFF2-40B4-BE49-F238E27FC236}">
                <a16:creationId xmlns:a16="http://schemas.microsoft.com/office/drawing/2014/main" id="{86807A7D-27EF-4DBC-BA51-FF692A55F665}"/>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32">
            <a:extLst xmlns:a="http://schemas.openxmlformats.org/drawingml/2006/main">
              <a:ext uri="{FF2B5EF4-FFF2-40B4-BE49-F238E27FC236}">
                <a16:creationId xmlns:a16="http://schemas.microsoft.com/office/drawing/2014/main" id="{A9A20B3C-AA30-4407-ACAA-85443296846B}"/>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20</a:t>
            </a:r>
          </a:p>
        </p:txBody>
      </p:sp>
      <p:pic>
        <p:nvPicPr>
          <p:cNvPr id="4" name="">
            <a:extLst xmlns:a="http://schemas.openxmlformats.org/drawingml/2006/main">
              <a:ext uri="{FF2B5EF4-FFF2-40B4-BE49-F238E27FC236}">
                <a16:creationId xmlns:a16="http://schemas.microsoft.com/office/drawing/2014/main" id="{FE80415F-1BEC-420A-86B8-67414DC25786}"/>
              </a:ext>
            </a:extLst>
          </p:cNvPr>
          <p:cNvPicPr>
            <a:picLocks xmlns:a="http://schemas.openxmlformats.org/drawingml/2006/main" noChangeAspect="1"/>
          </p:cNvPicPr>
          <p:nvPr/>
        </p:nvPicPr>
        <p:blipFill>
          <a:blip xmlns:r="http://schemas.openxmlformats.org/officeDocument/2006/relationships" xmlns:a="http://schemas.openxmlformats.org/drawingml/2006/main" r:embed="R1f9ba6caae9d4188"/>
          <a:stretch xmlns:a="http://schemas.openxmlformats.org/drawingml/2006/main"/>
        </p:blipFill>
        <p:spPr>
          <a:xfrm xmlns:a="http://schemas.openxmlformats.org/drawingml/2006/main">
            <a:off x="666750" y="1687711"/>
            <a:ext cx="7410450" cy="4168378"/>
          </a:xfrm>
          <a:prstGeom xmlns:a="http://schemas.openxmlformats.org/drawingml/2006/main" prst="rect">
            <a:avLst/>
          </a:prstGeom>
        </p:spPr>
      </p:pic>
      <p:sp>
        <p:nvSpPr>
          <p:cNvPr id="5" name="item-333">
            <a:extLst xmlns:a="http://schemas.openxmlformats.org/drawingml/2006/main">
              <a:ext uri="{FF2B5EF4-FFF2-40B4-BE49-F238E27FC236}">
                <a16:creationId xmlns:a16="http://schemas.microsoft.com/office/drawing/2014/main" id="{B40AB8E9-813C-4A4F-BA6C-663E93EC1545}"/>
              </a:ext>
            </a:extLst>
          </p:cNvPr>
          <p:cNvSpPr>
            <a:spLocks xmlns:a="http://schemas.openxmlformats.org/drawingml/2006/main" noGrp="1"/>
          </p:cNvSpPr>
          <p:nvPr/>
        </p:nvSpPr>
        <p:spPr>
          <a:xfrm xmlns:a="http://schemas.openxmlformats.org/drawingml/2006/main">
            <a:off x="8572500" y="176212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477BBD"/>
                </a:solidFill>
                <a:latin typeface="Arial"/>
                <a:ea typeface="Arial"/>
                <a:cs typeface="Arial"/>
              </a:defRPr>
            </a:defPPr>
            <a:lvl1pPr algn="l">
              <a:defRPr sz="2325" b="1">
                <a:solidFill>
                  <a:srgbClr val="477BBD"/>
                </a:solidFill>
                <a:latin typeface="Arial"/>
                <a:ea typeface="Arial"/>
                <a:cs typeface="Arial"/>
              </a:defRPr>
            </a:lvl1pPr>
            <a:lvl2pPr algn="l">
              <a:defRPr sz="2325" b="1">
                <a:solidFill>
                  <a:srgbClr val="477BBD"/>
                </a:solidFill>
                <a:latin typeface="Arial"/>
                <a:ea typeface="Arial"/>
                <a:cs typeface="Arial"/>
              </a:defRPr>
            </a:lvl2pPr>
            <a:lvl3pPr algn="l">
              <a:defRPr sz="2325" b="1">
                <a:solidFill>
                  <a:srgbClr val="477BBD"/>
                </a:solidFill>
                <a:latin typeface="Arial"/>
                <a:ea typeface="Arial"/>
                <a:cs typeface="Arial"/>
              </a:defRPr>
            </a:lvl3pPr>
            <a:lvl4pPr algn="l">
              <a:defRPr sz="2325" b="1">
                <a:solidFill>
                  <a:srgbClr val="477BBD"/>
                </a:solidFill>
                <a:latin typeface="Arial"/>
                <a:ea typeface="Arial"/>
                <a:cs typeface="Arial"/>
              </a:defRPr>
            </a:lvl4pPr>
            <a:lvl5pPr algn="l">
              <a:defRPr sz="2325" b="1">
                <a:solidFill>
                  <a:srgbClr val="477BBD"/>
                </a:solidFill>
                <a:latin typeface="Arial"/>
                <a:ea typeface="Arial"/>
                <a:cs typeface="Arial"/>
              </a:defRPr>
            </a:lvl5pPr>
            <a:lvl6pPr algn="l">
              <a:defRPr sz="2325" b="1">
                <a:solidFill>
                  <a:srgbClr val="477BBD"/>
                </a:solidFill>
                <a:latin typeface="Arial"/>
                <a:ea typeface="Arial"/>
                <a:cs typeface="Arial"/>
              </a:defRPr>
            </a:lvl6pPr>
            <a:lvl7pPr algn="l">
              <a:defRPr sz="2325" b="1">
                <a:solidFill>
                  <a:srgbClr val="477BBD"/>
                </a:solidFill>
                <a:latin typeface="Arial"/>
                <a:ea typeface="Arial"/>
                <a:cs typeface="Arial"/>
              </a:defRPr>
            </a:lvl7pPr>
            <a:lvl8pPr algn="l">
              <a:defRPr sz="2325" b="1">
                <a:solidFill>
                  <a:srgbClr val="477BBD"/>
                </a:solidFill>
                <a:latin typeface="Arial"/>
                <a:ea typeface="Arial"/>
                <a:cs typeface="Arial"/>
              </a:defRPr>
            </a:lvl8pPr>
            <a:lvl9pPr algn="l">
              <a:defRPr sz="2325" b="1">
                <a:solidFill>
                  <a:srgbClr val="477BBD"/>
                </a:solidFill>
                <a:latin typeface="Arial"/>
                <a:ea typeface="Arial"/>
                <a:cs typeface="Arial"/>
              </a:defRPr>
            </a:lvl9pPr>
          </a:lstStyle>
          <a:p xmlns:a="http://schemas.openxmlformats.org/drawingml/2006/main">
            <a:pPr algn="l">
              <a:defRPr sz="2325" b="1">
                <a:solidFill>
                  <a:srgbClr val="477BBD"/>
                </a:solidFill>
                <a:latin typeface="Arial"/>
                <a:ea typeface="Arial"/>
                <a:cs typeface="Arial"/>
              </a:defRPr>
            </a:pPr>
            <a:r>
              <a:rPr sz="2325" b="1">
                <a:solidFill>
                  <a:srgbClr val="477BBD"/>
                </a:solidFill>
                <a:latin typeface="Arial"/>
                <a:ea typeface="Arial"/>
                <a:cs typeface="Arial"/>
              </a:rPr>
              <a:t>It can show</a:t>
            </a:r>
          </a:p>
        </p:txBody>
      </p:sp>
      <p:sp>
        <p:nvSpPr>
          <p:cNvPr id="6" name="item-334">
            <a:extLst xmlns:a="http://schemas.openxmlformats.org/drawingml/2006/main">
              <a:ext uri="{FF2B5EF4-FFF2-40B4-BE49-F238E27FC236}">
                <a16:creationId xmlns:a16="http://schemas.microsoft.com/office/drawing/2014/main" id="{9B4DDC0F-9176-4CD7-AFD0-3B296A803D24}"/>
              </a:ext>
            </a:extLst>
          </p:cNvPr>
          <p:cNvSpPr>
            <a:spLocks xmlns:a="http://schemas.openxmlformats.org/drawingml/2006/main" noGrp="1"/>
          </p:cNvSpPr>
          <p:nvPr/>
        </p:nvSpPr>
        <p:spPr>
          <a:xfrm xmlns:a="http://schemas.openxmlformats.org/drawingml/2006/main">
            <a:off x="8572500" y="2543175"/>
            <a:ext cx="2952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152D46"/>
                </a:solidFill>
                <a:latin typeface="Arial"/>
                <a:ea typeface="Arial"/>
                <a:cs typeface="Arial"/>
              </a:defRPr>
            </a:defPPr>
            <a:lvl1pPr algn="l">
              <a:defRPr sz="2100" b="0">
                <a:solidFill>
                  <a:srgbClr val="152D46"/>
                </a:solidFill>
                <a:latin typeface="Arial"/>
                <a:ea typeface="Arial"/>
                <a:cs typeface="Arial"/>
              </a:defRPr>
            </a:lvl1pPr>
            <a:lvl2pPr algn="l">
              <a:defRPr sz="2100" b="0">
                <a:solidFill>
                  <a:srgbClr val="152D46"/>
                </a:solidFill>
                <a:latin typeface="Arial"/>
                <a:ea typeface="Arial"/>
                <a:cs typeface="Arial"/>
              </a:defRPr>
            </a:lvl2pPr>
            <a:lvl3pPr algn="l">
              <a:defRPr sz="2100" b="0">
                <a:solidFill>
                  <a:srgbClr val="152D46"/>
                </a:solidFill>
                <a:latin typeface="Arial"/>
                <a:ea typeface="Arial"/>
                <a:cs typeface="Arial"/>
              </a:defRPr>
            </a:lvl3pPr>
            <a:lvl4pPr algn="l">
              <a:defRPr sz="2100" b="0">
                <a:solidFill>
                  <a:srgbClr val="152D46"/>
                </a:solidFill>
                <a:latin typeface="Arial"/>
                <a:ea typeface="Arial"/>
                <a:cs typeface="Arial"/>
              </a:defRPr>
            </a:lvl4pPr>
            <a:lvl5pPr algn="l">
              <a:defRPr sz="2100" b="0">
                <a:solidFill>
                  <a:srgbClr val="152D46"/>
                </a:solidFill>
                <a:latin typeface="Arial"/>
                <a:ea typeface="Arial"/>
                <a:cs typeface="Arial"/>
              </a:defRPr>
            </a:lvl5pPr>
            <a:lvl6pPr algn="l">
              <a:defRPr sz="2100" b="0">
                <a:solidFill>
                  <a:srgbClr val="152D46"/>
                </a:solidFill>
                <a:latin typeface="Arial"/>
                <a:ea typeface="Arial"/>
                <a:cs typeface="Arial"/>
              </a:defRPr>
            </a:lvl6pPr>
            <a:lvl7pPr algn="l">
              <a:defRPr sz="2100" b="0">
                <a:solidFill>
                  <a:srgbClr val="152D46"/>
                </a:solidFill>
                <a:latin typeface="Arial"/>
                <a:ea typeface="Arial"/>
                <a:cs typeface="Arial"/>
              </a:defRPr>
            </a:lvl7pPr>
            <a:lvl8pPr algn="l">
              <a:defRPr sz="2100" b="0">
                <a:solidFill>
                  <a:srgbClr val="152D46"/>
                </a:solidFill>
                <a:latin typeface="Arial"/>
                <a:ea typeface="Arial"/>
                <a:cs typeface="Arial"/>
              </a:defRPr>
            </a:lvl8pPr>
            <a:lvl9pPr algn="l">
              <a:defRPr sz="2100" b="0">
                <a:solidFill>
                  <a:srgbClr val="152D46"/>
                </a:solidFill>
                <a:latin typeface="Arial"/>
                <a:ea typeface="Arial"/>
                <a:cs typeface="Arial"/>
              </a:defRPr>
            </a:lvl9pPr>
          </a:lstStyle>
          <a:p xmlns:a="http://schemas.openxmlformats.org/drawingml/2006/main">
            <a:pPr algn="l">
              <a:defRPr sz="2100" b="0">
                <a:solidFill>
                  <a:srgbClr val="152D46"/>
                </a:solidFill>
                <a:latin typeface="Arial"/>
                <a:ea typeface="Arial"/>
                <a:cs typeface="Arial"/>
              </a:defRPr>
            </a:pPr>
            <a:r>
              <a:rPr sz="2100" b="0">
                <a:solidFill>
                  <a:srgbClr val="152D46"/>
                </a:solidFill>
                <a:latin typeface="Arial"/>
                <a:ea typeface="Arial"/>
                <a:cs typeface="Arial"/>
              </a:rPr>
              <a:t>Visible text</a:t>
            </a:r>
          </a:p>
          <a:p xmlns:a="http://schemas.openxmlformats.org/drawingml/2006/main">
            <a:pPr algn="l">
              <a:defRPr sz="2100" b="0">
                <a:solidFill>
                  <a:srgbClr val="152D46"/>
                </a:solidFill>
                <a:latin typeface="Arial"/>
                <a:ea typeface="Arial"/>
                <a:cs typeface="Arial"/>
              </a:defRPr>
            </a:pPr>
            <a:r>
              <a:rPr sz="2100" b="0">
                <a:solidFill>
                  <a:srgbClr val="152D46"/>
                </a:solidFill>
                <a:latin typeface="Arial"/>
                <a:ea typeface="Arial"/>
                <a:cs typeface="Arial"/>
              </a:rPr>
              <a:t>Layout</a:t>
            </a:r>
          </a:p>
          <a:p xmlns:a="http://schemas.openxmlformats.org/drawingml/2006/main">
            <a:pPr algn="l">
              <a:defRPr sz="2100" b="0">
                <a:solidFill>
                  <a:srgbClr val="152D46"/>
                </a:solidFill>
                <a:latin typeface="Arial"/>
                <a:ea typeface="Arial"/>
                <a:cs typeface="Arial"/>
              </a:defRPr>
            </a:pPr>
            <a:r>
              <a:rPr sz="2100" b="0">
                <a:solidFill>
                  <a:srgbClr val="152D46"/>
                </a:solidFill>
                <a:latin typeface="Arial"/>
                <a:ea typeface="Arial"/>
                <a:cs typeface="Arial"/>
              </a:rPr>
              <a:t>An open dialog</a:t>
            </a:r>
          </a:p>
        </p:txBody>
      </p:sp>
      <p:sp>
        <p:nvSpPr>
          <p:cNvPr id="7" name="item-335">
            <a:extLst xmlns:a="http://schemas.openxmlformats.org/drawingml/2006/main">
              <a:ext uri="{FF2B5EF4-FFF2-40B4-BE49-F238E27FC236}">
                <a16:creationId xmlns:a16="http://schemas.microsoft.com/office/drawing/2014/main" id="{B4D28D59-B2B1-4157-9602-E653D7F56022}"/>
              </a:ext>
            </a:extLst>
          </p:cNvPr>
          <p:cNvSpPr>
            <a:spLocks xmlns:a="http://schemas.openxmlformats.org/drawingml/2006/main" noGrp="1"/>
          </p:cNvSpPr>
          <p:nvPr/>
        </p:nvSpPr>
        <p:spPr>
          <a:xfrm xmlns:a="http://schemas.openxmlformats.org/drawingml/2006/main">
            <a:off x="8572500" y="4219575"/>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C75247"/>
                </a:solidFill>
                <a:latin typeface="Arial"/>
                <a:ea typeface="Arial"/>
                <a:cs typeface="Arial"/>
              </a:defRPr>
            </a:defPPr>
            <a:lvl1pPr algn="l">
              <a:defRPr sz="2175" b="1">
                <a:solidFill>
                  <a:srgbClr val="C75247"/>
                </a:solidFill>
                <a:latin typeface="Arial"/>
                <a:ea typeface="Arial"/>
                <a:cs typeface="Arial"/>
              </a:defRPr>
            </a:lvl1pPr>
            <a:lvl2pPr algn="l">
              <a:defRPr sz="2175" b="1">
                <a:solidFill>
                  <a:srgbClr val="C75247"/>
                </a:solidFill>
                <a:latin typeface="Arial"/>
                <a:ea typeface="Arial"/>
                <a:cs typeface="Arial"/>
              </a:defRPr>
            </a:lvl2pPr>
            <a:lvl3pPr algn="l">
              <a:defRPr sz="2175" b="1">
                <a:solidFill>
                  <a:srgbClr val="C75247"/>
                </a:solidFill>
                <a:latin typeface="Arial"/>
                <a:ea typeface="Arial"/>
                <a:cs typeface="Arial"/>
              </a:defRPr>
            </a:lvl3pPr>
            <a:lvl4pPr algn="l">
              <a:defRPr sz="2175" b="1">
                <a:solidFill>
                  <a:srgbClr val="C75247"/>
                </a:solidFill>
                <a:latin typeface="Arial"/>
                <a:ea typeface="Arial"/>
                <a:cs typeface="Arial"/>
              </a:defRPr>
            </a:lvl4pPr>
            <a:lvl5pPr algn="l">
              <a:defRPr sz="2175" b="1">
                <a:solidFill>
                  <a:srgbClr val="C75247"/>
                </a:solidFill>
                <a:latin typeface="Arial"/>
                <a:ea typeface="Arial"/>
                <a:cs typeface="Arial"/>
              </a:defRPr>
            </a:lvl5pPr>
            <a:lvl6pPr algn="l">
              <a:defRPr sz="2175" b="1">
                <a:solidFill>
                  <a:srgbClr val="C75247"/>
                </a:solidFill>
                <a:latin typeface="Arial"/>
                <a:ea typeface="Arial"/>
                <a:cs typeface="Arial"/>
              </a:defRPr>
            </a:lvl6pPr>
            <a:lvl7pPr algn="l">
              <a:defRPr sz="2175" b="1">
                <a:solidFill>
                  <a:srgbClr val="C75247"/>
                </a:solidFill>
                <a:latin typeface="Arial"/>
                <a:ea typeface="Arial"/>
                <a:cs typeface="Arial"/>
              </a:defRPr>
            </a:lvl7pPr>
            <a:lvl8pPr algn="l">
              <a:defRPr sz="2175" b="1">
                <a:solidFill>
                  <a:srgbClr val="C75247"/>
                </a:solidFill>
                <a:latin typeface="Arial"/>
                <a:ea typeface="Arial"/>
                <a:cs typeface="Arial"/>
              </a:defRPr>
            </a:lvl8pPr>
            <a:lvl9pPr algn="l">
              <a:defRPr sz="2175" b="1">
                <a:solidFill>
                  <a:srgbClr val="C75247"/>
                </a:solidFill>
                <a:latin typeface="Arial"/>
                <a:ea typeface="Arial"/>
                <a:cs typeface="Arial"/>
              </a:defRPr>
            </a:lvl9pPr>
          </a:lstStyle>
          <a:p xmlns:a="http://schemas.openxmlformats.org/drawingml/2006/main">
            <a:pPr algn="l">
              <a:defRPr sz="2175" b="1">
                <a:solidFill>
                  <a:srgbClr val="C75247"/>
                </a:solidFill>
                <a:latin typeface="Arial"/>
                <a:ea typeface="Arial"/>
                <a:cs typeface="Arial"/>
              </a:defRPr>
            </a:pPr>
            <a:r>
              <a:rPr sz="2175" b="1">
                <a:solidFill>
                  <a:srgbClr val="C75247"/>
                </a:solidFill>
                <a:latin typeface="Arial"/>
                <a:ea typeface="Arial"/>
                <a:cs typeface="Arial"/>
              </a:rPr>
              <a:t>It cannot establish</a:t>
            </a:r>
          </a:p>
        </p:txBody>
      </p:sp>
      <p:sp>
        <p:nvSpPr>
          <p:cNvPr id="8" name="item-336">
            <a:extLst xmlns:a="http://schemas.openxmlformats.org/drawingml/2006/main">
              <a:ext uri="{FF2B5EF4-FFF2-40B4-BE49-F238E27FC236}">
                <a16:creationId xmlns:a16="http://schemas.microsoft.com/office/drawing/2014/main" id="{B2CFB05B-D6D7-456B-9612-8AF0C9C0147D}"/>
              </a:ext>
            </a:extLst>
          </p:cNvPr>
          <p:cNvSpPr>
            <a:spLocks xmlns:a="http://schemas.openxmlformats.org/drawingml/2006/main" noGrp="1"/>
          </p:cNvSpPr>
          <p:nvPr/>
        </p:nvSpPr>
        <p:spPr>
          <a:xfrm xmlns:a="http://schemas.openxmlformats.org/drawingml/2006/main">
            <a:off x="8572500" y="4914900"/>
            <a:ext cx="2952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152D46"/>
                </a:solidFill>
                <a:latin typeface="Arial"/>
                <a:ea typeface="Arial"/>
                <a:cs typeface="Arial"/>
              </a:defRPr>
            </a:defPPr>
            <a:lvl1pPr algn="l">
              <a:defRPr sz="1950" b="0">
                <a:solidFill>
                  <a:srgbClr val="152D46"/>
                </a:solidFill>
                <a:latin typeface="Arial"/>
                <a:ea typeface="Arial"/>
                <a:cs typeface="Arial"/>
              </a:defRPr>
            </a:lvl1pPr>
            <a:lvl2pPr algn="l">
              <a:defRPr sz="1950" b="0">
                <a:solidFill>
                  <a:srgbClr val="152D46"/>
                </a:solidFill>
                <a:latin typeface="Arial"/>
                <a:ea typeface="Arial"/>
                <a:cs typeface="Arial"/>
              </a:defRPr>
            </a:lvl2pPr>
            <a:lvl3pPr algn="l">
              <a:defRPr sz="1950" b="0">
                <a:solidFill>
                  <a:srgbClr val="152D46"/>
                </a:solidFill>
                <a:latin typeface="Arial"/>
                <a:ea typeface="Arial"/>
                <a:cs typeface="Arial"/>
              </a:defRPr>
            </a:lvl3pPr>
            <a:lvl4pPr algn="l">
              <a:defRPr sz="1950" b="0">
                <a:solidFill>
                  <a:srgbClr val="152D46"/>
                </a:solidFill>
                <a:latin typeface="Arial"/>
                <a:ea typeface="Arial"/>
                <a:cs typeface="Arial"/>
              </a:defRPr>
            </a:lvl4pPr>
            <a:lvl5pPr algn="l">
              <a:defRPr sz="1950" b="0">
                <a:solidFill>
                  <a:srgbClr val="152D46"/>
                </a:solidFill>
                <a:latin typeface="Arial"/>
                <a:ea typeface="Arial"/>
                <a:cs typeface="Arial"/>
              </a:defRPr>
            </a:lvl5pPr>
            <a:lvl6pPr algn="l">
              <a:defRPr sz="1950" b="0">
                <a:solidFill>
                  <a:srgbClr val="152D46"/>
                </a:solidFill>
                <a:latin typeface="Arial"/>
                <a:ea typeface="Arial"/>
                <a:cs typeface="Arial"/>
              </a:defRPr>
            </a:lvl6pPr>
            <a:lvl7pPr algn="l">
              <a:defRPr sz="1950" b="0">
                <a:solidFill>
                  <a:srgbClr val="152D46"/>
                </a:solidFill>
                <a:latin typeface="Arial"/>
                <a:ea typeface="Arial"/>
                <a:cs typeface="Arial"/>
              </a:defRPr>
            </a:lvl7pPr>
            <a:lvl8pPr algn="l">
              <a:defRPr sz="1950" b="0">
                <a:solidFill>
                  <a:srgbClr val="152D46"/>
                </a:solidFill>
                <a:latin typeface="Arial"/>
                <a:ea typeface="Arial"/>
                <a:cs typeface="Arial"/>
              </a:defRPr>
            </a:lvl8pPr>
            <a:lvl9pPr algn="l">
              <a:defRPr sz="1950" b="0">
                <a:solidFill>
                  <a:srgbClr val="152D46"/>
                </a:solidFill>
                <a:latin typeface="Arial"/>
                <a:ea typeface="Arial"/>
                <a:cs typeface="Arial"/>
              </a:defRPr>
            </a:lvl9pPr>
          </a:lstStyle>
          <a:p xmlns:a="http://schemas.openxmlformats.org/drawingml/2006/main">
            <a:pPr algn="l">
              <a:defRPr sz="1950" b="0">
                <a:solidFill>
                  <a:srgbClr val="152D46"/>
                </a:solidFill>
                <a:latin typeface="Arial"/>
                <a:ea typeface="Arial"/>
                <a:cs typeface="Arial"/>
              </a:defRPr>
            </a:pPr>
            <a:r>
              <a:rPr sz="1950" b="0">
                <a:solidFill>
                  <a:srgbClr val="152D46"/>
                </a:solidFill>
                <a:latin typeface="Arial"/>
                <a:ea typeface="Arial"/>
                <a:cs typeface="Arial"/>
              </a:rPr>
              <a:t>Off-screen content</a:t>
            </a:r>
          </a:p>
          <a:p xmlns:a="http://schemas.openxmlformats.org/drawingml/2006/main">
            <a:pPr algn="l">
              <a:defRPr sz="1950" b="0">
                <a:solidFill>
                  <a:srgbClr val="152D46"/>
                </a:solidFill>
                <a:latin typeface="Arial"/>
                <a:ea typeface="Arial"/>
                <a:cs typeface="Arial"/>
              </a:defRPr>
            </a:pPr>
            <a:r>
              <a:rPr sz="1950" b="0">
                <a:solidFill>
                  <a:srgbClr val="152D46"/>
                </a:solidFill>
                <a:latin typeface="Arial"/>
                <a:ea typeface="Arial"/>
                <a:cs typeface="Arial"/>
              </a:rPr>
              <a:t>Hidden data</a:t>
            </a:r>
          </a:p>
          <a:p xmlns:a="http://schemas.openxmlformats.org/drawingml/2006/main">
            <a:pPr algn="l">
              <a:defRPr sz="1950" b="0">
                <a:solidFill>
                  <a:srgbClr val="152D46"/>
                </a:solidFill>
                <a:latin typeface="Arial"/>
                <a:ea typeface="Arial"/>
                <a:cs typeface="Arial"/>
              </a:defRPr>
            </a:pPr>
            <a:r>
              <a:rPr sz="1950" b="0">
                <a:solidFill>
                  <a:srgbClr val="152D46"/>
                </a:solidFill>
                <a:latin typeface="Arial"/>
                <a:ea typeface="Arial"/>
                <a:cs typeface="Arial"/>
              </a:rPr>
              <a:t>Whether a save persisted</a:t>
            </a:r>
          </a:p>
        </p:txBody>
      </p:sp>
    </p:spTree>
    <p:extLst>
      <p:ext uri="{BB962C8B-B14F-4D97-AF65-F5344CB8AC3E}">
        <p14:creationId xmlns:p14="http://schemas.microsoft.com/office/powerpoint/2010/main" val="463920567"/>
      </p:ext>
    </p:extLst>
  </p:cSld>
</p:sld>
</file>

<file path=ppt/slides/slide2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item-337">
            <a:extLst xmlns:a="http://schemas.openxmlformats.org/drawingml/2006/main">
              <a:ext uri="{FF2B5EF4-FFF2-40B4-BE49-F238E27FC236}">
                <a16:creationId xmlns:a16="http://schemas.microsoft.com/office/drawing/2014/main" id="{FD6B35C9-A00B-4474-B216-CAA7B2F362DF}"/>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structure behind a screen</a:t>
            </a:r>
          </a:p>
        </p:txBody>
      </p:sp>
      <p:sp>
        <p:nvSpPr>
          <p:cNvPr id="2" name="item-338">
            <a:extLst xmlns:a="http://schemas.openxmlformats.org/drawingml/2006/main">
              <a:ext uri="{FF2B5EF4-FFF2-40B4-BE49-F238E27FC236}">
                <a16:creationId xmlns:a16="http://schemas.microsoft.com/office/drawing/2014/main" id="{2DA865A4-4C07-450C-8AEE-113EF7E4662A}"/>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39">
            <a:extLst xmlns:a="http://schemas.openxmlformats.org/drawingml/2006/main">
              <a:ext uri="{FF2B5EF4-FFF2-40B4-BE49-F238E27FC236}">
                <a16:creationId xmlns:a16="http://schemas.microsoft.com/office/drawing/2014/main" id="{158777BF-2CF9-4629-B29F-F8EE23C27512}"/>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21</a:t>
            </a:r>
          </a:p>
        </p:txBody>
      </p:sp>
      <p:sp>
        <p:nvSpPr>
          <p:cNvPr id="4" name="item-340">
            <a:extLst xmlns:a="http://schemas.openxmlformats.org/drawingml/2006/main">
              <a:ext uri="{FF2B5EF4-FFF2-40B4-BE49-F238E27FC236}">
                <a16:creationId xmlns:a16="http://schemas.microsoft.com/office/drawing/2014/main" id="{5CF87EAB-8ADF-46AC-A604-C26D6A4B7F05}"/>
              </a:ext>
            </a:extLst>
          </p:cNvPr>
          <p:cNvSpPr>
            <a:spLocks xmlns:a="http://schemas.openxmlformats.org/drawingml/2006/main" noGrp="1"/>
          </p:cNvSpPr>
          <p:nvPr/>
        </p:nvSpPr>
        <p:spPr>
          <a:xfrm xmlns:a="http://schemas.openxmlformats.org/drawingml/2006/main">
            <a:off x="742950" y="2305050"/>
            <a:ext cx="46482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9050">
            <a:solidFill>
              <a:srgbClr val="477BBD"/>
            </a:solidFill>
          </a:ln>
        </p:spPr>
      </p:sp>
      <p:sp>
        <p:nvSpPr>
          <p:cNvPr id="5" name="item-341">
            <a:extLst xmlns:a="http://schemas.openxmlformats.org/drawingml/2006/main">
              <a:ext uri="{FF2B5EF4-FFF2-40B4-BE49-F238E27FC236}">
                <a16:creationId xmlns:a16="http://schemas.microsoft.com/office/drawing/2014/main" id="{5A4B1633-A9FA-4D45-BF14-255BA1C46A67}"/>
              </a:ext>
            </a:extLst>
          </p:cNvPr>
          <p:cNvSpPr>
            <a:spLocks xmlns:a="http://schemas.openxmlformats.org/drawingml/2006/main" noGrp="1"/>
          </p:cNvSpPr>
          <p:nvPr/>
        </p:nvSpPr>
        <p:spPr>
          <a:xfrm xmlns:a="http://schemas.openxmlformats.org/drawingml/2006/main">
            <a:off x="857250" y="2438400"/>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DOM</a:t>
            </a:r>
          </a:p>
        </p:txBody>
      </p:sp>
      <p:sp>
        <p:nvSpPr>
          <p:cNvPr id="6" name="item-342">
            <a:extLst xmlns:a="http://schemas.openxmlformats.org/drawingml/2006/main">
              <a:ext uri="{FF2B5EF4-FFF2-40B4-BE49-F238E27FC236}">
                <a16:creationId xmlns:a16="http://schemas.microsoft.com/office/drawing/2014/main" id="{CC5E0E83-B929-4345-99BE-CBF943C40961}"/>
              </a:ext>
            </a:extLst>
          </p:cNvPr>
          <p:cNvSpPr>
            <a:spLocks xmlns:a="http://schemas.openxmlformats.org/drawingml/2006/main" noGrp="1"/>
          </p:cNvSpPr>
          <p:nvPr/>
        </p:nvSpPr>
        <p:spPr>
          <a:xfrm xmlns:a="http://schemas.openxmlformats.org/drawingml/2006/main">
            <a:off x="895350" y="2914650"/>
            <a:ext cx="4343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 web page’s elements and properties</a:t>
            </a:r>
          </a:p>
        </p:txBody>
      </p:sp>
      <p:sp>
        <p:nvSpPr>
          <p:cNvPr id="7" name="item-343">
            <a:extLst xmlns:a="http://schemas.openxmlformats.org/drawingml/2006/main">
              <a:ext uri="{FF2B5EF4-FFF2-40B4-BE49-F238E27FC236}">
                <a16:creationId xmlns:a16="http://schemas.microsoft.com/office/drawing/2014/main" id="{E47BF8BA-F984-4A1C-8CC3-54BECCBA2525}"/>
              </a:ext>
            </a:extLst>
          </p:cNvPr>
          <p:cNvSpPr>
            <a:spLocks xmlns:a="http://schemas.openxmlformats.org/drawingml/2006/main" noGrp="1"/>
          </p:cNvSpPr>
          <p:nvPr/>
        </p:nvSpPr>
        <p:spPr>
          <a:xfrm xmlns:a="http://schemas.openxmlformats.org/drawingml/2006/main">
            <a:off x="6800850" y="2305050"/>
            <a:ext cx="46482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9050">
            <a:solidFill>
              <a:srgbClr val="8872B3"/>
            </a:solidFill>
          </a:ln>
        </p:spPr>
      </p:sp>
      <p:sp>
        <p:nvSpPr>
          <p:cNvPr id="8" name="item-344">
            <a:extLst xmlns:a="http://schemas.openxmlformats.org/drawingml/2006/main">
              <a:ext uri="{FF2B5EF4-FFF2-40B4-BE49-F238E27FC236}">
                <a16:creationId xmlns:a16="http://schemas.microsoft.com/office/drawing/2014/main" id="{23B7FF65-EDD9-47E8-9940-66D421824C9C}"/>
              </a:ext>
            </a:extLst>
          </p:cNvPr>
          <p:cNvSpPr>
            <a:spLocks xmlns:a="http://schemas.openxmlformats.org/drawingml/2006/main" noGrp="1"/>
          </p:cNvSpPr>
          <p:nvPr/>
        </p:nvSpPr>
        <p:spPr>
          <a:xfrm xmlns:a="http://schemas.openxmlformats.org/drawingml/2006/main">
            <a:off x="6915150" y="2438400"/>
            <a:ext cx="441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Accessibility tree</a:t>
            </a:r>
          </a:p>
        </p:txBody>
      </p:sp>
      <p:sp>
        <p:nvSpPr>
          <p:cNvPr id="9" name="item-345">
            <a:extLst xmlns:a="http://schemas.openxmlformats.org/drawingml/2006/main">
              <a:ext uri="{FF2B5EF4-FFF2-40B4-BE49-F238E27FC236}">
                <a16:creationId xmlns:a16="http://schemas.microsoft.com/office/drawing/2014/main" id="{CC4C90C5-4325-4A1E-BB5C-B99F90912AE5}"/>
              </a:ext>
            </a:extLst>
          </p:cNvPr>
          <p:cNvSpPr>
            <a:spLocks xmlns:a="http://schemas.openxmlformats.org/drawingml/2006/main" noGrp="1"/>
          </p:cNvSpPr>
          <p:nvPr/>
        </p:nvSpPr>
        <p:spPr>
          <a:xfrm xmlns:a="http://schemas.openxmlformats.org/drawingml/2006/main">
            <a:off x="6953250" y="2914650"/>
            <a:ext cx="4343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Controls described by roles and names</a:t>
            </a:r>
          </a:p>
        </p:txBody>
      </p:sp>
      <p:sp>
        <p:nvSpPr>
          <p:cNvPr id="10" name="item-346">
            <a:extLst xmlns:a="http://schemas.openxmlformats.org/drawingml/2006/main">
              <a:ext uri="{FF2B5EF4-FFF2-40B4-BE49-F238E27FC236}">
                <a16:creationId xmlns:a16="http://schemas.microsoft.com/office/drawing/2014/main" id="{1546BB6C-F854-452E-90E4-2A0B0C40CEE7}"/>
              </a:ext>
            </a:extLst>
          </p:cNvPr>
          <p:cNvSpPr>
            <a:spLocks xmlns:a="http://schemas.openxmlformats.org/drawingml/2006/main" noGrp="1"/>
          </p:cNvSpPr>
          <p:nvPr/>
        </p:nvSpPr>
        <p:spPr>
          <a:xfrm xmlns:a="http://schemas.openxmlformats.org/drawingml/2006/main">
            <a:off x="857250" y="51149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625" b="1">
                <a:solidFill>
                  <a:srgbClr val="152D46"/>
                </a:solidFill>
                <a:latin typeface="Arial"/>
                <a:ea typeface="Arial"/>
                <a:cs typeface="Arial"/>
              </a:defRPr>
            </a:defPPr>
            <a:lvl1pPr algn="ctr">
              <a:defRPr sz="2625" b="1">
                <a:solidFill>
                  <a:srgbClr val="152D46"/>
                </a:solidFill>
                <a:latin typeface="Arial"/>
                <a:ea typeface="Arial"/>
                <a:cs typeface="Arial"/>
              </a:defRPr>
            </a:lvl1pPr>
            <a:lvl2pPr algn="ctr">
              <a:defRPr sz="2625" b="1">
                <a:solidFill>
                  <a:srgbClr val="152D46"/>
                </a:solidFill>
                <a:latin typeface="Arial"/>
                <a:ea typeface="Arial"/>
                <a:cs typeface="Arial"/>
              </a:defRPr>
            </a:lvl2pPr>
            <a:lvl3pPr algn="ctr">
              <a:defRPr sz="2625" b="1">
                <a:solidFill>
                  <a:srgbClr val="152D46"/>
                </a:solidFill>
                <a:latin typeface="Arial"/>
                <a:ea typeface="Arial"/>
                <a:cs typeface="Arial"/>
              </a:defRPr>
            </a:lvl3pPr>
            <a:lvl4pPr algn="ctr">
              <a:defRPr sz="2625" b="1">
                <a:solidFill>
                  <a:srgbClr val="152D46"/>
                </a:solidFill>
                <a:latin typeface="Arial"/>
                <a:ea typeface="Arial"/>
                <a:cs typeface="Arial"/>
              </a:defRPr>
            </a:lvl4pPr>
            <a:lvl5pPr algn="ctr">
              <a:defRPr sz="2625" b="1">
                <a:solidFill>
                  <a:srgbClr val="152D46"/>
                </a:solidFill>
                <a:latin typeface="Arial"/>
                <a:ea typeface="Arial"/>
                <a:cs typeface="Arial"/>
              </a:defRPr>
            </a:lvl5pPr>
            <a:lvl6pPr algn="ctr">
              <a:defRPr sz="2625" b="1">
                <a:solidFill>
                  <a:srgbClr val="152D46"/>
                </a:solidFill>
                <a:latin typeface="Arial"/>
                <a:ea typeface="Arial"/>
                <a:cs typeface="Arial"/>
              </a:defRPr>
            </a:lvl6pPr>
            <a:lvl7pPr algn="ctr">
              <a:defRPr sz="2625" b="1">
                <a:solidFill>
                  <a:srgbClr val="152D46"/>
                </a:solidFill>
                <a:latin typeface="Arial"/>
                <a:ea typeface="Arial"/>
                <a:cs typeface="Arial"/>
              </a:defRPr>
            </a:lvl7pPr>
            <a:lvl8pPr algn="ctr">
              <a:defRPr sz="2625" b="1">
                <a:solidFill>
                  <a:srgbClr val="152D46"/>
                </a:solidFill>
                <a:latin typeface="Arial"/>
                <a:ea typeface="Arial"/>
                <a:cs typeface="Arial"/>
              </a:defRPr>
            </a:lvl8pPr>
            <a:lvl9pPr algn="ctr">
              <a:defRPr sz="2625" b="1">
                <a:solidFill>
                  <a:srgbClr val="152D46"/>
                </a:solidFill>
                <a:latin typeface="Arial"/>
                <a:ea typeface="Arial"/>
                <a:cs typeface="Arial"/>
              </a:defRPr>
            </a:lvl9pPr>
          </a:lstStyle>
          <a:p xmlns:a="http://schemas.openxmlformats.org/drawingml/2006/main">
            <a:pPr algn="ctr">
              <a:defRPr sz="2625" b="1">
                <a:solidFill>
                  <a:srgbClr val="152D46"/>
                </a:solidFill>
                <a:latin typeface="Arial"/>
                <a:ea typeface="Arial"/>
                <a:cs typeface="Arial"/>
              </a:defRPr>
            </a:pPr>
            <a:r>
              <a:rPr sz="2625" b="1">
                <a:solidFill>
                  <a:srgbClr val="152D46"/>
                </a:solidFill>
                <a:latin typeface="Arial"/>
                <a:ea typeface="Arial"/>
                <a:cs typeface="Arial"/>
              </a:rPr>
              <a:t>The app decides how much useful structure it exposes</a:t>
            </a:r>
          </a:p>
        </p:txBody>
      </p:sp>
    </p:spTree>
    <p:extLst>
      <p:ext uri="{BB962C8B-B14F-4D97-AF65-F5344CB8AC3E}">
        <p14:creationId xmlns:p14="http://schemas.microsoft.com/office/powerpoint/2010/main" val="2005288821"/>
      </p:ext>
    </p:extLst>
  </p:cSld>
</p:sld>
</file>

<file path=ppt/slides/slide2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item-347">
            <a:extLst xmlns:a="http://schemas.openxmlformats.org/drawingml/2006/main">
              <a:ext uri="{FF2B5EF4-FFF2-40B4-BE49-F238E27FC236}">
                <a16:creationId xmlns:a16="http://schemas.microsoft.com/office/drawing/2014/main" id="{C46CC07E-FB9A-4B94-A21D-9ADBFC6CC9CF}"/>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Coordinates or a named control</a:t>
            </a:r>
          </a:p>
        </p:txBody>
      </p:sp>
      <p:sp>
        <p:nvSpPr>
          <p:cNvPr id="2" name="item-348">
            <a:extLst xmlns:a="http://schemas.openxmlformats.org/drawingml/2006/main">
              <a:ext uri="{FF2B5EF4-FFF2-40B4-BE49-F238E27FC236}">
                <a16:creationId xmlns:a16="http://schemas.microsoft.com/office/drawing/2014/main" id="{A0F754B6-1AFE-4448-9911-B9CED412E218}"/>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49">
            <a:extLst xmlns:a="http://schemas.openxmlformats.org/drawingml/2006/main">
              <a:ext uri="{FF2B5EF4-FFF2-40B4-BE49-F238E27FC236}">
                <a16:creationId xmlns:a16="http://schemas.microsoft.com/office/drawing/2014/main" id="{55AE183C-5300-4F8E-91DE-E18406C0564F}"/>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22</a:t>
            </a:r>
          </a:p>
        </p:txBody>
      </p:sp>
      <p:sp>
        <p:nvSpPr>
          <p:cNvPr id="4" name="item-350">
            <a:extLst xmlns:a="http://schemas.openxmlformats.org/drawingml/2006/main">
              <a:ext uri="{FF2B5EF4-FFF2-40B4-BE49-F238E27FC236}">
                <a16:creationId xmlns:a16="http://schemas.microsoft.com/office/drawing/2014/main" id="{6B8BC90E-8577-49D9-B2FE-FB4E188E275C}"/>
              </a:ext>
            </a:extLst>
          </p:cNvPr>
          <p:cNvSpPr>
            <a:spLocks xmlns:a="http://schemas.openxmlformats.org/drawingml/2006/main" noGrp="1"/>
          </p:cNvSpPr>
          <p:nvPr/>
        </p:nvSpPr>
        <p:spPr>
          <a:xfrm xmlns:a="http://schemas.openxmlformats.org/drawingml/2006/main">
            <a:off x="742950" y="2000250"/>
            <a:ext cx="5048250" cy="2324100"/>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5" name="item-351">
            <a:extLst xmlns:a="http://schemas.openxmlformats.org/drawingml/2006/main">
              <a:ext uri="{FF2B5EF4-FFF2-40B4-BE49-F238E27FC236}">
                <a16:creationId xmlns:a16="http://schemas.microsoft.com/office/drawing/2014/main" id="{F10C36E8-FDC4-4110-9516-0A9C09AF1745}"/>
              </a:ext>
            </a:extLst>
          </p:cNvPr>
          <p:cNvSpPr>
            <a:spLocks xmlns:a="http://schemas.openxmlformats.org/drawingml/2006/main" noGrp="1"/>
          </p:cNvSpPr>
          <p:nvPr/>
        </p:nvSpPr>
        <p:spPr>
          <a:xfrm xmlns:a="http://schemas.openxmlformats.org/drawingml/2006/main">
            <a:off x="1009650" y="2190750"/>
            <a:ext cx="45148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FFFFFF"/>
                </a:solidFill>
                <a:latin typeface="Courier New"/>
                <a:ea typeface="Courier New"/>
                <a:cs typeface="Courier New"/>
              </a:defRPr>
            </a:defPPr>
            <a:lvl1pPr algn="l">
              <a:defRPr sz="2100" b="0">
                <a:solidFill>
                  <a:srgbClr val="FFFFFF"/>
                </a:solidFill>
                <a:latin typeface="Courier New"/>
                <a:ea typeface="Courier New"/>
                <a:cs typeface="Courier New"/>
              </a:defRPr>
            </a:lvl1pPr>
            <a:lvl2pPr algn="l">
              <a:defRPr sz="2100" b="0">
                <a:solidFill>
                  <a:srgbClr val="FFFFFF"/>
                </a:solidFill>
                <a:latin typeface="Courier New"/>
                <a:ea typeface="Courier New"/>
                <a:cs typeface="Courier New"/>
              </a:defRPr>
            </a:lvl2pPr>
            <a:lvl3pPr algn="l">
              <a:defRPr sz="2100" b="0">
                <a:solidFill>
                  <a:srgbClr val="FFFFFF"/>
                </a:solidFill>
                <a:latin typeface="Courier New"/>
                <a:ea typeface="Courier New"/>
                <a:cs typeface="Courier New"/>
              </a:defRPr>
            </a:lvl3pPr>
            <a:lvl4pPr algn="l">
              <a:defRPr sz="2100" b="0">
                <a:solidFill>
                  <a:srgbClr val="FFFFFF"/>
                </a:solidFill>
                <a:latin typeface="Courier New"/>
                <a:ea typeface="Courier New"/>
                <a:cs typeface="Courier New"/>
              </a:defRPr>
            </a:lvl4pPr>
            <a:lvl5pPr algn="l">
              <a:defRPr sz="2100" b="0">
                <a:solidFill>
                  <a:srgbClr val="FFFFFF"/>
                </a:solidFill>
                <a:latin typeface="Courier New"/>
                <a:ea typeface="Courier New"/>
                <a:cs typeface="Courier New"/>
              </a:defRPr>
            </a:lvl5pPr>
            <a:lvl6pPr algn="l">
              <a:defRPr sz="2100" b="0">
                <a:solidFill>
                  <a:srgbClr val="FFFFFF"/>
                </a:solidFill>
                <a:latin typeface="Courier New"/>
                <a:ea typeface="Courier New"/>
                <a:cs typeface="Courier New"/>
              </a:defRPr>
            </a:lvl6pPr>
            <a:lvl7pPr algn="l">
              <a:defRPr sz="2100" b="0">
                <a:solidFill>
                  <a:srgbClr val="FFFFFF"/>
                </a:solidFill>
                <a:latin typeface="Courier New"/>
                <a:ea typeface="Courier New"/>
                <a:cs typeface="Courier New"/>
              </a:defRPr>
            </a:lvl7pPr>
            <a:lvl8pPr algn="l">
              <a:defRPr sz="2100" b="0">
                <a:solidFill>
                  <a:srgbClr val="FFFFFF"/>
                </a:solidFill>
                <a:latin typeface="Courier New"/>
                <a:ea typeface="Courier New"/>
                <a:cs typeface="Courier New"/>
              </a:defRPr>
            </a:lvl8pPr>
            <a:lvl9pPr algn="l">
              <a:defRPr sz="2100" b="0">
                <a:solidFill>
                  <a:srgbClr val="FFFFFF"/>
                </a:solidFill>
                <a:latin typeface="Courier New"/>
                <a:ea typeface="Courier New"/>
                <a:cs typeface="Courier New"/>
              </a:defRPr>
            </a:lvl9pPr>
          </a:lstStyle>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await tab.click(</a:t>
            </a:r>
          </a:p>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  [620, 380]</a:t>
            </a:r>
          </a:p>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a:t>
            </a:r>
          </a:p>
        </p:txBody>
      </p:sp>
      <p:sp>
        <p:nvSpPr>
          <p:cNvPr id="6" name="item-352">
            <a:extLst xmlns:a="http://schemas.openxmlformats.org/drawingml/2006/main">
              <a:ext uri="{FF2B5EF4-FFF2-40B4-BE49-F238E27FC236}">
                <a16:creationId xmlns:a16="http://schemas.microsoft.com/office/drawing/2014/main" id="{429C8B0D-B29B-44FD-81C4-482B7C5BBD62}"/>
              </a:ext>
            </a:extLst>
          </p:cNvPr>
          <p:cNvSpPr>
            <a:spLocks xmlns:a="http://schemas.openxmlformats.org/drawingml/2006/main" noGrp="1"/>
          </p:cNvSpPr>
          <p:nvPr/>
        </p:nvSpPr>
        <p:spPr>
          <a:xfrm xmlns:a="http://schemas.openxmlformats.org/drawingml/2006/main">
            <a:off x="6400800" y="2000250"/>
            <a:ext cx="5095875" cy="2324100"/>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7" name="item-353">
            <a:extLst xmlns:a="http://schemas.openxmlformats.org/drawingml/2006/main">
              <a:ext uri="{FF2B5EF4-FFF2-40B4-BE49-F238E27FC236}">
                <a16:creationId xmlns:a16="http://schemas.microsoft.com/office/drawing/2014/main" id="{90FF0BC5-FC5E-4F0B-8A74-634B38939291}"/>
              </a:ext>
            </a:extLst>
          </p:cNvPr>
          <p:cNvSpPr>
            <a:spLocks xmlns:a="http://schemas.openxmlformats.org/drawingml/2006/main" noGrp="1"/>
          </p:cNvSpPr>
          <p:nvPr/>
        </p:nvSpPr>
        <p:spPr>
          <a:xfrm xmlns:a="http://schemas.openxmlformats.org/drawingml/2006/main">
            <a:off x="6667500" y="2190750"/>
            <a:ext cx="45624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FFFFFF"/>
                </a:solidFill>
                <a:latin typeface="Courier New"/>
                <a:ea typeface="Courier New"/>
                <a:cs typeface="Courier New"/>
              </a:defRPr>
            </a:defPPr>
            <a:lvl1pPr algn="l">
              <a:defRPr sz="1875" b="0">
                <a:solidFill>
                  <a:srgbClr val="FFFFFF"/>
                </a:solidFill>
                <a:latin typeface="Courier New"/>
                <a:ea typeface="Courier New"/>
                <a:cs typeface="Courier New"/>
              </a:defRPr>
            </a:lvl1pPr>
            <a:lvl2pPr algn="l">
              <a:defRPr sz="1875" b="0">
                <a:solidFill>
                  <a:srgbClr val="FFFFFF"/>
                </a:solidFill>
                <a:latin typeface="Courier New"/>
                <a:ea typeface="Courier New"/>
                <a:cs typeface="Courier New"/>
              </a:defRPr>
            </a:lvl2pPr>
            <a:lvl3pPr algn="l">
              <a:defRPr sz="1875" b="0">
                <a:solidFill>
                  <a:srgbClr val="FFFFFF"/>
                </a:solidFill>
                <a:latin typeface="Courier New"/>
                <a:ea typeface="Courier New"/>
                <a:cs typeface="Courier New"/>
              </a:defRPr>
            </a:lvl3pPr>
            <a:lvl4pPr algn="l">
              <a:defRPr sz="1875" b="0">
                <a:solidFill>
                  <a:srgbClr val="FFFFFF"/>
                </a:solidFill>
                <a:latin typeface="Courier New"/>
                <a:ea typeface="Courier New"/>
                <a:cs typeface="Courier New"/>
              </a:defRPr>
            </a:lvl4pPr>
            <a:lvl5pPr algn="l">
              <a:defRPr sz="1875" b="0">
                <a:solidFill>
                  <a:srgbClr val="FFFFFF"/>
                </a:solidFill>
                <a:latin typeface="Courier New"/>
                <a:ea typeface="Courier New"/>
                <a:cs typeface="Courier New"/>
              </a:defRPr>
            </a:lvl5pPr>
            <a:lvl6pPr algn="l">
              <a:defRPr sz="1875" b="0">
                <a:solidFill>
                  <a:srgbClr val="FFFFFF"/>
                </a:solidFill>
                <a:latin typeface="Courier New"/>
                <a:ea typeface="Courier New"/>
                <a:cs typeface="Courier New"/>
              </a:defRPr>
            </a:lvl6pPr>
            <a:lvl7pPr algn="l">
              <a:defRPr sz="1875" b="0">
                <a:solidFill>
                  <a:srgbClr val="FFFFFF"/>
                </a:solidFill>
                <a:latin typeface="Courier New"/>
                <a:ea typeface="Courier New"/>
                <a:cs typeface="Courier New"/>
              </a:defRPr>
            </a:lvl7pPr>
            <a:lvl8pPr algn="l">
              <a:defRPr sz="1875" b="0">
                <a:solidFill>
                  <a:srgbClr val="FFFFFF"/>
                </a:solidFill>
                <a:latin typeface="Courier New"/>
                <a:ea typeface="Courier New"/>
                <a:cs typeface="Courier New"/>
              </a:defRPr>
            </a:lvl8pPr>
            <a:lvl9pPr algn="l">
              <a:defRPr sz="1875" b="0">
                <a:solidFill>
                  <a:srgbClr val="FFFFFF"/>
                </a:solidFill>
                <a:latin typeface="Courier New"/>
                <a:ea typeface="Courier New"/>
                <a:cs typeface="Courier New"/>
              </a:defRPr>
            </a:lvl9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await tab.playwright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.getByRole("button", {</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name: "Review request",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exact: true</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}).click();</a:t>
            </a:r>
          </a:p>
        </p:txBody>
      </p:sp>
      <p:sp>
        <p:nvSpPr>
          <p:cNvPr id="8" name="item-354">
            <a:extLst xmlns:a="http://schemas.openxmlformats.org/drawingml/2006/main">
              <a:ext uri="{FF2B5EF4-FFF2-40B4-BE49-F238E27FC236}">
                <a16:creationId xmlns:a16="http://schemas.microsoft.com/office/drawing/2014/main" id="{92756FED-03A9-457F-A35C-7B05B8A485FD}"/>
              </a:ext>
            </a:extLst>
          </p:cNvPr>
          <p:cNvSpPr>
            <a:spLocks xmlns:a="http://schemas.openxmlformats.org/drawingml/2006/main" noGrp="1"/>
          </p:cNvSpPr>
          <p:nvPr/>
        </p:nvSpPr>
        <p:spPr>
          <a:xfrm xmlns:a="http://schemas.openxmlformats.org/drawingml/2006/main">
            <a:off x="781050" y="48101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477BBD"/>
                </a:solidFill>
                <a:latin typeface="Arial"/>
                <a:ea typeface="Arial"/>
                <a:cs typeface="Arial"/>
              </a:defRPr>
            </a:defPPr>
            <a:lvl1pPr algn="ctr">
              <a:defRPr sz="2250" b="1">
                <a:solidFill>
                  <a:srgbClr val="477BBD"/>
                </a:solidFill>
                <a:latin typeface="Arial"/>
                <a:ea typeface="Arial"/>
                <a:cs typeface="Arial"/>
              </a:defRPr>
            </a:lvl1pPr>
            <a:lvl2pPr algn="ctr">
              <a:defRPr sz="2250" b="1">
                <a:solidFill>
                  <a:srgbClr val="477BBD"/>
                </a:solidFill>
                <a:latin typeface="Arial"/>
                <a:ea typeface="Arial"/>
                <a:cs typeface="Arial"/>
              </a:defRPr>
            </a:lvl2pPr>
            <a:lvl3pPr algn="ctr">
              <a:defRPr sz="2250" b="1">
                <a:solidFill>
                  <a:srgbClr val="477BBD"/>
                </a:solidFill>
                <a:latin typeface="Arial"/>
                <a:ea typeface="Arial"/>
                <a:cs typeface="Arial"/>
              </a:defRPr>
            </a:lvl3pPr>
            <a:lvl4pPr algn="ctr">
              <a:defRPr sz="2250" b="1">
                <a:solidFill>
                  <a:srgbClr val="477BBD"/>
                </a:solidFill>
                <a:latin typeface="Arial"/>
                <a:ea typeface="Arial"/>
                <a:cs typeface="Arial"/>
              </a:defRPr>
            </a:lvl4pPr>
            <a:lvl5pPr algn="ctr">
              <a:defRPr sz="2250" b="1">
                <a:solidFill>
                  <a:srgbClr val="477BBD"/>
                </a:solidFill>
                <a:latin typeface="Arial"/>
                <a:ea typeface="Arial"/>
                <a:cs typeface="Arial"/>
              </a:defRPr>
            </a:lvl5pPr>
            <a:lvl6pPr algn="ctr">
              <a:defRPr sz="2250" b="1">
                <a:solidFill>
                  <a:srgbClr val="477BBD"/>
                </a:solidFill>
                <a:latin typeface="Arial"/>
                <a:ea typeface="Arial"/>
                <a:cs typeface="Arial"/>
              </a:defRPr>
            </a:lvl6pPr>
            <a:lvl7pPr algn="ctr">
              <a:defRPr sz="2250" b="1">
                <a:solidFill>
                  <a:srgbClr val="477BBD"/>
                </a:solidFill>
                <a:latin typeface="Arial"/>
                <a:ea typeface="Arial"/>
                <a:cs typeface="Arial"/>
              </a:defRPr>
            </a:lvl7pPr>
            <a:lvl8pPr algn="ctr">
              <a:defRPr sz="2250" b="1">
                <a:solidFill>
                  <a:srgbClr val="477BBD"/>
                </a:solidFill>
                <a:latin typeface="Arial"/>
                <a:ea typeface="Arial"/>
                <a:cs typeface="Arial"/>
              </a:defRPr>
            </a:lvl8pPr>
            <a:lvl9pPr algn="ctr">
              <a:defRPr sz="2250" b="1">
                <a:solidFill>
                  <a:srgbClr val="477BBD"/>
                </a:solidFill>
                <a:latin typeface="Arial"/>
                <a:ea typeface="Arial"/>
                <a:cs typeface="Arial"/>
              </a:defRPr>
            </a:lvl9pPr>
          </a:lstStyle>
          <a:p xmlns:a="http://schemas.openxmlformats.org/drawingml/2006/main">
            <a:pPr algn="ctr">
              <a:defRPr sz="2250" b="1">
                <a:solidFill>
                  <a:srgbClr val="477BBD"/>
                </a:solidFill>
                <a:latin typeface="Arial"/>
                <a:ea typeface="Arial"/>
                <a:cs typeface="Arial"/>
              </a:defRPr>
            </a:pPr>
            <a:r>
              <a:rPr sz="2250" b="1">
                <a:solidFill>
                  <a:srgbClr val="477BBD"/>
                </a:solidFill>
                <a:latin typeface="Arial"/>
                <a:ea typeface="Arial"/>
                <a:cs typeface="Arial"/>
              </a:rPr>
              <a:t>“Click at this location”</a:t>
            </a:r>
          </a:p>
        </p:txBody>
      </p:sp>
      <p:sp>
        <p:nvSpPr>
          <p:cNvPr id="9" name="item-355">
            <a:extLst xmlns:a="http://schemas.openxmlformats.org/drawingml/2006/main">
              <a:ext uri="{FF2B5EF4-FFF2-40B4-BE49-F238E27FC236}">
                <a16:creationId xmlns:a16="http://schemas.microsoft.com/office/drawing/2014/main" id="{A03BF840-039F-4D41-9001-9AB518B299D2}"/>
              </a:ext>
            </a:extLst>
          </p:cNvPr>
          <p:cNvSpPr>
            <a:spLocks xmlns:a="http://schemas.openxmlformats.org/drawingml/2006/main" noGrp="1"/>
          </p:cNvSpPr>
          <p:nvPr/>
        </p:nvSpPr>
        <p:spPr>
          <a:xfrm xmlns:a="http://schemas.openxmlformats.org/drawingml/2006/main">
            <a:off x="6477000" y="48101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8872B3"/>
                </a:solidFill>
                <a:latin typeface="Arial"/>
                <a:ea typeface="Arial"/>
                <a:cs typeface="Arial"/>
              </a:defRPr>
            </a:defPPr>
            <a:lvl1pPr algn="ctr">
              <a:defRPr sz="2250" b="1">
                <a:solidFill>
                  <a:srgbClr val="8872B3"/>
                </a:solidFill>
                <a:latin typeface="Arial"/>
                <a:ea typeface="Arial"/>
                <a:cs typeface="Arial"/>
              </a:defRPr>
            </a:lvl1pPr>
            <a:lvl2pPr algn="ctr">
              <a:defRPr sz="2250" b="1">
                <a:solidFill>
                  <a:srgbClr val="8872B3"/>
                </a:solidFill>
                <a:latin typeface="Arial"/>
                <a:ea typeface="Arial"/>
                <a:cs typeface="Arial"/>
              </a:defRPr>
            </a:lvl2pPr>
            <a:lvl3pPr algn="ctr">
              <a:defRPr sz="2250" b="1">
                <a:solidFill>
                  <a:srgbClr val="8872B3"/>
                </a:solidFill>
                <a:latin typeface="Arial"/>
                <a:ea typeface="Arial"/>
                <a:cs typeface="Arial"/>
              </a:defRPr>
            </a:lvl3pPr>
            <a:lvl4pPr algn="ctr">
              <a:defRPr sz="2250" b="1">
                <a:solidFill>
                  <a:srgbClr val="8872B3"/>
                </a:solidFill>
                <a:latin typeface="Arial"/>
                <a:ea typeface="Arial"/>
                <a:cs typeface="Arial"/>
              </a:defRPr>
            </a:lvl4pPr>
            <a:lvl5pPr algn="ctr">
              <a:defRPr sz="2250" b="1">
                <a:solidFill>
                  <a:srgbClr val="8872B3"/>
                </a:solidFill>
                <a:latin typeface="Arial"/>
                <a:ea typeface="Arial"/>
                <a:cs typeface="Arial"/>
              </a:defRPr>
            </a:lvl5pPr>
            <a:lvl6pPr algn="ctr">
              <a:defRPr sz="2250" b="1">
                <a:solidFill>
                  <a:srgbClr val="8872B3"/>
                </a:solidFill>
                <a:latin typeface="Arial"/>
                <a:ea typeface="Arial"/>
                <a:cs typeface="Arial"/>
              </a:defRPr>
            </a:lvl6pPr>
            <a:lvl7pPr algn="ctr">
              <a:defRPr sz="2250" b="1">
                <a:solidFill>
                  <a:srgbClr val="8872B3"/>
                </a:solidFill>
                <a:latin typeface="Arial"/>
                <a:ea typeface="Arial"/>
                <a:cs typeface="Arial"/>
              </a:defRPr>
            </a:lvl7pPr>
            <a:lvl8pPr algn="ctr">
              <a:defRPr sz="2250" b="1">
                <a:solidFill>
                  <a:srgbClr val="8872B3"/>
                </a:solidFill>
                <a:latin typeface="Arial"/>
                <a:ea typeface="Arial"/>
                <a:cs typeface="Arial"/>
              </a:defRPr>
            </a:lvl8pPr>
            <a:lvl9pPr algn="ctr">
              <a:defRPr sz="2250" b="1">
                <a:solidFill>
                  <a:srgbClr val="8872B3"/>
                </a:solidFill>
                <a:latin typeface="Arial"/>
                <a:ea typeface="Arial"/>
                <a:cs typeface="Arial"/>
              </a:defRPr>
            </a:lvl9pPr>
          </a:lstStyle>
          <a:p xmlns:a="http://schemas.openxmlformats.org/drawingml/2006/main">
            <a:pPr algn="ctr">
              <a:defRPr sz="2250" b="1">
                <a:solidFill>
                  <a:srgbClr val="8872B3"/>
                </a:solidFill>
                <a:latin typeface="Arial"/>
                <a:ea typeface="Arial"/>
                <a:cs typeface="Arial"/>
              </a:defRPr>
            </a:pPr>
            <a:r>
              <a:rPr sz="2250" b="1">
                <a:solidFill>
                  <a:srgbClr val="8872B3"/>
                </a:solidFill>
                <a:latin typeface="Arial"/>
                <a:ea typeface="Arial"/>
                <a:cs typeface="Arial"/>
              </a:rPr>
              <a:t>“Find this button”</a:t>
            </a:r>
          </a:p>
        </p:txBody>
      </p:sp>
    </p:spTree>
    <p:extLst>
      <p:ext uri="{BB962C8B-B14F-4D97-AF65-F5344CB8AC3E}">
        <p14:creationId xmlns:p14="http://schemas.microsoft.com/office/powerpoint/2010/main" val="229916867"/>
      </p:ext>
    </p:extLst>
  </p:cSld>
</p:sld>
</file>

<file path=ppt/slides/slide2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item-356">
            <a:extLst xmlns:a="http://schemas.openxmlformats.org/drawingml/2006/main">
              <a:ext uri="{FF2B5EF4-FFF2-40B4-BE49-F238E27FC236}">
                <a16:creationId xmlns:a16="http://schemas.microsoft.com/office/drawing/2014/main" id="{9F712BE5-D086-4FF2-AE11-21DCDEEBFCC1}"/>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Targets can go stale</a:t>
            </a:r>
          </a:p>
        </p:txBody>
      </p:sp>
      <p:sp>
        <p:nvSpPr>
          <p:cNvPr id="2" name="item-357">
            <a:extLst xmlns:a="http://schemas.openxmlformats.org/drawingml/2006/main">
              <a:ext uri="{FF2B5EF4-FFF2-40B4-BE49-F238E27FC236}">
                <a16:creationId xmlns:a16="http://schemas.microsoft.com/office/drawing/2014/main" id="{345F641D-B5B1-4343-97F4-616224840D65}"/>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58">
            <a:extLst xmlns:a="http://schemas.openxmlformats.org/drawingml/2006/main">
              <a:ext uri="{FF2B5EF4-FFF2-40B4-BE49-F238E27FC236}">
                <a16:creationId xmlns:a16="http://schemas.microsoft.com/office/drawing/2014/main" id="{198A2A6D-17AF-49DC-B4D4-44EA1361606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23</a:t>
            </a:r>
          </a:p>
        </p:txBody>
      </p:sp>
      <p:sp>
        <p:nvSpPr>
          <p:cNvPr id="4" name="item-359">
            <a:extLst xmlns:a="http://schemas.openxmlformats.org/drawingml/2006/main">
              <a:ext uri="{FF2B5EF4-FFF2-40B4-BE49-F238E27FC236}">
                <a16:creationId xmlns:a16="http://schemas.microsoft.com/office/drawing/2014/main" id="{5F5ECF15-8246-4AEB-9D9A-83228B82721D}"/>
              </a:ext>
            </a:extLst>
          </p:cNvPr>
          <p:cNvSpPr>
            <a:spLocks xmlns:a="http://schemas.openxmlformats.org/drawingml/2006/main" noGrp="1"/>
          </p:cNvSpPr>
          <p:nvPr/>
        </p:nvSpPr>
        <p:spPr>
          <a:xfrm xmlns:a="http://schemas.openxmlformats.org/drawingml/2006/main">
            <a:off x="762000" y="2305050"/>
            <a:ext cx="4981575" cy="1476375"/>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5" name="item-360">
            <a:extLst xmlns:a="http://schemas.openxmlformats.org/drawingml/2006/main">
              <a:ext uri="{FF2B5EF4-FFF2-40B4-BE49-F238E27FC236}">
                <a16:creationId xmlns:a16="http://schemas.microsoft.com/office/drawing/2014/main" id="{67BFF555-A645-4FAB-AA75-1A2C2EA7CD79}"/>
              </a:ext>
            </a:extLst>
          </p:cNvPr>
          <p:cNvSpPr>
            <a:spLocks xmlns:a="http://schemas.openxmlformats.org/drawingml/2006/main" noGrp="1"/>
          </p:cNvSpPr>
          <p:nvPr/>
        </p:nvSpPr>
        <p:spPr>
          <a:xfrm xmlns:a="http://schemas.openxmlformats.org/drawingml/2006/main">
            <a:off x="1028700" y="2495550"/>
            <a:ext cx="44481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FFFFFF"/>
                </a:solidFill>
                <a:latin typeface="Courier New"/>
                <a:ea typeface="Courier New"/>
                <a:cs typeface="Courier New"/>
              </a:defRPr>
            </a:defPPr>
            <a:lvl1pPr algn="l">
              <a:defRPr sz="2100" b="0">
                <a:solidFill>
                  <a:srgbClr val="FFFFFF"/>
                </a:solidFill>
                <a:latin typeface="Courier New"/>
                <a:ea typeface="Courier New"/>
                <a:cs typeface="Courier New"/>
              </a:defRPr>
            </a:lvl1pPr>
            <a:lvl2pPr algn="l">
              <a:defRPr sz="2100" b="0">
                <a:solidFill>
                  <a:srgbClr val="FFFFFF"/>
                </a:solidFill>
                <a:latin typeface="Courier New"/>
                <a:ea typeface="Courier New"/>
                <a:cs typeface="Courier New"/>
              </a:defRPr>
            </a:lvl2pPr>
            <a:lvl3pPr algn="l">
              <a:defRPr sz="2100" b="0">
                <a:solidFill>
                  <a:srgbClr val="FFFFFF"/>
                </a:solidFill>
                <a:latin typeface="Courier New"/>
                <a:ea typeface="Courier New"/>
                <a:cs typeface="Courier New"/>
              </a:defRPr>
            </a:lvl3pPr>
            <a:lvl4pPr algn="l">
              <a:defRPr sz="2100" b="0">
                <a:solidFill>
                  <a:srgbClr val="FFFFFF"/>
                </a:solidFill>
                <a:latin typeface="Courier New"/>
                <a:ea typeface="Courier New"/>
                <a:cs typeface="Courier New"/>
              </a:defRPr>
            </a:lvl4pPr>
            <a:lvl5pPr algn="l">
              <a:defRPr sz="2100" b="0">
                <a:solidFill>
                  <a:srgbClr val="FFFFFF"/>
                </a:solidFill>
                <a:latin typeface="Courier New"/>
                <a:ea typeface="Courier New"/>
                <a:cs typeface="Courier New"/>
              </a:defRPr>
            </a:lvl5pPr>
            <a:lvl6pPr algn="l">
              <a:defRPr sz="2100" b="0">
                <a:solidFill>
                  <a:srgbClr val="FFFFFF"/>
                </a:solidFill>
                <a:latin typeface="Courier New"/>
                <a:ea typeface="Courier New"/>
                <a:cs typeface="Courier New"/>
              </a:defRPr>
            </a:lvl6pPr>
            <a:lvl7pPr algn="l">
              <a:defRPr sz="2100" b="0">
                <a:solidFill>
                  <a:srgbClr val="FFFFFF"/>
                </a:solidFill>
                <a:latin typeface="Courier New"/>
                <a:ea typeface="Courier New"/>
                <a:cs typeface="Courier New"/>
              </a:defRPr>
            </a:lvl7pPr>
            <a:lvl8pPr algn="l">
              <a:defRPr sz="2100" b="0">
                <a:solidFill>
                  <a:srgbClr val="FFFFFF"/>
                </a:solidFill>
                <a:latin typeface="Courier New"/>
                <a:ea typeface="Courier New"/>
                <a:cs typeface="Courier New"/>
              </a:defRPr>
            </a:lvl8pPr>
            <a:lvl9pPr algn="l">
              <a:defRPr sz="2100" b="0">
                <a:solidFill>
                  <a:srgbClr val="FFFFFF"/>
                </a:solidFill>
                <a:latin typeface="Courier New"/>
                <a:ea typeface="Courier New"/>
                <a:cs typeface="Courier New"/>
              </a:defRPr>
            </a:lvl9pPr>
          </a:lstStyle>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Earlier observation</a:t>
            </a:r>
          </a:p>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5  Button: Review request</a:t>
            </a:r>
          </a:p>
        </p:txBody>
      </p:sp>
      <p:sp>
        <p:nvSpPr>
          <p:cNvPr id="6" name="item-361">
            <a:extLst xmlns:a="http://schemas.openxmlformats.org/drawingml/2006/main">
              <a:ext uri="{FF2B5EF4-FFF2-40B4-BE49-F238E27FC236}">
                <a16:creationId xmlns:a16="http://schemas.microsoft.com/office/drawing/2014/main" id="{5372E853-E96F-4178-AF42-274A528627E8}"/>
              </a:ext>
            </a:extLst>
          </p:cNvPr>
          <p:cNvSpPr>
            <a:spLocks xmlns:a="http://schemas.openxmlformats.org/drawingml/2006/main" noGrp="1"/>
          </p:cNvSpPr>
          <p:nvPr/>
        </p:nvSpPr>
        <p:spPr>
          <a:xfrm xmlns:a="http://schemas.openxmlformats.org/drawingml/2006/main">
            <a:off x="6448425" y="2305050"/>
            <a:ext cx="4981575" cy="1476375"/>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7" name="item-362">
            <a:extLst xmlns:a="http://schemas.openxmlformats.org/drawingml/2006/main">
              <a:ext uri="{FF2B5EF4-FFF2-40B4-BE49-F238E27FC236}">
                <a16:creationId xmlns:a16="http://schemas.microsoft.com/office/drawing/2014/main" id="{8D64556D-7E37-44B8-8E94-AF2E92C40D9B}"/>
              </a:ext>
            </a:extLst>
          </p:cNvPr>
          <p:cNvSpPr>
            <a:spLocks xmlns:a="http://schemas.openxmlformats.org/drawingml/2006/main" noGrp="1"/>
          </p:cNvSpPr>
          <p:nvPr/>
        </p:nvSpPr>
        <p:spPr>
          <a:xfrm xmlns:a="http://schemas.openxmlformats.org/drawingml/2006/main">
            <a:off x="6715125" y="2495550"/>
            <a:ext cx="44481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FFFFFF"/>
                </a:solidFill>
                <a:latin typeface="Courier New"/>
                <a:ea typeface="Courier New"/>
                <a:cs typeface="Courier New"/>
              </a:defRPr>
            </a:defPPr>
            <a:lvl1pPr algn="l">
              <a:defRPr sz="2100" b="0">
                <a:solidFill>
                  <a:srgbClr val="FFFFFF"/>
                </a:solidFill>
                <a:latin typeface="Courier New"/>
                <a:ea typeface="Courier New"/>
                <a:cs typeface="Courier New"/>
              </a:defRPr>
            </a:lvl1pPr>
            <a:lvl2pPr algn="l">
              <a:defRPr sz="2100" b="0">
                <a:solidFill>
                  <a:srgbClr val="FFFFFF"/>
                </a:solidFill>
                <a:latin typeface="Courier New"/>
                <a:ea typeface="Courier New"/>
                <a:cs typeface="Courier New"/>
              </a:defRPr>
            </a:lvl2pPr>
            <a:lvl3pPr algn="l">
              <a:defRPr sz="2100" b="0">
                <a:solidFill>
                  <a:srgbClr val="FFFFFF"/>
                </a:solidFill>
                <a:latin typeface="Courier New"/>
                <a:ea typeface="Courier New"/>
                <a:cs typeface="Courier New"/>
              </a:defRPr>
            </a:lvl3pPr>
            <a:lvl4pPr algn="l">
              <a:defRPr sz="2100" b="0">
                <a:solidFill>
                  <a:srgbClr val="FFFFFF"/>
                </a:solidFill>
                <a:latin typeface="Courier New"/>
                <a:ea typeface="Courier New"/>
                <a:cs typeface="Courier New"/>
              </a:defRPr>
            </a:lvl4pPr>
            <a:lvl5pPr algn="l">
              <a:defRPr sz="2100" b="0">
                <a:solidFill>
                  <a:srgbClr val="FFFFFF"/>
                </a:solidFill>
                <a:latin typeface="Courier New"/>
                <a:ea typeface="Courier New"/>
                <a:cs typeface="Courier New"/>
              </a:defRPr>
            </a:lvl5pPr>
            <a:lvl6pPr algn="l">
              <a:defRPr sz="2100" b="0">
                <a:solidFill>
                  <a:srgbClr val="FFFFFF"/>
                </a:solidFill>
                <a:latin typeface="Courier New"/>
                <a:ea typeface="Courier New"/>
                <a:cs typeface="Courier New"/>
              </a:defRPr>
            </a:lvl6pPr>
            <a:lvl7pPr algn="l">
              <a:defRPr sz="2100" b="0">
                <a:solidFill>
                  <a:srgbClr val="FFFFFF"/>
                </a:solidFill>
                <a:latin typeface="Courier New"/>
                <a:ea typeface="Courier New"/>
                <a:cs typeface="Courier New"/>
              </a:defRPr>
            </a:lvl7pPr>
            <a:lvl8pPr algn="l">
              <a:defRPr sz="2100" b="0">
                <a:solidFill>
                  <a:srgbClr val="FFFFFF"/>
                </a:solidFill>
                <a:latin typeface="Courier New"/>
                <a:ea typeface="Courier New"/>
                <a:cs typeface="Courier New"/>
              </a:defRPr>
            </a:lvl8pPr>
            <a:lvl9pPr algn="l">
              <a:defRPr sz="2100" b="0">
                <a:solidFill>
                  <a:srgbClr val="FFFFFF"/>
                </a:solidFill>
                <a:latin typeface="Courier New"/>
                <a:ea typeface="Courier New"/>
                <a:cs typeface="Courier New"/>
              </a:defRPr>
            </a:lvl9pPr>
          </a:lstStyle>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New observation</a:t>
            </a:r>
          </a:p>
          <a:p xmlns:a="http://schemas.openxmlformats.org/drawingml/2006/main">
            <a:pPr algn="l">
              <a:defRPr sz="2100" b="0">
                <a:solidFill>
                  <a:srgbClr val="FFFFFF"/>
                </a:solidFill>
                <a:latin typeface="Courier New"/>
                <a:ea typeface="Courier New"/>
                <a:cs typeface="Courier New"/>
              </a:defRPr>
            </a:pPr>
            <a:r>
              <a:rPr sz="2100" b="0">
                <a:solidFill>
                  <a:srgbClr val="FFFFFF"/>
                </a:solidFill>
                <a:latin typeface="Courier New"/>
                <a:ea typeface="Courier New"/>
                <a:cs typeface="Courier New"/>
              </a:rPr>
              <a:t>5  Heading: Request saved</a:t>
            </a:r>
          </a:p>
        </p:txBody>
      </p:sp>
      <p:sp>
        <p:nvSpPr>
          <p:cNvPr id="8" name="item-363">
            <a:extLst xmlns:a="http://schemas.openxmlformats.org/drawingml/2006/main">
              <a:ext uri="{FF2B5EF4-FFF2-40B4-BE49-F238E27FC236}">
                <a16:creationId xmlns:a16="http://schemas.microsoft.com/office/drawing/2014/main" id="{E7B9F9C2-67DA-4674-953C-8C7E3364CDD2}"/>
              </a:ext>
            </a:extLst>
          </p:cNvPr>
          <p:cNvSpPr>
            <a:spLocks xmlns:a="http://schemas.openxmlformats.org/drawingml/2006/main" noGrp="1"/>
          </p:cNvSpPr>
          <p:nvPr/>
        </p:nvSpPr>
        <p:spPr>
          <a:xfrm xmlns:a="http://schemas.openxmlformats.org/drawingml/2006/main">
            <a:off x="904875" y="467677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850" b="1">
                <a:solidFill>
                  <a:srgbClr val="C75247"/>
                </a:solidFill>
                <a:latin typeface="Arial"/>
                <a:ea typeface="Arial"/>
                <a:cs typeface="Arial"/>
              </a:defRPr>
            </a:defPPr>
            <a:lvl1pPr algn="ctr">
              <a:defRPr sz="2850" b="1">
                <a:solidFill>
                  <a:srgbClr val="C75247"/>
                </a:solidFill>
                <a:latin typeface="Arial"/>
                <a:ea typeface="Arial"/>
                <a:cs typeface="Arial"/>
              </a:defRPr>
            </a:lvl1pPr>
            <a:lvl2pPr algn="ctr">
              <a:defRPr sz="2850" b="1">
                <a:solidFill>
                  <a:srgbClr val="C75247"/>
                </a:solidFill>
                <a:latin typeface="Arial"/>
                <a:ea typeface="Arial"/>
                <a:cs typeface="Arial"/>
              </a:defRPr>
            </a:lvl2pPr>
            <a:lvl3pPr algn="ctr">
              <a:defRPr sz="2850" b="1">
                <a:solidFill>
                  <a:srgbClr val="C75247"/>
                </a:solidFill>
                <a:latin typeface="Arial"/>
                <a:ea typeface="Arial"/>
                <a:cs typeface="Arial"/>
              </a:defRPr>
            </a:lvl3pPr>
            <a:lvl4pPr algn="ctr">
              <a:defRPr sz="2850" b="1">
                <a:solidFill>
                  <a:srgbClr val="C75247"/>
                </a:solidFill>
                <a:latin typeface="Arial"/>
                <a:ea typeface="Arial"/>
                <a:cs typeface="Arial"/>
              </a:defRPr>
            </a:lvl4pPr>
            <a:lvl5pPr algn="ctr">
              <a:defRPr sz="2850" b="1">
                <a:solidFill>
                  <a:srgbClr val="C75247"/>
                </a:solidFill>
                <a:latin typeface="Arial"/>
                <a:ea typeface="Arial"/>
                <a:cs typeface="Arial"/>
              </a:defRPr>
            </a:lvl5pPr>
            <a:lvl6pPr algn="ctr">
              <a:defRPr sz="2850" b="1">
                <a:solidFill>
                  <a:srgbClr val="C75247"/>
                </a:solidFill>
                <a:latin typeface="Arial"/>
                <a:ea typeface="Arial"/>
                <a:cs typeface="Arial"/>
              </a:defRPr>
            </a:lvl6pPr>
            <a:lvl7pPr algn="ctr">
              <a:defRPr sz="2850" b="1">
                <a:solidFill>
                  <a:srgbClr val="C75247"/>
                </a:solidFill>
                <a:latin typeface="Arial"/>
                <a:ea typeface="Arial"/>
                <a:cs typeface="Arial"/>
              </a:defRPr>
            </a:lvl7pPr>
            <a:lvl8pPr algn="ctr">
              <a:defRPr sz="2850" b="1">
                <a:solidFill>
                  <a:srgbClr val="C75247"/>
                </a:solidFill>
                <a:latin typeface="Arial"/>
                <a:ea typeface="Arial"/>
                <a:cs typeface="Arial"/>
              </a:defRPr>
            </a:lvl8pPr>
            <a:lvl9pPr algn="ctr">
              <a:defRPr sz="2850" b="1">
                <a:solidFill>
                  <a:srgbClr val="C75247"/>
                </a:solidFill>
                <a:latin typeface="Arial"/>
                <a:ea typeface="Arial"/>
                <a:cs typeface="Arial"/>
              </a:defRPr>
            </a:lvl9pPr>
          </a:lstStyle>
          <a:p xmlns:a="http://schemas.openxmlformats.org/drawingml/2006/main">
            <a:pPr algn="ctr">
              <a:defRPr sz="2850" b="1">
                <a:solidFill>
                  <a:srgbClr val="C75247"/>
                </a:solidFill>
                <a:latin typeface="Arial"/>
                <a:ea typeface="Arial"/>
                <a:cs typeface="Arial"/>
              </a:defRPr>
            </a:pPr>
            <a:r>
              <a:rPr sz="2850" b="1">
                <a:solidFill>
                  <a:srgbClr val="C75247"/>
                </a:solidFill>
                <a:latin typeface="Arial"/>
                <a:ea typeface="Arial"/>
                <a:cs typeface="Arial"/>
              </a:rPr>
              <a:t>Same number. Different screen. Read it again.</a:t>
            </a:r>
          </a:p>
        </p:txBody>
      </p:sp>
    </p:spTree>
    <p:extLst>
      <p:ext uri="{BB962C8B-B14F-4D97-AF65-F5344CB8AC3E}">
        <p14:creationId xmlns:p14="http://schemas.microsoft.com/office/powerpoint/2010/main" val="1524315713"/>
      </p:ext>
    </p:extLst>
  </p:cSld>
</p:sld>
</file>

<file path=ppt/slides/slide2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item-364">
            <a:extLst xmlns:a="http://schemas.openxmlformats.org/drawingml/2006/main">
              <a:ext uri="{FF2B5EF4-FFF2-40B4-BE49-F238E27FC236}">
                <a16:creationId xmlns:a16="http://schemas.microsoft.com/office/drawing/2014/main" id="{2DC3EF5C-A874-4AE4-B579-2166232B2F6C}"/>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One call can contain several actions</a:t>
            </a:r>
          </a:p>
        </p:txBody>
      </p:sp>
      <p:sp>
        <p:nvSpPr>
          <p:cNvPr id="2" name="item-365">
            <a:extLst xmlns:a="http://schemas.openxmlformats.org/drawingml/2006/main">
              <a:ext uri="{FF2B5EF4-FFF2-40B4-BE49-F238E27FC236}">
                <a16:creationId xmlns:a16="http://schemas.microsoft.com/office/drawing/2014/main" id="{F34B8597-09E9-4494-B063-8B660F2C17A3}"/>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66">
            <a:extLst xmlns:a="http://schemas.openxmlformats.org/drawingml/2006/main">
              <a:ext uri="{FF2B5EF4-FFF2-40B4-BE49-F238E27FC236}">
                <a16:creationId xmlns:a16="http://schemas.microsoft.com/office/drawing/2014/main" id="{265B87A7-9E35-4852-8F9E-D4EAF7585C4B}"/>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24</a:t>
            </a:r>
          </a:p>
        </p:txBody>
      </p:sp>
      <p:sp>
        <p:nvSpPr>
          <p:cNvPr id="4" name="item-367">
            <a:extLst xmlns:a="http://schemas.openxmlformats.org/drawingml/2006/main">
              <a:ext uri="{FF2B5EF4-FFF2-40B4-BE49-F238E27FC236}">
                <a16:creationId xmlns:a16="http://schemas.microsoft.com/office/drawing/2014/main" id="{545E87A7-8C61-4241-9EEF-A6F1EEAA861A}"/>
              </a:ext>
            </a:extLst>
          </p:cNvPr>
          <p:cNvSpPr>
            <a:spLocks xmlns:a="http://schemas.openxmlformats.org/drawingml/2006/main" noGrp="1"/>
          </p:cNvSpPr>
          <p:nvPr/>
        </p:nvSpPr>
        <p:spPr>
          <a:xfrm xmlns:a="http://schemas.openxmlformats.org/drawingml/2006/main">
            <a:off x="752475" y="1847850"/>
            <a:ext cx="10668000" cy="3057525"/>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5" name="item-368">
            <a:extLst xmlns:a="http://schemas.openxmlformats.org/drawingml/2006/main">
              <a:ext uri="{FF2B5EF4-FFF2-40B4-BE49-F238E27FC236}">
                <a16:creationId xmlns:a16="http://schemas.microsoft.com/office/drawing/2014/main" id="{CC41DF99-7CAE-487D-B09C-0A3E7E4FBE4D}"/>
              </a:ext>
            </a:extLst>
          </p:cNvPr>
          <p:cNvSpPr>
            <a:spLocks xmlns:a="http://schemas.openxmlformats.org/drawingml/2006/main" noGrp="1"/>
          </p:cNvSpPr>
          <p:nvPr/>
        </p:nvSpPr>
        <p:spPr>
          <a:xfrm xmlns:a="http://schemas.openxmlformats.org/drawingml/2006/main">
            <a:off x="1019175" y="2038350"/>
            <a:ext cx="10134600" cy="2676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await tab.playwright.getByLabel("Full name")</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.fill("Alex Morgan");</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await tab.playwright.getByLabel("Company")</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.fill("Northpine Goods");</a:t>
            </a:r>
          </a:p>
          <a:p xmlns:a="http://schemas.openxmlformats.org/drawingml/2006/main">
            <a:pPr algn="l">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await tab.getAXState();</a:t>
            </a:r>
          </a:p>
        </p:txBody>
      </p:sp>
      <p:sp>
        <p:nvSpPr>
          <p:cNvPr id="6" name="item-369">
            <a:extLst xmlns:a="http://schemas.openxmlformats.org/drawingml/2006/main">
              <a:ext uri="{FF2B5EF4-FFF2-40B4-BE49-F238E27FC236}">
                <a16:creationId xmlns:a16="http://schemas.microsoft.com/office/drawing/2014/main" id="{0D1F27E2-9100-4C41-BDBB-16A4828EACC7}"/>
              </a:ext>
            </a:extLst>
          </p:cNvPr>
          <p:cNvSpPr>
            <a:spLocks xmlns:a="http://schemas.openxmlformats.org/drawingml/2006/main" noGrp="1"/>
          </p:cNvSpPr>
          <p:nvPr/>
        </p:nvSpPr>
        <p:spPr>
          <a:xfrm xmlns:a="http://schemas.openxmlformats.org/drawingml/2006/main">
            <a:off x="857250" y="5334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625" b="1">
                <a:solidFill>
                  <a:srgbClr val="378775"/>
                </a:solidFill>
                <a:latin typeface="Arial"/>
                <a:ea typeface="Arial"/>
                <a:cs typeface="Arial"/>
              </a:defRPr>
            </a:defPPr>
            <a:lvl1pPr algn="ctr">
              <a:defRPr sz="2625" b="1">
                <a:solidFill>
                  <a:srgbClr val="378775"/>
                </a:solidFill>
                <a:latin typeface="Arial"/>
                <a:ea typeface="Arial"/>
                <a:cs typeface="Arial"/>
              </a:defRPr>
            </a:lvl1pPr>
            <a:lvl2pPr algn="ctr">
              <a:defRPr sz="2625" b="1">
                <a:solidFill>
                  <a:srgbClr val="378775"/>
                </a:solidFill>
                <a:latin typeface="Arial"/>
                <a:ea typeface="Arial"/>
                <a:cs typeface="Arial"/>
              </a:defRPr>
            </a:lvl2pPr>
            <a:lvl3pPr algn="ctr">
              <a:defRPr sz="2625" b="1">
                <a:solidFill>
                  <a:srgbClr val="378775"/>
                </a:solidFill>
                <a:latin typeface="Arial"/>
                <a:ea typeface="Arial"/>
                <a:cs typeface="Arial"/>
              </a:defRPr>
            </a:lvl3pPr>
            <a:lvl4pPr algn="ctr">
              <a:defRPr sz="2625" b="1">
                <a:solidFill>
                  <a:srgbClr val="378775"/>
                </a:solidFill>
                <a:latin typeface="Arial"/>
                <a:ea typeface="Arial"/>
                <a:cs typeface="Arial"/>
              </a:defRPr>
            </a:lvl4pPr>
            <a:lvl5pPr algn="ctr">
              <a:defRPr sz="2625" b="1">
                <a:solidFill>
                  <a:srgbClr val="378775"/>
                </a:solidFill>
                <a:latin typeface="Arial"/>
                <a:ea typeface="Arial"/>
                <a:cs typeface="Arial"/>
              </a:defRPr>
            </a:lvl5pPr>
            <a:lvl6pPr algn="ctr">
              <a:defRPr sz="2625" b="1">
                <a:solidFill>
                  <a:srgbClr val="378775"/>
                </a:solidFill>
                <a:latin typeface="Arial"/>
                <a:ea typeface="Arial"/>
                <a:cs typeface="Arial"/>
              </a:defRPr>
            </a:lvl6pPr>
            <a:lvl7pPr algn="ctr">
              <a:defRPr sz="2625" b="1">
                <a:solidFill>
                  <a:srgbClr val="378775"/>
                </a:solidFill>
                <a:latin typeface="Arial"/>
                <a:ea typeface="Arial"/>
                <a:cs typeface="Arial"/>
              </a:defRPr>
            </a:lvl7pPr>
            <a:lvl8pPr algn="ctr">
              <a:defRPr sz="2625" b="1">
                <a:solidFill>
                  <a:srgbClr val="378775"/>
                </a:solidFill>
                <a:latin typeface="Arial"/>
                <a:ea typeface="Arial"/>
                <a:cs typeface="Arial"/>
              </a:defRPr>
            </a:lvl8pPr>
            <a:lvl9pPr algn="ctr">
              <a:defRPr sz="2625" b="1">
                <a:solidFill>
                  <a:srgbClr val="378775"/>
                </a:solidFill>
                <a:latin typeface="Arial"/>
                <a:ea typeface="Arial"/>
                <a:cs typeface="Arial"/>
              </a:defRPr>
            </a:lvl9pPr>
          </a:lstStyle>
          <a:p xmlns:a="http://schemas.openxmlformats.org/drawingml/2006/main">
            <a:pPr algn="ctr">
              <a:defRPr sz="2625" b="1">
                <a:solidFill>
                  <a:srgbClr val="378775"/>
                </a:solidFill>
                <a:latin typeface="Arial"/>
                <a:ea typeface="Arial"/>
                <a:cs typeface="Arial"/>
              </a:defRPr>
            </a:pPr>
            <a:r>
              <a:rPr sz="2625" b="1">
                <a:solidFill>
                  <a:srgbClr val="378775"/>
                </a:solidFill>
                <a:latin typeface="Arial"/>
                <a:ea typeface="Arial"/>
                <a:cs typeface="Arial"/>
              </a:rPr>
              <a:t>Batch predictable work, then inspect the result</a:t>
            </a:r>
          </a:p>
        </p:txBody>
      </p:sp>
    </p:spTree>
    <p:extLst>
      <p:ext uri="{BB962C8B-B14F-4D97-AF65-F5344CB8AC3E}">
        <p14:creationId xmlns:p14="http://schemas.microsoft.com/office/powerpoint/2010/main" val="774108146"/>
      </p:ext>
    </p:extLst>
  </p:cSld>
</p:sld>
</file>

<file path=ppt/slides/slide2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579447A-8B61-4282-BD99-7410BD485B58}"/>
              </a:ext>
            </a:extLst>
          </p:cNvPr>
          <p:cNvCxnSpPr>
            <a:stCxn xmlns:a="http://schemas.openxmlformats.org/drawingml/2006/main" id="4" idx="3"/>
            <a:endCxn xmlns:a="http://schemas.openxmlformats.org/drawingml/2006/main" id="7" idx="1"/>
          </p:cNvCxnSpPr>
          <p:nvPr/>
        </p:nvCxnSpPr>
        <p:spPr>
          <a:xfrm xmlns:a="http://schemas.openxmlformats.org/drawingml/2006/main">
            <a:off x="5314950" y="3381375"/>
            <a:ext cx="1543050" cy="0"/>
          </a:xfrm>
          <a:prstGeom xmlns:a="http://schemas.openxmlformats.org/drawingml/2006/main" prst="straightConnector1">
            <a:avLst/>
          </a:prstGeom>
          <a:ln xmlns:a="http://schemas.openxmlformats.org/drawingml/2006/main" w="23813">
            <a:solidFill>
              <a:srgbClr val="B98030"/>
            </a:solidFill>
            <a:tailEnd type="arrow" w="sm" len="sm"/>
          </a:ln>
        </p:spPr>
      </p:cxnSp>
      <p:sp>
        <p:nvSpPr>
          <p:cNvPr id="12" name="item-370">
            <a:extLst xmlns:a="http://schemas.openxmlformats.org/drawingml/2006/main">
              <a:ext uri="{FF2B5EF4-FFF2-40B4-BE49-F238E27FC236}">
                <a16:creationId xmlns:a16="http://schemas.microsoft.com/office/drawing/2014/main" id="{A29D8EBE-B2FD-4778-A9E7-A533D03B5C59}"/>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Await does not mean the task is done</a:t>
            </a:r>
          </a:p>
        </p:txBody>
      </p:sp>
      <p:sp>
        <p:nvSpPr>
          <p:cNvPr id="2" name="item-371">
            <a:extLst xmlns:a="http://schemas.openxmlformats.org/drawingml/2006/main">
              <a:ext uri="{FF2B5EF4-FFF2-40B4-BE49-F238E27FC236}">
                <a16:creationId xmlns:a16="http://schemas.microsoft.com/office/drawing/2014/main" id="{5CD50F58-CC3C-4DBE-A1F8-1459A3468010}"/>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72">
            <a:extLst xmlns:a="http://schemas.openxmlformats.org/drawingml/2006/main">
              <a:ext uri="{FF2B5EF4-FFF2-40B4-BE49-F238E27FC236}">
                <a16:creationId xmlns:a16="http://schemas.microsoft.com/office/drawing/2014/main" id="{C6A94F69-E83E-4BC1-AF25-08CB2C0BDE04}"/>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25</a:t>
            </a:r>
          </a:p>
        </p:txBody>
      </p:sp>
      <p:sp>
        <p:nvSpPr>
          <p:cNvPr id="4" name="item-373">
            <a:extLst xmlns:a="http://schemas.openxmlformats.org/drawingml/2006/main">
              <a:ext uri="{FF2B5EF4-FFF2-40B4-BE49-F238E27FC236}">
                <a16:creationId xmlns:a16="http://schemas.microsoft.com/office/drawing/2014/main" id="{1287F38C-D4F5-4E13-8114-80CD6AFB29FE}"/>
              </a:ext>
            </a:extLst>
          </p:cNvPr>
          <p:cNvSpPr>
            <a:spLocks xmlns:a="http://schemas.openxmlformats.org/drawingml/2006/main" noGrp="1"/>
          </p:cNvSpPr>
          <p:nvPr/>
        </p:nvSpPr>
        <p:spPr>
          <a:xfrm xmlns:a="http://schemas.openxmlformats.org/drawingml/2006/main">
            <a:off x="838200" y="2447925"/>
            <a:ext cx="447675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19050">
            <a:solidFill>
              <a:srgbClr val="477BBD"/>
            </a:solidFill>
          </a:ln>
        </p:spPr>
      </p:sp>
      <p:sp>
        <p:nvSpPr>
          <p:cNvPr id="5" name="item-374">
            <a:extLst xmlns:a="http://schemas.openxmlformats.org/drawingml/2006/main">
              <a:ext uri="{FF2B5EF4-FFF2-40B4-BE49-F238E27FC236}">
                <a16:creationId xmlns:a16="http://schemas.microsoft.com/office/drawing/2014/main" id="{DAACFD42-E406-4A39-AC88-270BBC150F25}"/>
              </a:ext>
            </a:extLst>
          </p:cNvPr>
          <p:cNvSpPr>
            <a:spLocks xmlns:a="http://schemas.openxmlformats.org/drawingml/2006/main" noGrp="1"/>
          </p:cNvSpPr>
          <p:nvPr/>
        </p:nvSpPr>
        <p:spPr>
          <a:xfrm xmlns:a="http://schemas.openxmlformats.org/drawingml/2006/main">
            <a:off x="952500" y="2581275"/>
            <a:ext cx="424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Input finished</a:t>
            </a:r>
          </a:p>
        </p:txBody>
      </p:sp>
      <p:sp>
        <p:nvSpPr>
          <p:cNvPr id="6" name="item-375">
            <a:extLst xmlns:a="http://schemas.openxmlformats.org/drawingml/2006/main">
              <a:ext uri="{FF2B5EF4-FFF2-40B4-BE49-F238E27FC236}">
                <a16:creationId xmlns:a16="http://schemas.microsoft.com/office/drawing/2014/main" id="{DB547CEF-2EAB-4D47-AE5D-4AC0E651E401}"/>
              </a:ext>
            </a:extLst>
          </p:cNvPr>
          <p:cNvSpPr>
            <a:spLocks xmlns:a="http://schemas.openxmlformats.org/drawingml/2006/main" noGrp="1"/>
          </p:cNvSpPr>
          <p:nvPr/>
        </p:nvSpPr>
        <p:spPr>
          <a:xfrm xmlns:a="http://schemas.openxmlformats.org/drawingml/2006/main">
            <a:off x="990600" y="3057525"/>
            <a:ext cx="41719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The click operation returned</a:t>
            </a:r>
          </a:p>
        </p:txBody>
      </p:sp>
      <p:sp>
        <p:nvSpPr>
          <p:cNvPr id="7" name="item-376">
            <a:extLst xmlns:a="http://schemas.openxmlformats.org/drawingml/2006/main">
              <a:ext uri="{FF2B5EF4-FFF2-40B4-BE49-F238E27FC236}">
                <a16:creationId xmlns:a16="http://schemas.microsoft.com/office/drawing/2014/main" id="{2E06CDD1-68DE-4D54-9CB3-D81872F6DFEA}"/>
              </a:ext>
            </a:extLst>
          </p:cNvPr>
          <p:cNvSpPr>
            <a:spLocks xmlns:a="http://schemas.openxmlformats.org/drawingml/2006/main" noGrp="1"/>
          </p:cNvSpPr>
          <p:nvPr/>
        </p:nvSpPr>
        <p:spPr>
          <a:xfrm xmlns:a="http://schemas.openxmlformats.org/drawingml/2006/main">
            <a:off x="6858000" y="2447925"/>
            <a:ext cx="447675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19050">
            <a:solidFill>
              <a:srgbClr val="378775"/>
            </a:solidFill>
          </a:ln>
        </p:spPr>
      </p:sp>
      <p:sp>
        <p:nvSpPr>
          <p:cNvPr id="8" name="item-377">
            <a:extLst xmlns:a="http://schemas.openxmlformats.org/drawingml/2006/main">
              <a:ext uri="{FF2B5EF4-FFF2-40B4-BE49-F238E27FC236}">
                <a16:creationId xmlns:a16="http://schemas.microsoft.com/office/drawing/2014/main" id="{2630C59F-5403-4453-ABB4-0AAA86983FE2}"/>
              </a:ext>
            </a:extLst>
          </p:cNvPr>
          <p:cNvSpPr>
            <a:spLocks xmlns:a="http://schemas.openxmlformats.org/drawingml/2006/main" noGrp="1"/>
          </p:cNvSpPr>
          <p:nvPr/>
        </p:nvSpPr>
        <p:spPr>
          <a:xfrm xmlns:a="http://schemas.openxmlformats.org/drawingml/2006/main">
            <a:off x="6972300" y="2581275"/>
            <a:ext cx="424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Task finished</a:t>
            </a:r>
          </a:p>
        </p:txBody>
      </p:sp>
      <p:sp>
        <p:nvSpPr>
          <p:cNvPr id="9" name="item-378">
            <a:extLst xmlns:a="http://schemas.openxmlformats.org/drawingml/2006/main">
              <a:ext uri="{FF2B5EF4-FFF2-40B4-BE49-F238E27FC236}">
                <a16:creationId xmlns:a16="http://schemas.microsoft.com/office/drawing/2014/main" id="{D20C76D7-964C-43E7-A74E-1529FA7B3E84}"/>
              </a:ext>
            </a:extLst>
          </p:cNvPr>
          <p:cNvSpPr>
            <a:spLocks xmlns:a="http://schemas.openxmlformats.org/drawingml/2006/main" noGrp="1"/>
          </p:cNvSpPr>
          <p:nvPr/>
        </p:nvSpPr>
        <p:spPr>
          <a:xfrm xmlns:a="http://schemas.openxmlformats.org/drawingml/2006/main">
            <a:off x="7010400" y="3057525"/>
            <a:ext cx="41719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The expected receipt or file exists</a:t>
            </a:r>
          </a:p>
        </p:txBody>
      </p:sp>
      <p:sp>
        <p:nvSpPr>
          <p:cNvPr id="11" name="item-379">
            <a:extLst xmlns:a="http://schemas.openxmlformats.org/drawingml/2006/main">
              <a:ext uri="{FF2B5EF4-FFF2-40B4-BE49-F238E27FC236}">
                <a16:creationId xmlns:a16="http://schemas.microsoft.com/office/drawing/2014/main" id="{933325AA-955F-4846-8493-FC2430ED8440}"/>
              </a:ext>
            </a:extLst>
          </p:cNvPr>
          <p:cNvSpPr>
            <a:spLocks xmlns:a="http://schemas.openxmlformats.org/drawingml/2006/main" noGrp="1"/>
          </p:cNvSpPr>
          <p:nvPr/>
        </p:nvSpPr>
        <p:spPr>
          <a:xfrm xmlns:a="http://schemas.openxmlformats.org/drawingml/2006/main">
            <a:off x="1143000" y="5038725"/>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700" b="1">
                <a:solidFill>
                  <a:srgbClr val="152D46"/>
                </a:solidFill>
                <a:latin typeface="Arial"/>
                <a:ea typeface="Arial"/>
                <a:cs typeface="Arial"/>
              </a:defRPr>
            </a:defPPr>
            <a:lvl1pPr algn="ctr">
              <a:defRPr sz="2700" b="1">
                <a:solidFill>
                  <a:srgbClr val="152D46"/>
                </a:solidFill>
                <a:latin typeface="Arial"/>
                <a:ea typeface="Arial"/>
                <a:cs typeface="Arial"/>
              </a:defRPr>
            </a:lvl1pPr>
            <a:lvl2pPr algn="ctr">
              <a:defRPr sz="2700" b="1">
                <a:solidFill>
                  <a:srgbClr val="152D46"/>
                </a:solidFill>
                <a:latin typeface="Arial"/>
                <a:ea typeface="Arial"/>
                <a:cs typeface="Arial"/>
              </a:defRPr>
            </a:lvl2pPr>
            <a:lvl3pPr algn="ctr">
              <a:defRPr sz="2700" b="1">
                <a:solidFill>
                  <a:srgbClr val="152D46"/>
                </a:solidFill>
                <a:latin typeface="Arial"/>
                <a:ea typeface="Arial"/>
                <a:cs typeface="Arial"/>
              </a:defRPr>
            </a:lvl3pPr>
            <a:lvl4pPr algn="ctr">
              <a:defRPr sz="2700" b="1">
                <a:solidFill>
                  <a:srgbClr val="152D46"/>
                </a:solidFill>
                <a:latin typeface="Arial"/>
                <a:ea typeface="Arial"/>
                <a:cs typeface="Arial"/>
              </a:defRPr>
            </a:lvl4pPr>
            <a:lvl5pPr algn="ctr">
              <a:defRPr sz="2700" b="1">
                <a:solidFill>
                  <a:srgbClr val="152D46"/>
                </a:solidFill>
                <a:latin typeface="Arial"/>
                <a:ea typeface="Arial"/>
                <a:cs typeface="Arial"/>
              </a:defRPr>
            </a:lvl5pPr>
            <a:lvl6pPr algn="ctr">
              <a:defRPr sz="2700" b="1">
                <a:solidFill>
                  <a:srgbClr val="152D46"/>
                </a:solidFill>
                <a:latin typeface="Arial"/>
                <a:ea typeface="Arial"/>
                <a:cs typeface="Arial"/>
              </a:defRPr>
            </a:lvl6pPr>
            <a:lvl7pPr algn="ctr">
              <a:defRPr sz="2700" b="1">
                <a:solidFill>
                  <a:srgbClr val="152D46"/>
                </a:solidFill>
                <a:latin typeface="Arial"/>
                <a:ea typeface="Arial"/>
                <a:cs typeface="Arial"/>
              </a:defRPr>
            </a:lvl7pPr>
            <a:lvl8pPr algn="ctr">
              <a:defRPr sz="2700" b="1">
                <a:solidFill>
                  <a:srgbClr val="152D46"/>
                </a:solidFill>
                <a:latin typeface="Arial"/>
                <a:ea typeface="Arial"/>
                <a:cs typeface="Arial"/>
              </a:defRPr>
            </a:lvl8pPr>
            <a:lvl9pPr algn="ctr">
              <a:defRPr sz="2700" b="1">
                <a:solidFill>
                  <a:srgbClr val="152D46"/>
                </a:solidFill>
                <a:latin typeface="Arial"/>
                <a:ea typeface="Arial"/>
                <a:cs typeface="Arial"/>
              </a:defRPr>
            </a:lvl9pPr>
          </a:lstStyle>
          <a:p xmlns:a="http://schemas.openxmlformats.org/drawingml/2006/main">
            <a:pPr algn="ctr">
              <a:defRPr sz="2700" b="1">
                <a:solidFill>
                  <a:srgbClr val="152D46"/>
                </a:solidFill>
                <a:latin typeface="Arial"/>
                <a:ea typeface="Arial"/>
                <a:cs typeface="Arial"/>
              </a:defRPr>
            </a:pPr>
            <a:r>
              <a:rPr sz="2700" b="1">
                <a:solidFill>
                  <a:srgbClr val="152D46"/>
                </a:solidFill>
                <a:latin typeface="Arial"/>
                <a:ea typeface="Arial"/>
                <a:cs typeface="Arial"/>
              </a:rPr>
              <a:t>The application may still be loading or saving</a:t>
            </a:r>
          </a:p>
        </p:txBody>
      </p:sp>
    </p:spTree>
    <p:extLst>
      <p:ext uri="{BB962C8B-B14F-4D97-AF65-F5344CB8AC3E}">
        <p14:creationId xmlns:p14="http://schemas.microsoft.com/office/powerpoint/2010/main" val="566145706"/>
      </p:ext>
    </p:extLst>
  </p:cSld>
</p:sld>
</file>

<file path=ppt/slides/slide2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A5516A8-6368-4C06-B1DE-CB5DEC5D20FF}"/>
              </a:ext>
            </a:extLst>
          </p:cNvPr>
          <p:cNvCxnSpPr>
            <a:stCxn xmlns:a="http://schemas.openxmlformats.org/drawingml/2006/main" id="4" idx="3"/>
            <a:endCxn xmlns:a="http://schemas.openxmlformats.org/drawingml/2006/main" id="7" idx="1"/>
          </p:cNvCxnSpPr>
          <p:nvPr/>
        </p:nvCxnSpPr>
        <p:spPr>
          <a:xfrm xmlns:a="http://schemas.openxmlformats.org/drawingml/2006/main">
            <a:off x="5172075" y="3257550"/>
            <a:ext cx="1819275" cy="190500"/>
          </a:xfrm>
          <a:prstGeom xmlns:a="http://schemas.openxmlformats.org/drawingml/2006/main" prst="straightConnector1">
            <a:avLst/>
          </a:prstGeom>
          <a:ln xmlns:a="http://schemas.openxmlformats.org/drawingml/2006/main" w="23813">
            <a:solidFill>
              <a:srgbClr val="8872B3"/>
            </a:solidFill>
            <a:tailEnd type="arrow" w="sm" len="sm"/>
          </a:ln>
        </p:spPr>
      </p:cxnSp>
      <p:sp>
        <p:nvSpPr>
          <p:cNvPr id="12" name="item-380">
            <a:extLst xmlns:a="http://schemas.openxmlformats.org/drawingml/2006/main">
              <a:ext uri="{FF2B5EF4-FFF2-40B4-BE49-F238E27FC236}">
                <a16:creationId xmlns:a16="http://schemas.microsoft.com/office/drawing/2014/main" id="{A6A9FFA4-0CEE-40C2-BFA5-B05632D386A2}"/>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Scroll and zoom change the target</a:t>
            </a:r>
          </a:p>
        </p:txBody>
      </p:sp>
      <p:sp>
        <p:nvSpPr>
          <p:cNvPr id="2" name="item-381">
            <a:extLst xmlns:a="http://schemas.openxmlformats.org/drawingml/2006/main">
              <a:ext uri="{FF2B5EF4-FFF2-40B4-BE49-F238E27FC236}">
                <a16:creationId xmlns:a16="http://schemas.microsoft.com/office/drawing/2014/main" id="{BC5AC87D-25E8-4E7F-AB1B-B42579D8E83F}"/>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82">
            <a:extLst xmlns:a="http://schemas.openxmlformats.org/drawingml/2006/main">
              <a:ext uri="{FF2B5EF4-FFF2-40B4-BE49-F238E27FC236}">
                <a16:creationId xmlns:a16="http://schemas.microsoft.com/office/drawing/2014/main" id="{7511E34F-594F-4C31-A40B-FB220947A62C}"/>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26</a:t>
            </a:r>
          </a:p>
        </p:txBody>
      </p:sp>
      <p:sp>
        <p:nvSpPr>
          <p:cNvPr id="4" name="item-383">
            <a:extLst xmlns:a="http://schemas.openxmlformats.org/drawingml/2006/main">
              <a:ext uri="{FF2B5EF4-FFF2-40B4-BE49-F238E27FC236}">
                <a16:creationId xmlns:a16="http://schemas.microsoft.com/office/drawing/2014/main" id="{062A2889-4978-4EC0-A5B4-62DF151261EF}"/>
              </a:ext>
            </a:extLst>
          </p:cNvPr>
          <p:cNvSpPr>
            <a:spLocks xmlns:a="http://schemas.openxmlformats.org/drawingml/2006/main" noGrp="1"/>
          </p:cNvSpPr>
          <p:nvPr/>
        </p:nvSpPr>
        <p:spPr>
          <a:xfrm xmlns:a="http://schemas.openxmlformats.org/drawingml/2006/main">
            <a:off x="800100" y="2124075"/>
            <a:ext cx="4371975" cy="2266950"/>
          </a:xfrm>
          <a:prstGeom xmlns:a="http://schemas.openxmlformats.org/drawingml/2006/main" prst="roundRect">
            <a:avLst>
              <a:gd name="adj" fmla="val 3361"/>
            </a:avLst>
          </a:prstGeom>
          <a:solidFill xmlns:a="http://schemas.openxmlformats.org/drawingml/2006/main">
            <a:srgbClr val="FFFFFF"/>
          </a:solidFill>
          <a:ln xmlns:a="http://schemas.openxmlformats.org/drawingml/2006/main" w="19050">
            <a:solidFill>
              <a:srgbClr val="477BBD"/>
            </a:solidFill>
          </a:ln>
        </p:spPr>
      </p:sp>
      <p:sp>
        <p:nvSpPr>
          <p:cNvPr id="5" name="item-384">
            <a:extLst xmlns:a="http://schemas.openxmlformats.org/drawingml/2006/main">
              <a:ext uri="{FF2B5EF4-FFF2-40B4-BE49-F238E27FC236}">
                <a16:creationId xmlns:a16="http://schemas.microsoft.com/office/drawing/2014/main" id="{D10B545E-B3DD-4140-9A16-9527F781B461}"/>
              </a:ext>
            </a:extLst>
          </p:cNvPr>
          <p:cNvSpPr>
            <a:spLocks xmlns:a="http://schemas.openxmlformats.org/drawingml/2006/main" noGrp="1"/>
          </p:cNvSpPr>
          <p:nvPr/>
        </p:nvSpPr>
        <p:spPr>
          <a:xfrm xmlns:a="http://schemas.openxmlformats.org/drawingml/2006/main">
            <a:off x="914400" y="2257425"/>
            <a:ext cx="4143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Original screenshot</a:t>
            </a:r>
          </a:p>
        </p:txBody>
      </p:sp>
      <p:sp>
        <p:nvSpPr>
          <p:cNvPr id="6" name="item-385">
            <a:extLst xmlns:a="http://schemas.openxmlformats.org/drawingml/2006/main">
              <a:ext uri="{FF2B5EF4-FFF2-40B4-BE49-F238E27FC236}">
                <a16:creationId xmlns:a16="http://schemas.microsoft.com/office/drawing/2014/main" id="{E6351983-5A32-4EB4-8F1F-AD8E3F279EE4}"/>
              </a:ext>
            </a:extLst>
          </p:cNvPr>
          <p:cNvSpPr>
            <a:spLocks xmlns:a="http://schemas.openxmlformats.org/drawingml/2006/main" noGrp="1"/>
          </p:cNvSpPr>
          <p:nvPr/>
        </p:nvSpPr>
        <p:spPr>
          <a:xfrm xmlns:a="http://schemas.openxmlformats.org/drawingml/2006/main">
            <a:off x="952500" y="2733675"/>
            <a:ext cx="40671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1600 × 1200 display</a:t>
            </a:r>
          </a:p>
        </p:txBody>
      </p:sp>
      <p:sp>
        <p:nvSpPr>
          <p:cNvPr id="7" name="item-386">
            <a:extLst xmlns:a="http://schemas.openxmlformats.org/drawingml/2006/main">
              <a:ext uri="{FF2B5EF4-FFF2-40B4-BE49-F238E27FC236}">
                <a16:creationId xmlns:a16="http://schemas.microsoft.com/office/drawing/2014/main" id="{0F30FB0E-FC7B-4940-8F78-FDD0CCF8E198}"/>
              </a:ext>
            </a:extLst>
          </p:cNvPr>
          <p:cNvSpPr>
            <a:spLocks xmlns:a="http://schemas.openxmlformats.org/drawingml/2006/main" noGrp="1"/>
          </p:cNvSpPr>
          <p:nvPr/>
        </p:nvSpPr>
        <p:spPr>
          <a:xfrm xmlns:a="http://schemas.openxmlformats.org/drawingml/2006/main">
            <a:off x="6991350" y="2505075"/>
            <a:ext cx="3429000" cy="1885950"/>
          </a:xfrm>
          <a:prstGeom xmlns:a="http://schemas.openxmlformats.org/drawingml/2006/main" prst="roundRect">
            <a:avLst>
              <a:gd name="adj" fmla="val 4040"/>
            </a:avLst>
          </a:prstGeom>
          <a:solidFill xmlns:a="http://schemas.openxmlformats.org/drawingml/2006/main">
            <a:srgbClr val="FFFFFF"/>
          </a:solidFill>
          <a:ln xmlns:a="http://schemas.openxmlformats.org/drawingml/2006/main" w="19050">
            <a:solidFill>
              <a:srgbClr val="8872B3"/>
            </a:solidFill>
          </a:ln>
        </p:spPr>
      </p:sp>
      <p:sp>
        <p:nvSpPr>
          <p:cNvPr id="8" name="item-387">
            <a:extLst xmlns:a="http://schemas.openxmlformats.org/drawingml/2006/main">
              <a:ext uri="{FF2B5EF4-FFF2-40B4-BE49-F238E27FC236}">
                <a16:creationId xmlns:a16="http://schemas.microsoft.com/office/drawing/2014/main" id="{D373E413-172C-4D1D-A51C-0EB0A011018E}"/>
              </a:ext>
            </a:extLst>
          </p:cNvPr>
          <p:cNvSpPr>
            <a:spLocks xmlns:a="http://schemas.openxmlformats.org/drawingml/2006/main" noGrp="1"/>
          </p:cNvSpPr>
          <p:nvPr/>
        </p:nvSpPr>
        <p:spPr>
          <a:xfrm xmlns:a="http://schemas.openxmlformats.org/drawingml/2006/main">
            <a:off x="7105650" y="2638425"/>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Image sent to the model</a:t>
            </a:r>
          </a:p>
        </p:txBody>
      </p:sp>
      <p:sp>
        <p:nvSpPr>
          <p:cNvPr id="9" name="item-388">
            <a:extLst xmlns:a="http://schemas.openxmlformats.org/drawingml/2006/main">
              <a:ext uri="{FF2B5EF4-FFF2-40B4-BE49-F238E27FC236}">
                <a16:creationId xmlns:a16="http://schemas.microsoft.com/office/drawing/2014/main" id="{817CC06C-565A-423F-8CC4-80F1556047DF}"/>
              </a:ext>
            </a:extLst>
          </p:cNvPr>
          <p:cNvSpPr>
            <a:spLocks xmlns:a="http://schemas.openxmlformats.org/drawingml/2006/main" noGrp="1"/>
          </p:cNvSpPr>
          <p:nvPr/>
        </p:nvSpPr>
        <p:spPr>
          <a:xfrm xmlns:a="http://schemas.openxmlformats.org/drawingml/2006/main">
            <a:off x="7143750" y="3114675"/>
            <a:ext cx="31242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800 × 600 image</a:t>
            </a:r>
          </a:p>
        </p:txBody>
      </p:sp>
      <p:sp>
        <p:nvSpPr>
          <p:cNvPr id="11" name="item-389">
            <a:extLst xmlns:a="http://schemas.openxmlformats.org/drawingml/2006/main">
              <a:ext uri="{FF2B5EF4-FFF2-40B4-BE49-F238E27FC236}">
                <a16:creationId xmlns:a16="http://schemas.microsoft.com/office/drawing/2014/main" id="{478BF9E9-8B5E-477D-A3EE-A5323FD1D8B2}"/>
              </a:ext>
            </a:extLst>
          </p:cNvPr>
          <p:cNvSpPr>
            <a:spLocks xmlns:a="http://schemas.openxmlformats.org/drawingml/2006/main" noGrp="1"/>
          </p:cNvSpPr>
          <p:nvPr/>
        </p:nvSpPr>
        <p:spPr>
          <a:xfrm xmlns:a="http://schemas.openxmlformats.org/drawingml/2006/main">
            <a:off x="714375" y="49911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475" b="1">
                <a:solidFill>
                  <a:srgbClr val="152D46"/>
                </a:solidFill>
                <a:latin typeface="Arial"/>
                <a:ea typeface="Arial"/>
                <a:cs typeface="Arial"/>
              </a:defRPr>
            </a:defPPr>
            <a:lvl1pPr algn="ctr">
              <a:defRPr sz="2475" b="1">
                <a:solidFill>
                  <a:srgbClr val="152D46"/>
                </a:solidFill>
                <a:latin typeface="Arial"/>
                <a:ea typeface="Arial"/>
                <a:cs typeface="Arial"/>
              </a:defRPr>
            </a:lvl1pPr>
            <a:lvl2pPr algn="ctr">
              <a:defRPr sz="2475" b="1">
                <a:solidFill>
                  <a:srgbClr val="152D46"/>
                </a:solidFill>
                <a:latin typeface="Arial"/>
                <a:ea typeface="Arial"/>
                <a:cs typeface="Arial"/>
              </a:defRPr>
            </a:lvl2pPr>
            <a:lvl3pPr algn="ctr">
              <a:defRPr sz="2475" b="1">
                <a:solidFill>
                  <a:srgbClr val="152D46"/>
                </a:solidFill>
                <a:latin typeface="Arial"/>
                <a:ea typeface="Arial"/>
                <a:cs typeface="Arial"/>
              </a:defRPr>
            </a:lvl3pPr>
            <a:lvl4pPr algn="ctr">
              <a:defRPr sz="2475" b="1">
                <a:solidFill>
                  <a:srgbClr val="152D46"/>
                </a:solidFill>
                <a:latin typeface="Arial"/>
                <a:ea typeface="Arial"/>
                <a:cs typeface="Arial"/>
              </a:defRPr>
            </a:lvl4pPr>
            <a:lvl5pPr algn="ctr">
              <a:defRPr sz="2475" b="1">
                <a:solidFill>
                  <a:srgbClr val="152D46"/>
                </a:solidFill>
                <a:latin typeface="Arial"/>
                <a:ea typeface="Arial"/>
                <a:cs typeface="Arial"/>
              </a:defRPr>
            </a:lvl5pPr>
            <a:lvl6pPr algn="ctr">
              <a:defRPr sz="2475" b="1">
                <a:solidFill>
                  <a:srgbClr val="152D46"/>
                </a:solidFill>
                <a:latin typeface="Arial"/>
                <a:ea typeface="Arial"/>
                <a:cs typeface="Arial"/>
              </a:defRPr>
            </a:lvl6pPr>
            <a:lvl7pPr algn="ctr">
              <a:defRPr sz="2475" b="1">
                <a:solidFill>
                  <a:srgbClr val="152D46"/>
                </a:solidFill>
                <a:latin typeface="Arial"/>
                <a:ea typeface="Arial"/>
                <a:cs typeface="Arial"/>
              </a:defRPr>
            </a:lvl7pPr>
            <a:lvl8pPr algn="ctr">
              <a:defRPr sz="2475" b="1">
                <a:solidFill>
                  <a:srgbClr val="152D46"/>
                </a:solidFill>
                <a:latin typeface="Arial"/>
                <a:ea typeface="Arial"/>
                <a:cs typeface="Arial"/>
              </a:defRPr>
            </a:lvl8pPr>
            <a:lvl9pPr algn="ctr">
              <a:defRPr sz="2475" b="1">
                <a:solidFill>
                  <a:srgbClr val="152D46"/>
                </a:solidFill>
                <a:latin typeface="Arial"/>
                <a:ea typeface="Arial"/>
                <a:cs typeface="Arial"/>
              </a:defRPr>
            </a:lvl9pPr>
          </a:lstStyle>
          <a:p xmlns:a="http://schemas.openxmlformats.org/drawingml/2006/main">
            <a:pPr algn="ctr">
              <a:defRPr sz="2475" b="1">
                <a:solidFill>
                  <a:srgbClr val="152D46"/>
                </a:solidFill>
                <a:latin typeface="Arial"/>
                <a:ea typeface="Arial"/>
                <a:cs typeface="Arial"/>
              </a:defRPr>
            </a:pPr>
            <a:r>
              <a:rPr sz="2475" b="1">
                <a:solidFill>
                  <a:srgbClr val="152D46"/>
                </a:solidFill>
                <a:latin typeface="Arial"/>
                <a:ea typeface="Arial"/>
                <a:cs typeface="Arial"/>
              </a:rPr>
              <a:t>Image point (400, 300) maps to display point (800, 600)</a:t>
            </a:r>
          </a:p>
        </p:txBody>
      </p:sp>
    </p:spTree>
    <p:extLst>
      <p:ext uri="{BB962C8B-B14F-4D97-AF65-F5344CB8AC3E}">
        <p14:creationId xmlns:p14="http://schemas.microsoft.com/office/powerpoint/2010/main" val="1859687617"/>
      </p:ext>
    </p:extLst>
  </p:cSld>
</p:sld>
</file>

<file path=ppt/slides/slide2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6" name="item-390">
            <a:extLst xmlns:a="http://schemas.openxmlformats.org/drawingml/2006/main">
              <a:ext uri="{FF2B5EF4-FFF2-40B4-BE49-F238E27FC236}">
                <a16:creationId xmlns:a16="http://schemas.microsoft.com/office/drawing/2014/main" id="{15D50BF2-7DFE-479C-92AF-39E7B9F332D6}"/>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returned observation</a:t>
            </a:r>
          </a:p>
        </p:txBody>
      </p:sp>
      <p:sp>
        <p:nvSpPr>
          <p:cNvPr id="2" name="item-391">
            <a:extLst xmlns:a="http://schemas.openxmlformats.org/drawingml/2006/main">
              <a:ext uri="{FF2B5EF4-FFF2-40B4-BE49-F238E27FC236}">
                <a16:creationId xmlns:a16="http://schemas.microsoft.com/office/drawing/2014/main" id="{64704A7D-70DA-4AD4-9F2C-D6ED838A32E5}"/>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392">
            <a:extLst xmlns:a="http://schemas.openxmlformats.org/drawingml/2006/main">
              <a:ext uri="{FF2B5EF4-FFF2-40B4-BE49-F238E27FC236}">
                <a16:creationId xmlns:a16="http://schemas.microsoft.com/office/drawing/2014/main" id="{4D5D2D55-BCD6-4ACF-B6FC-3452863EEFEB}"/>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27</a:t>
            </a:r>
          </a:p>
        </p:txBody>
      </p:sp>
      <p:sp>
        <p:nvSpPr>
          <p:cNvPr id="4" name="item-393">
            <a:extLst xmlns:a="http://schemas.openxmlformats.org/drawingml/2006/main">
              <a:ext uri="{FF2B5EF4-FFF2-40B4-BE49-F238E27FC236}">
                <a16:creationId xmlns:a16="http://schemas.microsoft.com/office/drawing/2014/main" id="{664DD7CA-3102-42AE-8C47-743A419250AB}"/>
              </a:ext>
            </a:extLst>
          </p:cNvPr>
          <p:cNvSpPr>
            <a:spLocks xmlns:a="http://schemas.openxmlformats.org/drawingml/2006/main" noGrp="1"/>
          </p:cNvSpPr>
          <p:nvPr/>
        </p:nvSpPr>
        <p:spPr>
          <a:xfrm xmlns:a="http://schemas.openxmlformats.org/drawingml/2006/main">
            <a:off x="742950" y="2152650"/>
            <a:ext cx="7239000" cy="2609850"/>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5" name="item-394">
            <a:extLst xmlns:a="http://schemas.openxmlformats.org/drawingml/2006/main">
              <a:ext uri="{FF2B5EF4-FFF2-40B4-BE49-F238E27FC236}">
                <a16:creationId xmlns:a16="http://schemas.microsoft.com/office/drawing/2014/main" id="{CC5B30CE-0A1D-4A37-8AF9-CEBA30122A1E}"/>
              </a:ext>
            </a:extLst>
          </p:cNvPr>
          <p:cNvSpPr>
            <a:spLocks xmlns:a="http://schemas.openxmlformats.org/drawingml/2006/main" noGrp="1"/>
          </p:cNvSpPr>
          <p:nvPr/>
        </p:nvSpPr>
        <p:spPr>
          <a:xfrm xmlns:a="http://schemas.openxmlformats.org/drawingml/2006/main">
            <a:off x="1009650" y="2343150"/>
            <a:ext cx="67056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FFFFFF"/>
                </a:solidFill>
                <a:latin typeface="Courier New"/>
                <a:ea typeface="Courier New"/>
                <a:cs typeface="Courier New"/>
              </a:defRPr>
            </a:defPPr>
            <a:lvl1pPr algn="l">
              <a:defRPr sz="2025" b="0">
                <a:solidFill>
                  <a:srgbClr val="FFFFFF"/>
                </a:solidFill>
                <a:latin typeface="Courier New"/>
                <a:ea typeface="Courier New"/>
                <a:cs typeface="Courier New"/>
              </a:defRPr>
            </a:lvl1pPr>
            <a:lvl2pPr algn="l">
              <a:defRPr sz="2025" b="0">
                <a:solidFill>
                  <a:srgbClr val="FFFFFF"/>
                </a:solidFill>
                <a:latin typeface="Courier New"/>
                <a:ea typeface="Courier New"/>
                <a:cs typeface="Courier New"/>
              </a:defRPr>
            </a:lvl2pPr>
            <a:lvl3pPr algn="l">
              <a:defRPr sz="2025" b="0">
                <a:solidFill>
                  <a:srgbClr val="FFFFFF"/>
                </a:solidFill>
                <a:latin typeface="Courier New"/>
                <a:ea typeface="Courier New"/>
                <a:cs typeface="Courier New"/>
              </a:defRPr>
            </a:lvl3pPr>
            <a:lvl4pPr algn="l">
              <a:defRPr sz="2025" b="0">
                <a:solidFill>
                  <a:srgbClr val="FFFFFF"/>
                </a:solidFill>
                <a:latin typeface="Courier New"/>
                <a:ea typeface="Courier New"/>
                <a:cs typeface="Courier New"/>
              </a:defRPr>
            </a:lvl4pPr>
            <a:lvl5pPr algn="l">
              <a:defRPr sz="2025" b="0">
                <a:solidFill>
                  <a:srgbClr val="FFFFFF"/>
                </a:solidFill>
                <a:latin typeface="Courier New"/>
                <a:ea typeface="Courier New"/>
                <a:cs typeface="Courier New"/>
              </a:defRPr>
            </a:lvl5pPr>
            <a:lvl6pPr algn="l">
              <a:defRPr sz="2025" b="0">
                <a:solidFill>
                  <a:srgbClr val="FFFFFF"/>
                </a:solidFill>
                <a:latin typeface="Courier New"/>
                <a:ea typeface="Courier New"/>
                <a:cs typeface="Courier New"/>
              </a:defRPr>
            </a:lvl6pPr>
            <a:lvl7pPr algn="l">
              <a:defRPr sz="2025" b="0">
                <a:solidFill>
                  <a:srgbClr val="FFFFFF"/>
                </a:solidFill>
                <a:latin typeface="Courier New"/>
                <a:ea typeface="Courier New"/>
                <a:cs typeface="Courier New"/>
              </a:defRPr>
            </a:lvl7pPr>
            <a:lvl8pPr algn="l">
              <a:defRPr sz="2025" b="0">
                <a:solidFill>
                  <a:srgbClr val="FFFFFF"/>
                </a:solidFill>
                <a:latin typeface="Courier New"/>
                <a:ea typeface="Courier New"/>
                <a:cs typeface="Courier New"/>
              </a:defRPr>
            </a:lvl8pPr>
            <a:lvl9pPr algn="l">
              <a:defRPr sz="2025" b="0">
                <a:solidFill>
                  <a:srgbClr val="FFFFFF"/>
                </a:solidFill>
                <a:latin typeface="Courier New"/>
                <a:ea typeface="Courier New"/>
                <a:cs typeface="Courier New"/>
              </a:defRPr>
            </a:lvl9pPr>
          </a:lstStyle>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0 AXWebArea: Project request</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10 Heading: Check your request</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32 Button: Submit demo request</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33 Button: Back to edit</a:t>
            </a:r>
          </a:p>
        </p:txBody>
      </p:sp>
      <p:sp>
        <p:nvSpPr>
          <p:cNvPr id="6" name="item-395">
            <a:extLst xmlns:a="http://schemas.openxmlformats.org/drawingml/2006/main">
              <a:ext uri="{FF2B5EF4-FFF2-40B4-BE49-F238E27FC236}">
                <a16:creationId xmlns:a16="http://schemas.microsoft.com/office/drawing/2014/main" id="{489D35DE-073B-448E-93A8-925E44D2637A}"/>
              </a:ext>
            </a:extLst>
          </p:cNvPr>
          <p:cNvSpPr>
            <a:spLocks xmlns:a="http://schemas.openxmlformats.org/drawingml/2006/main" noGrp="1"/>
          </p:cNvSpPr>
          <p:nvPr/>
        </p:nvSpPr>
        <p:spPr>
          <a:xfrm xmlns:a="http://schemas.openxmlformats.org/drawingml/2006/main">
            <a:off x="8353425" y="217170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7" name="item-396">
            <a:extLst xmlns:a="http://schemas.openxmlformats.org/drawingml/2006/main">
              <a:ext uri="{FF2B5EF4-FFF2-40B4-BE49-F238E27FC236}">
                <a16:creationId xmlns:a16="http://schemas.microsoft.com/office/drawing/2014/main" id="{6DB93C66-238E-4039-BB20-931D27F9612E}"/>
              </a:ext>
            </a:extLst>
          </p:cNvPr>
          <p:cNvSpPr>
            <a:spLocks xmlns:a="http://schemas.openxmlformats.org/drawingml/2006/main" noGrp="1"/>
          </p:cNvSpPr>
          <p:nvPr/>
        </p:nvSpPr>
        <p:spPr>
          <a:xfrm xmlns:a="http://schemas.openxmlformats.org/drawingml/2006/main">
            <a:off x="8239125" y="21717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8" name="item-397">
            <a:extLst xmlns:a="http://schemas.openxmlformats.org/drawingml/2006/main">
              <a:ext uri="{FF2B5EF4-FFF2-40B4-BE49-F238E27FC236}">
                <a16:creationId xmlns:a16="http://schemas.microsoft.com/office/drawing/2014/main" id="{A8BB0139-C6F1-4194-AC5F-8605547E4741}"/>
              </a:ext>
            </a:extLst>
          </p:cNvPr>
          <p:cNvSpPr>
            <a:spLocks xmlns:a="http://schemas.openxmlformats.org/drawingml/2006/main" noGrp="1"/>
          </p:cNvSpPr>
          <p:nvPr/>
        </p:nvSpPr>
        <p:spPr>
          <a:xfrm xmlns:a="http://schemas.openxmlformats.org/drawingml/2006/main">
            <a:off x="8877300" y="2133600"/>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477BBD"/>
                </a:solidFill>
                <a:latin typeface="Arial"/>
                <a:ea typeface="Arial"/>
                <a:cs typeface="Arial"/>
              </a:defRPr>
            </a:defPPr>
            <a:lvl1pPr algn="l">
              <a:defRPr sz="1875" b="1">
                <a:solidFill>
                  <a:srgbClr val="477BBD"/>
                </a:solidFill>
                <a:latin typeface="Arial"/>
                <a:ea typeface="Arial"/>
                <a:cs typeface="Arial"/>
              </a:defRPr>
            </a:lvl1pPr>
            <a:lvl2pPr algn="l">
              <a:defRPr sz="1875" b="1">
                <a:solidFill>
                  <a:srgbClr val="477BBD"/>
                </a:solidFill>
                <a:latin typeface="Arial"/>
                <a:ea typeface="Arial"/>
                <a:cs typeface="Arial"/>
              </a:defRPr>
            </a:lvl2pPr>
            <a:lvl3pPr algn="l">
              <a:defRPr sz="1875" b="1">
                <a:solidFill>
                  <a:srgbClr val="477BBD"/>
                </a:solidFill>
                <a:latin typeface="Arial"/>
                <a:ea typeface="Arial"/>
                <a:cs typeface="Arial"/>
              </a:defRPr>
            </a:lvl3pPr>
            <a:lvl4pPr algn="l">
              <a:defRPr sz="1875" b="1">
                <a:solidFill>
                  <a:srgbClr val="477BBD"/>
                </a:solidFill>
                <a:latin typeface="Arial"/>
                <a:ea typeface="Arial"/>
                <a:cs typeface="Arial"/>
              </a:defRPr>
            </a:lvl4pPr>
            <a:lvl5pPr algn="l">
              <a:defRPr sz="1875" b="1">
                <a:solidFill>
                  <a:srgbClr val="477BBD"/>
                </a:solidFill>
                <a:latin typeface="Arial"/>
                <a:ea typeface="Arial"/>
                <a:cs typeface="Arial"/>
              </a:defRPr>
            </a:lvl5pPr>
            <a:lvl6pPr algn="l">
              <a:defRPr sz="1875" b="1">
                <a:solidFill>
                  <a:srgbClr val="477BBD"/>
                </a:solidFill>
                <a:latin typeface="Arial"/>
                <a:ea typeface="Arial"/>
                <a:cs typeface="Arial"/>
              </a:defRPr>
            </a:lvl6pPr>
            <a:lvl7pPr algn="l">
              <a:defRPr sz="1875" b="1">
                <a:solidFill>
                  <a:srgbClr val="477BBD"/>
                </a:solidFill>
                <a:latin typeface="Arial"/>
                <a:ea typeface="Arial"/>
                <a:cs typeface="Arial"/>
              </a:defRPr>
            </a:lvl7pPr>
            <a:lvl8pPr algn="l">
              <a:defRPr sz="1875" b="1">
                <a:solidFill>
                  <a:srgbClr val="477BBD"/>
                </a:solidFill>
                <a:latin typeface="Arial"/>
                <a:ea typeface="Arial"/>
                <a:cs typeface="Arial"/>
              </a:defRPr>
            </a:lvl8pPr>
            <a:lvl9pPr algn="l">
              <a:defRPr sz="1875" b="1">
                <a:solidFill>
                  <a:srgbClr val="477BBD"/>
                </a:solidFill>
                <a:latin typeface="Arial"/>
                <a:ea typeface="Arial"/>
                <a:cs typeface="Arial"/>
              </a:defRPr>
            </a:lvl9pPr>
          </a:lstStyle>
          <a:p xmlns:a="http://schemas.openxmlformats.org/drawingml/2006/main">
            <a:pPr algn="l">
              <a:defRPr sz="1875" b="1">
                <a:solidFill>
                  <a:srgbClr val="477BBD"/>
                </a:solidFill>
                <a:latin typeface="Arial"/>
                <a:ea typeface="Arial"/>
                <a:cs typeface="Arial"/>
              </a:defRPr>
            </a:pPr>
            <a:r>
              <a:rPr sz="1875" b="1">
                <a:solidFill>
                  <a:srgbClr val="477BBD"/>
                </a:solidFill>
                <a:latin typeface="Arial"/>
                <a:ea typeface="Arial"/>
                <a:cs typeface="Arial"/>
              </a:rPr>
              <a:t>The selected page</a:t>
            </a:r>
          </a:p>
        </p:txBody>
      </p:sp>
      <p:sp>
        <p:nvSpPr>
          <p:cNvPr id="9" name="item-398">
            <a:extLst xmlns:a="http://schemas.openxmlformats.org/drawingml/2006/main">
              <a:ext uri="{FF2B5EF4-FFF2-40B4-BE49-F238E27FC236}">
                <a16:creationId xmlns:a16="http://schemas.microsoft.com/office/drawing/2014/main" id="{CB35FEFD-D339-4EF8-BDB9-87426B5AC7F2}"/>
              </a:ext>
            </a:extLst>
          </p:cNvPr>
          <p:cNvSpPr>
            <a:spLocks xmlns:a="http://schemas.openxmlformats.org/drawingml/2006/main" noGrp="1"/>
          </p:cNvSpPr>
          <p:nvPr/>
        </p:nvSpPr>
        <p:spPr>
          <a:xfrm xmlns:a="http://schemas.openxmlformats.org/drawingml/2006/main">
            <a:off x="8353425" y="3419475"/>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0" name="item-399">
            <a:extLst xmlns:a="http://schemas.openxmlformats.org/drawingml/2006/main">
              <a:ext uri="{FF2B5EF4-FFF2-40B4-BE49-F238E27FC236}">
                <a16:creationId xmlns:a16="http://schemas.microsoft.com/office/drawing/2014/main" id="{F628C2EE-A351-4C69-8EF9-3A3338568AE6}"/>
              </a:ext>
            </a:extLst>
          </p:cNvPr>
          <p:cNvSpPr>
            <a:spLocks xmlns:a="http://schemas.openxmlformats.org/drawingml/2006/main" noGrp="1"/>
          </p:cNvSpPr>
          <p:nvPr/>
        </p:nvSpPr>
        <p:spPr>
          <a:xfrm xmlns:a="http://schemas.openxmlformats.org/drawingml/2006/main">
            <a:off x="8239125" y="34194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item-400">
            <a:extLst xmlns:a="http://schemas.openxmlformats.org/drawingml/2006/main">
              <a:ext uri="{FF2B5EF4-FFF2-40B4-BE49-F238E27FC236}">
                <a16:creationId xmlns:a16="http://schemas.microsoft.com/office/drawing/2014/main" id="{A0422419-47F4-4112-9D1D-D064B6080510}"/>
              </a:ext>
            </a:extLst>
          </p:cNvPr>
          <p:cNvSpPr>
            <a:spLocks xmlns:a="http://schemas.openxmlformats.org/drawingml/2006/main" noGrp="1"/>
          </p:cNvSpPr>
          <p:nvPr/>
        </p:nvSpPr>
        <p:spPr>
          <a:xfrm xmlns:a="http://schemas.openxmlformats.org/drawingml/2006/main">
            <a:off x="8877300" y="338137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8872B3"/>
                </a:solidFill>
                <a:latin typeface="Arial"/>
                <a:ea typeface="Arial"/>
                <a:cs typeface="Arial"/>
              </a:defRPr>
            </a:defPPr>
            <a:lvl1pPr algn="l">
              <a:defRPr sz="1875" b="1">
                <a:solidFill>
                  <a:srgbClr val="8872B3"/>
                </a:solidFill>
                <a:latin typeface="Arial"/>
                <a:ea typeface="Arial"/>
                <a:cs typeface="Arial"/>
              </a:defRPr>
            </a:lvl1pPr>
            <a:lvl2pPr algn="l">
              <a:defRPr sz="1875" b="1">
                <a:solidFill>
                  <a:srgbClr val="8872B3"/>
                </a:solidFill>
                <a:latin typeface="Arial"/>
                <a:ea typeface="Arial"/>
                <a:cs typeface="Arial"/>
              </a:defRPr>
            </a:lvl2pPr>
            <a:lvl3pPr algn="l">
              <a:defRPr sz="1875" b="1">
                <a:solidFill>
                  <a:srgbClr val="8872B3"/>
                </a:solidFill>
                <a:latin typeface="Arial"/>
                <a:ea typeface="Arial"/>
                <a:cs typeface="Arial"/>
              </a:defRPr>
            </a:lvl3pPr>
            <a:lvl4pPr algn="l">
              <a:defRPr sz="1875" b="1">
                <a:solidFill>
                  <a:srgbClr val="8872B3"/>
                </a:solidFill>
                <a:latin typeface="Arial"/>
                <a:ea typeface="Arial"/>
                <a:cs typeface="Arial"/>
              </a:defRPr>
            </a:lvl4pPr>
            <a:lvl5pPr algn="l">
              <a:defRPr sz="1875" b="1">
                <a:solidFill>
                  <a:srgbClr val="8872B3"/>
                </a:solidFill>
                <a:latin typeface="Arial"/>
                <a:ea typeface="Arial"/>
                <a:cs typeface="Arial"/>
              </a:defRPr>
            </a:lvl5pPr>
            <a:lvl6pPr algn="l">
              <a:defRPr sz="1875" b="1">
                <a:solidFill>
                  <a:srgbClr val="8872B3"/>
                </a:solidFill>
                <a:latin typeface="Arial"/>
                <a:ea typeface="Arial"/>
                <a:cs typeface="Arial"/>
              </a:defRPr>
            </a:lvl6pPr>
            <a:lvl7pPr algn="l">
              <a:defRPr sz="1875" b="1">
                <a:solidFill>
                  <a:srgbClr val="8872B3"/>
                </a:solidFill>
                <a:latin typeface="Arial"/>
                <a:ea typeface="Arial"/>
                <a:cs typeface="Arial"/>
              </a:defRPr>
            </a:lvl7pPr>
            <a:lvl8pPr algn="l">
              <a:defRPr sz="1875" b="1">
                <a:solidFill>
                  <a:srgbClr val="8872B3"/>
                </a:solidFill>
                <a:latin typeface="Arial"/>
                <a:ea typeface="Arial"/>
                <a:cs typeface="Arial"/>
              </a:defRPr>
            </a:lvl8pPr>
            <a:lvl9pPr algn="l">
              <a:defRPr sz="1875" b="1">
                <a:solidFill>
                  <a:srgbClr val="8872B3"/>
                </a:solidFill>
                <a:latin typeface="Arial"/>
                <a:ea typeface="Arial"/>
                <a:cs typeface="Arial"/>
              </a:defRPr>
            </a:lvl9pPr>
          </a:lstStyle>
          <a:p xmlns:a="http://schemas.openxmlformats.org/drawingml/2006/main">
            <a:pPr algn="l">
              <a:defRPr sz="1875" b="1">
                <a:solidFill>
                  <a:srgbClr val="8872B3"/>
                </a:solidFill>
                <a:latin typeface="Arial"/>
                <a:ea typeface="Arial"/>
                <a:cs typeface="Arial"/>
              </a:defRPr>
            </a:pPr>
            <a:r>
              <a:rPr sz="1875" b="1">
                <a:solidFill>
                  <a:srgbClr val="8872B3"/>
                </a:solidFill>
                <a:latin typeface="Arial"/>
                <a:ea typeface="Arial"/>
                <a:cs typeface="Arial"/>
              </a:rPr>
              <a:t>The controls it exposes</a:t>
            </a:r>
          </a:p>
        </p:txBody>
      </p:sp>
      <p:sp>
        <p:nvSpPr>
          <p:cNvPr id="12" name="item-401">
            <a:extLst xmlns:a="http://schemas.openxmlformats.org/drawingml/2006/main">
              <a:ext uri="{FF2B5EF4-FFF2-40B4-BE49-F238E27FC236}">
                <a16:creationId xmlns:a16="http://schemas.microsoft.com/office/drawing/2014/main" id="{F844A5D4-A66A-4152-B626-1621B081D00A}"/>
              </a:ext>
            </a:extLst>
          </p:cNvPr>
          <p:cNvSpPr>
            <a:spLocks xmlns:a="http://schemas.openxmlformats.org/drawingml/2006/main" noGrp="1"/>
          </p:cNvSpPr>
          <p:nvPr/>
        </p:nvSpPr>
        <p:spPr>
          <a:xfrm xmlns:a="http://schemas.openxmlformats.org/drawingml/2006/main">
            <a:off x="8353425" y="4657725"/>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3" name="item-402">
            <a:extLst xmlns:a="http://schemas.openxmlformats.org/drawingml/2006/main">
              <a:ext uri="{FF2B5EF4-FFF2-40B4-BE49-F238E27FC236}">
                <a16:creationId xmlns:a16="http://schemas.microsoft.com/office/drawing/2014/main" id="{E9E21316-9D14-490C-9EFD-5B1AB77A23C1}"/>
              </a:ext>
            </a:extLst>
          </p:cNvPr>
          <p:cNvSpPr>
            <a:spLocks xmlns:a="http://schemas.openxmlformats.org/drawingml/2006/main" noGrp="1"/>
          </p:cNvSpPr>
          <p:nvPr/>
        </p:nvSpPr>
        <p:spPr>
          <a:xfrm xmlns:a="http://schemas.openxmlformats.org/drawingml/2006/main">
            <a:off x="8239125" y="46577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item-403">
            <a:extLst xmlns:a="http://schemas.openxmlformats.org/drawingml/2006/main">
              <a:ext uri="{FF2B5EF4-FFF2-40B4-BE49-F238E27FC236}">
                <a16:creationId xmlns:a16="http://schemas.microsoft.com/office/drawing/2014/main" id="{F0AEA0F9-95F3-4689-AC04-7943A2BE35A0}"/>
              </a:ext>
            </a:extLst>
          </p:cNvPr>
          <p:cNvSpPr>
            <a:spLocks xmlns:a="http://schemas.openxmlformats.org/drawingml/2006/main" noGrp="1"/>
          </p:cNvSpPr>
          <p:nvPr/>
        </p:nvSpPr>
        <p:spPr>
          <a:xfrm xmlns:a="http://schemas.openxmlformats.org/drawingml/2006/main">
            <a:off x="8877300" y="4619625"/>
            <a:ext cx="2600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378775"/>
                </a:solidFill>
                <a:latin typeface="Arial"/>
                <a:ea typeface="Arial"/>
                <a:cs typeface="Arial"/>
              </a:defRPr>
            </a:defPPr>
            <a:lvl1pPr algn="l">
              <a:defRPr sz="1875" b="1">
                <a:solidFill>
                  <a:srgbClr val="378775"/>
                </a:solidFill>
                <a:latin typeface="Arial"/>
                <a:ea typeface="Arial"/>
                <a:cs typeface="Arial"/>
              </a:defRPr>
            </a:lvl1pPr>
            <a:lvl2pPr algn="l">
              <a:defRPr sz="1875" b="1">
                <a:solidFill>
                  <a:srgbClr val="378775"/>
                </a:solidFill>
                <a:latin typeface="Arial"/>
                <a:ea typeface="Arial"/>
                <a:cs typeface="Arial"/>
              </a:defRPr>
            </a:lvl2pPr>
            <a:lvl3pPr algn="l">
              <a:defRPr sz="1875" b="1">
                <a:solidFill>
                  <a:srgbClr val="378775"/>
                </a:solidFill>
                <a:latin typeface="Arial"/>
                <a:ea typeface="Arial"/>
                <a:cs typeface="Arial"/>
              </a:defRPr>
            </a:lvl3pPr>
            <a:lvl4pPr algn="l">
              <a:defRPr sz="1875" b="1">
                <a:solidFill>
                  <a:srgbClr val="378775"/>
                </a:solidFill>
                <a:latin typeface="Arial"/>
                <a:ea typeface="Arial"/>
                <a:cs typeface="Arial"/>
              </a:defRPr>
            </a:lvl4pPr>
            <a:lvl5pPr algn="l">
              <a:defRPr sz="1875" b="1">
                <a:solidFill>
                  <a:srgbClr val="378775"/>
                </a:solidFill>
                <a:latin typeface="Arial"/>
                <a:ea typeface="Arial"/>
                <a:cs typeface="Arial"/>
              </a:defRPr>
            </a:lvl5pPr>
            <a:lvl6pPr algn="l">
              <a:defRPr sz="1875" b="1">
                <a:solidFill>
                  <a:srgbClr val="378775"/>
                </a:solidFill>
                <a:latin typeface="Arial"/>
                <a:ea typeface="Arial"/>
                <a:cs typeface="Arial"/>
              </a:defRPr>
            </a:lvl6pPr>
            <a:lvl7pPr algn="l">
              <a:defRPr sz="1875" b="1">
                <a:solidFill>
                  <a:srgbClr val="378775"/>
                </a:solidFill>
                <a:latin typeface="Arial"/>
                <a:ea typeface="Arial"/>
                <a:cs typeface="Arial"/>
              </a:defRPr>
            </a:lvl7pPr>
            <a:lvl8pPr algn="l">
              <a:defRPr sz="1875" b="1">
                <a:solidFill>
                  <a:srgbClr val="378775"/>
                </a:solidFill>
                <a:latin typeface="Arial"/>
                <a:ea typeface="Arial"/>
                <a:cs typeface="Arial"/>
              </a:defRPr>
            </a:lvl8pPr>
            <a:lvl9pPr algn="l">
              <a:defRPr sz="1875" b="1">
                <a:solidFill>
                  <a:srgbClr val="378775"/>
                </a:solidFill>
                <a:latin typeface="Arial"/>
                <a:ea typeface="Arial"/>
                <a:cs typeface="Arial"/>
              </a:defRPr>
            </a:lvl9pPr>
          </a:lstStyle>
          <a:p xmlns:a="http://schemas.openxmlformats.org/drawingml/2006/main">
            <a:pPr algn="l">
              <a:defRPr sz="1875" b="1">
                <a:solidFill>
                  <a:srgbClr val="378775"/>
                </a:solidFill>
                <a:latin typeface="Arial"/>
                <a:ea typeface="Arial"/>
                <a:cs typeface="Arial"/>
              </a:defRPr>
            </a:pPr>
            <a:r>
              <a:rPr sz="1875" b="1">
                <a:solidFill>
                  <a:srgbClr val="378775"/>
                </a:solidFill>
                <a:latin typeface="Arial"/>
                <a:ea typeface="Arial"/>
                <a:cs typeface="Arial"/>
              </a:rPr>
              <a:t>A fresh target for a later action</a:t>
            </a:r>
          </a:p>
        </p:txBody>
      </p:sp>
      <p:sp>
        <p:nvSpPr>
          <p:cNvPr id="15" name="item-404">
            <a:extLst xmlns:a="http://schemas.openxmlformats.org/drawingml/2006/main">
              <a:ext uri="{FF2B5EF4-FFF2-40B4-BE49-F238E27FC236}">
                <a16:creationId xmlns:a16="http://schemas.microsoft.com/office/drawing/2014/main" id="{6866B439-3FD4-4A08-8743-8A1432386D90}"/>
              </a:ext>
            </a:extLst>
          </p:cNvPr>
          <p:cNvSpPr>
            <a:spLocks xmlns:a="http://schemas.openxmlformats.org/drawingml/2006/main" noGrp="1"/>
          </p:cNvSpPr>
          <p:nvPr/>
        </p:nvSpPr>
        <p:spPr>
          <a:xfrm xmlns:a="http://schemas.openxmlformats.org/drawingml/2006/main">
            <a:off x="800100" y="56102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687282"/>
                </a:solidFill>
                <a:latin typeface="Arial"/>
                <a:ea typeface="Arial"/>
                <a:cs typeface="Arial"/>
              </a:defRPr>
            </a:defPPr>
            <a:lvl1pPr algn="l">
              <a:defRPr sz="1725" b="0">
                <a:solidFill>
                  <a:srgbClr val="687282"/>
                </a:solidFill>
                <a:latin typeface="Arial"/>
                <a:ea typeface="Arial"/>
                <a:cs typeface="Arial"/>
              </a:defRPr>
            </a:lvl1pPr>
            <a:lvl2pPr algn="l">
              <a:defRPr sz="1725" b="0">
                <a:solidFill>
                  <a:srgbClr val="687282"/>
                </a:solidFill>
                <a:latin typeface="Arial"/>
                <a:ea typeface="Arial"/>
                <a:cs typeface="Arial"/>
              </a:defRPr>
            </a:lvl2pPr>
            <a:lvl3pPr algn="l">
              <a:defRPr sz="1725" b="0">
                <a:solidFill>
                  <a:srgbClr val="687282"/>
                </a:solidFill>
                <a:latin typeface="Arial"/>
                <a:ea typeface="Arial"/>
                <a:cs typeface="Arial"/>
              </a:defRPr>
            </a:lvl3pPr>
            <a:lvl4pPr algn="l">
              <a:defRPr sz="1725" b="0">
                <a:solidFill>
                  <a:srgbClr val="687282"/>
                </a:solidFill>
                <a:latin typeface="Arial"/>
                <a:ea typeface="Arial"/>
                <a:cs typeface="Arial"/>
              </a:defRPr>
            </a:lvl4pPr>
            <a:lvl5pPr algn="l">
              <a:defRPr sz="1725" b="0">
                <a:solidFill>
                  <a:srgbClr val="687282"/>
                </a:solidFill>
                <a:latin typeface="Arial"/>
                <a:ea typeface="Arial"/>
                <a:cs typeface="Arial"/>
              </a:defRPr>
            </a:lvl5pPr>
            <a:lvl6pPr algn="l">
              <a:defRPr sz="1725" b="0">
                <a:solidFill>
                  <a:srgbClr val="687282"/>
                </a:solidFill>
                <a:latin typeface="Arial"/>
                <a:ea typeface="Arial"/>
                <a:cs typeface="Arial"/>
              </a:defRPr>
            </a:lvl6pPr>
            <a:lvl7pPr algn="l">
              <a:defRPr sz="1725" b="0">
                <a:solidFill>
                  <a:srgbClr val="687282"/>
                </a:solidFill>
                <a:latin typeface="Arial"/>
                <a:ea typeface="Arial"/>
                <a:cs typeface="Arial"/>
              </a:defRPr>
            </a:lvl7pPr>
            <a:lvl8pPr algn="l">
              <a:defRPr sz="1725" b="0">
                <a:solidFill>
                  <a:srgbClr val="687282"/>
                </a:solidFill>
                <a:latin typeface="Arial"/>
                <a:ea typeface="Arial"/>
                <a:cs typeface="Arial"/>
              </a:defRPr>
            </a:lvl8pPr>
            <a:lvl9pPr algn="l">
              <a:defRPr sz="1725" b="0">
                <a:solidFill>
                  <a:srgbClr val="687282"/>
                </a:solidFill>
                <a:latin typeface="Arial"/>
                <a:ea typeface="Arial"/>
                <a:cs typeface="Arial"/>
              </a:defRPr>
            </a:lvl9pPr>
          </a:lstStyle>
          <a:p xmlns:a="http://schemas.openxmlformats.org/drawingml/2006/main">
            <a:pPr algn="l">
              <a:defRPr sz="1725" b="0">
                <a:solidFill>
                  <a:srgbClr val="687282"/>
                </a:solidFill>
                <a:latin typeface="Arial"/>
                <a:ea typeface="Arial"/>
                <a:cs typeface="Arial"/>
              </a:defRPr>
            </a:pPr>
            <a:r>
              <a:rPr sz="1725" b="0">
                <a:solidFill>
                  <a:srgbClr val="687282"/>
                </a:solidFill>
                <a:latin typeface="Arial"/>
                <a:ea typeface="Arial"/>
                <a:cs typeface="Arial"/>
              </a:rPr>
              <a:t>Adapted excerpt from the observed local intake form</a:t>
            </a:r>
          </a:p>
        </p:txBody>
      </p:sp>
    </p:spTree>
    <p:extLst>
      <p:ext uri="{BB962C8B-B14F-4D97-AF65-F5344CB8AC3E}">
        <p14:creationId xmlns:p14="http://schemas.microsoft.com/office/powerpoint/2010/main" val="1813519430"/>
      </p:ext>
    </p:extLst>
  </p:cSld>
</p:sld>
</file>

<file path=ppt/slides/slide2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B94021E6-B6F8-4DF2-AB7F-26BA132A0B72}"/>
              </a:ext>
            </a:extLst>
          </p:cNvPr>
          <p:cNvCxnSpPr>
            <a:stCxn xmlns:a="http://schemas.openxmlformats.org/drawingml/2006/main" id="11" idx="3"/>
            <a:endCxn xmlns:a="http://schemas.openxmlformats.org/drawingml/2006/main" id="15" idx="1"/>
          </p:cNvCxnSpPr>
          <p:nvPr/>
        </p:nvCxnSpPr>
        <p:spPr>
          <a:xfrm xmlns:a="http://schemas.openxmlformats.org/drawingml/2006/main">
            <a:off x="8679657" y="3262313"/>
            <a:ext cx="333374"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4" name="">
            <a:extLst xmlns:a="http://schemas.openxmlformats.org/drawingml/2006/main">
              <a:ext uri="{FF2B5EF4-FFF2-40B4-BE49-F238E27FC236}">
                <a16:creationId xmlns:a16="http://schemas.microsoft.com/office/drawing/2014/main" id="{86A4A4B3-68DC-4DC0-BD52-FD76E0D631BA}"/>
              </a:ext>
            </a:extLst>
          </p:cNvPr>
          <p:cNvCxnSpPr>
            <a:stCxn xmlns:a="http://schemas.openxmlformats.org/drawingml/2006/main" id="7" idx="3"/>
            <a:endCxn xmlns:a="http://schemas.openxmlformats.org/drawingml/2006/main" id="11" idx="1"/>
          </p:cNvCxnSpPr>
          <p:nvPr/>
        </p:nvCxnSpPr>
        <p:spPr>
          <a:xfrm xmlns:a="http://schemas.openxmlformats.org/drawingml/2006/main">
            <a:off x="5929313" y="3262313"/>
            <a:ext cx="333375"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0" name="">
            <a:extLst xmlns:a="http://schemas.openxmlformats.org/drawingml/2006/main">
              <a:ext uri="{FF2B5EF4-FFF2-40B4-BE49-F238E27FC236}">
                <a16:creationId xmlns:a16="http://schemas.microsoft.com/office/drawing/2014/main" id="{6E17B285-91B3-401A-9608-759504CC9498}"/>
              </a:ext>
            </a:extLst>
          </p:cNvPr>
          <p:cNvCxnSpPr>
            <a:stCxn xmlns:a="http://schemas.openxmlformats.org/drawingml/2006/main" id="4" idx="3"/>
            <a:endCxn xmlns:a="http://schemas.openxmlformats.org/drawingml/2006/main" id="7" idx="1"/>
          </p:cNvCxnSpPr>
          <p:nvPr/>
        </p:nvCxnSpPr>
        <p:spPr>
          <a:xfrm xmlns:a="http://schemas.openxmlformats.org/drawingml/2006/main">
            <a:off x="3178969" y="3262313"/>
            <a:ext cx="333375" cy="0"/>
          </a:xfrm>
          <a:prstGeom xmlns:a="http://schemas.openxmlformats.org/drawingml/2006/main" prst="straightConnector1">
            <a:avLst/>
          </a:prstGeom>
          <a:ln xmlns:a="http://schemas.openxmlformats.org/drawingml/2006/main" w="23813">
            <a:solidFill>
              <a:srgbClr val="477BBD"/>
            </a:solidFill>
            <a:tailEnd type="arrow" w="sm" len="sm"/>
          </a:ln>
        </p:spPr>
      </p:cxnSp>
      <p:sp>
        <p:nvSpPr>
          <p:cNvPr id="19" name="item-405">
            <a:extLst xmlns:a="http://schemas.openxmlformats.org/drawingml/2006/main">
              <a:ext uri="{FF2B5EF4-FFF2-40B4-BE49-F238E27FC236}">
                <a16:creationId xmlns:a16="http://schemas.microsoft.com/office/drawing/2014/main" id="{A0D8A024-4CA9-41B0-826C-1AFAFBE8366B}"/>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Seeing the result is still a check</a:t>
            </a:r>
          </a:p>
        </p:txBody>
      </p:sp>
      <p:sp>
        <p:nvSpPr>
          <p:cNvPr id="2" name="item-406">
            <a:extLst xmlns:a="http://schemas.openxmlformats.org/drawingml/2006/main">
              <a:ext uri="{FF2B5EF4-FFF2-40B4-BE49-F238E27FC236}">
                <a16:creationId xmlns:a16="http://schemas.microsoft.com/office/drawing/2014/main" id="{83CC59A4-AD28-4192-A429-EB7B8A8DAB52}"/>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07">
            <a:extLst xmlns:a="http://schemas.openxmlformats.org/drawingml/2006/main">
              <a:ext uri="{FF2B5EF4-FFF2-40B4-BE49-F238E27FC236}">
                <a16:creationId xmlns:a16="http://schemas.microsoft.com/office/drawing/2014/main" id="{71EF1B4C-3A80-4E66-A370-6ACC37127C4E}"/>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28</a:t>
            </a:r>
          </a:p>
        </p:txBody>
      </p:sp>
      <p:sp>
        <p:nvSpPr>
          <p:cNvPr id="4" name="item-408">
            <a:extLst xmlns:a="http://schemas.openxmlformats.org/drawingml/2006/main">
              <a:ext uri="{FF2B5EF4-FFF2-40B4-BE49-F238E27FC236}">
                <a16:creationId xmlns:a16="http://schemas.microsoft.com/office/drawing/2014/main" id="{04570379-723B-4FB5-8993-56DBC0E06AB7}"/>
              </a:ext>
            </a:extLst>
          </p:cNvPr>
          <p:cNvSpPr>
            <a:spLocks xmlns:a="http://schemas.openxmlformats.org/drawingml/2006/main" noGrp="1"/>
          </p:cNvSpPr>
          <p:nvPr/>
        </p:nvSpPr>
        <p:spPr>
          <a:xfrm xmlns:a="http://schemas.openxmlformats.org/drawingml/2006/main">
            <a:off x="762000" y="242887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477BBD"/>
            </a:solidFill>
          </a:ln>
        </p:spPr>
      </p:sp>
      <p:sp>
        <p:nvSpPr>
          <p:cNvPr id="5" name="item-409">
            <a:extLst xmlns:a="http://schemas.openxmlformats.org/drawingml/2006/main">
              <a:ext uri="{FF2B5EF4-FFF2-40B4-BE49-F238E27FC236}">
                <a16:creationId xmlns:a16="http://schemas.microsoft.com/office/drawing/2014/main" id="{12DF6D74-C320-4E07-B239-0D10A1677319}"/>
              </a:ext>
            </a:extLst>
          </p:cNvPr>
          <p:cNvSpPr>
            <a:spLocks xmlns:a="http://schemas.openxmlformats.org/drawingml/2006/main" noGrp="1"/>
          </p:cNvSpPr>
          <p:nvPr/>
        </p:nvSpPr>
        <p:spPr>
          <a:xfrm xmlns:a="http://schemas.openxmlformats.org/drawingml/2006/main">
            <a:off x="876300" y="256222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Requested</a:t>
            </a:r>
          </a:p>
        </p:txBody>
      </p:sp>
      <p:sp>
        <p:nvSpPr>
          <p:cNvPr id="6" name="item-410">
            <a:extLst xmlns:a="http://schemas.openxmlformats.org/drawingml/2006/main">
              <a:ext uri="{FF2B5EF4-FFF2-40B4-BE49-F238E27FC236}">
                <a16:creationId xmlns:a16="http://schemas.microsoft.com/office/drawing/2014/main" id="{0C9FE9EB-B493-4A0D-BD2B-FD4EBA77CBCF}"/>
              </a:ext>
            </a:extLst>
          </p:cNvPr>
          <p:cNvSpPr>
            <a:spLocks xmlns:a="http://schemas.openxmlformats.org/drawingml/2006/main" noGrp="1"/>
          </p:cNvSpPr>
          <p:nvPr/>
        </p:nvSpPr>
        <p:spPr>
          <a:xfrm xmlns:a="http://schemas.openxmlformats.org/drawingml/2006/main">
            <a:off x="914400" y="303847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Export the filtered rows</a:t>
            </a:r>
          </a:p>
        </p:txBody>
      </p:sp>
      <p:sp>
        <p:nvSpPr>
          <p:cNvPr id="7" name="item-411">
            <a:extLst xmlns:a="http://schemas.openxmlformats.org/drawingml/2006/main">
              <a:ext uri="{FF2B5EF4-FFF2-40B4-BE49-F238E27FC236}">
                <a16:creationId xmlns:a16="http://schemas.microsoft.com/office/drawing/2014/main" id="{A7C45837-91CF-44B1-8B43-8777996A471B}"/>
              </a:ext>
            </a:extLst>
          </p:cNvPr>
          <p:cNvSpPr>
            <a:spLocks xmlns:a="http://schemas.openxmlformats.org/drawingml/2006/main" noGrp="1"/>
          </p:cNvSpPr>
          <p:nvPr/>
        </p:nvSpPr>
        <p:spPr>
          <a:xfrm xmlns:a="http://schemas.openxmlformats.org/drawingml/2006/main">
            <a:off x="3512344" y="242887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8872B3"/>
            </a:solidFill>
          </a:ln>
        </p:spPr>
      </p:sp>
      <p:sp>
        <p:nvSpPr>
          <p:cNvPr id="8" name="item-412">
            <a:extLst xmlns:a="http://schemas.openxmlformats.org/drawingml/2006/main">
              <a:ext uri="{FF2B5EF4-FFF2-40B4-BE49-F238E27FC236}">
                <a16:creationId xmlns:a16="http://schemas.microsoft.com/office/drawing/2014/main" id="{9EACC735-5905-42D4-B62F-EA40B26FE478}"/>
              </a:ext>
            </a:extLst>
          </p:cNvPr>
          <p:cNvSpPr>
            <a:spLocks xmlns:a="http://schemas.openxmlformats.org/drawingml/2006/main" noGrp="1"/>
          </p:cNvSpPr>
          <p:nvPr/>
        </p:nvSpPr>
        <p:spPr>
          <a:xfrm xmlns:a="http://schemas.openxmlformats.org/drawingml/2006/main">
            <a:off x="3626644" y="256222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Executed</a:t>
            </a:r>
          </a:p>
        </p:txBody>
      </p:sp>
      <p:sp>
        <p:nvSpPr>
          <p:cNvPr id="9" name="item-413">
            <a:extLst xmlns:a="http://schemas.openxmlformats.org/drawingml/2006/main">
              <a:ext uri="{FF2B5EF4-FFF2-40B4-BE49-F238E27FC236}">
                <a16:creationId xmlns:a16="http://schemas.microsoft.com/office/drawing/2014/main" id="{47858C12-ACBC-4DB1-9397-A16F725A7573}"/>
              </a:ext>
            </a:extLst>
          </p:cNvPr>
          <p:cNvSpPr>
            <a:spLocks xmlns:a="http://schemas.openxmlformats.org/drawingml/2006/main" noGrp="1"/>
          </p:cNvSpPr>
          <p:nvPr/>
        </p:nvSpPr>
        <p:spPr>
          <a:xfrm xmlns:a="http://schemas.openxmlformats.org/drawingml/2006/main">
            <a:off x="3664744" y="303847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The export control ran</a:t>
            </a:r>
          </a:p>
        </p:txBody>
      </p:sp>
      <p:sp>
        <p:nvSpPr>
          <p:cNvPr id="11" name="item-414">
            <a:extLst xmlns:a="http://schemas.openxmlformats.org/drawingml/2006/main">
              <a:ext uri="{FF2B5EF4-FFF2-40B4-BE49-F238E27FC236}">
                <a16:creationId xmlns:a16="http://schemas.microsoft.com/office/drawing/2014/main" id="{57E2DB14-B0D9-468D-B30D-129884510680}"/>
              </a:ext>
            </a:extLst>
          </p:cNvPr>
          <p:cNvSpPr>
            <a:spLocks xmlns:a="http://schemas.openxmlformats.org/drawingml/2006/main" noGrp="1"/>
          </p:cNvSpPr>
          <p:nvPr/>
        </p:nvSpPr>
        <p:spPr>
          <a:xfrm xmlns:a="http://schemas.openxmlformats.org/drawingml/2006/main">
            <a:off x="6262688" y="242887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B98030"/>
            </a:solidFill>
          </a:ln>
        </p:spPr>
      </p:sp>
      <p:sp>
        <p:nvSpPr>
          <p:cNvPr id="12" name="item-415">
            <a:extLst xmlns:a="http://schemas.openxmlformats.org/drawingml/2006/main">
              <a:ext uri="{FF2B5EF4-FFF2-40B4-BE49-F238E27FC236}">
                <a16:creationId xmlns:a16="http://schemas.microsoft.com/office/drawing/2014/main" id="{933F25EF-1793-4696-8B8B-021C4E9ED511}"/>
              </a:ext>
            </a:extLst>
          </p:cNvPr>
          <p:cNvSpPr>
            <a:spLocks xmlns:a="http://schemas.openxmlformats.org/drawingml/2006/main" noGrp="1"/>
          </p:cNvSpPr>
          <p:nvPr/>
        </p:nvSpPr>
        <p:spPr>
          <a:xfrm xmlns:a="http://schemas.openxmlformats.org/drawingml/2006/main">
            <a:off x="6376988" y="256222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B98030"/>
                </a:solidFill>
                <a:latin typeface="Arial"/>
                <a:ea typeface="Arial"/>
                <a:cs typeface="Arial"/>
              </a:defRPr>
            </a:defPPr>
            <a:lvl1pPr algn="ctr">
              <a:defRPr sz="2175" b="1">
                <a:solidFill>
                  <a:srgbClr val="B98030"/>
                </a:solidFill>
                <a:latin typeface="Arial"/>
                <a:ea typeface="Arial"/>
                <a:cs typeface="Arial"/>
              </a:defRPr>
            </a:lvl1pPr>
            <a:lvl2pPr algn="ctr">
              <a:defRPr sz="2175" b="1">
                <a:solidFill>
                  <a:srgbClr val="B98030"/>
                </a:solidFill>
                <a:latin typeface="Arial"/>
                <a:ea typeface="Arial"/>
                <a:cs typeface="Arial"/>
              </a:defRPr>
            </a:lvl2pPr>
            <a:lvl3pPr algn="ctr">
              <a:defRPr sz="2175" b="1">
                <a:solidFill>
                  <a:srgbClr val="B98030"/>
                </a:solidFill>
                <a:latin typeface="Arial"/>
                <a:ea typeface="Arial"/>
                <a:cs typeface="Arial"/>
              </a:defRPr>
            </a:lvl3pPr>
            <a:lvl4pPr algn="ctr">
              <a:defRPr sz="2175" b="1">
                <a:solidFill>
                  <a:srgbClr val="B98030"/>
                </a:solidFill>
                <a:latin typeface="Arial"/>
                <a:ea typeface="Arial"/>
                <a:cs typeface="Arial"/>
              </a:defRPr>
            </a:lvl4pPr>
            <a:lvl5pPr algn="ctr">
              <a:defRPr sz="2175" b="1">
                <a:solidFill>
                  <a:srgbClr val="B98030"/>
                </a:solidFill>
                <a:latin typeface="Arial"/>
                <a:ea typeface="Arial"/>
                <a:cs typeface="Arial"/>
              </a:defRPr>
            </a:lvl5pPr>
            <a:lvl6pPr algn="ctr">
              <a:defRPr sz="2175" b="1">
                <a:solidFill>
                  <a:srgbClr val="B98030"/>
                </a:solidFill>
                <a:latin typeface="Arial"/>
                <a:ea typeface="Arial"/>
                <a:cs typeface="Arial"/>
              </a:defRPr>
            </a:lvl6pPr>
            <a:lvl7pPr algn="ctr">
              <a:defRPr sz="2175" b="1">
                <a:solidFill>
                  <a:srgbClr val="B98030"/>
                </a:solidFill>
                <a:latin typeface="Arial"/>
                <a:ea typeface="Arial"/>
                <a:cs typeface="Arial"/>
              </a:defRPr>
            </a:lvl7pPr>
            <a:lvl8pPr algn="ctr">
              <a:defRPr sz="2175" b="1">
                <a:solidFill>
                  <a:srgbClr val="B98030"/>
                </a:solidFill>
                <a:latin typeface="Arial"/>
                <a:ea typeface="Arial"/>
                <a:cs typeface="Arial"/>
              </a:defRPr>
            </a:lvl8pPr>
            <a:lvl9pPr algn="ctr">
              <a:defRPr sz="2175" b="1">
                <a:solidFill>
                  <a:srgbClr val="B98030"/>
                </a:solidFill>
                <a:latin typeface="Arial"/>
                <a:ea typeface="Arial"/>
                <a:cs typeface="Arial"/>
              </a:defRPr>
            </a:lvl9pPr>
          </a:lstStyle>
          <a:p xmlns:a="http://schemas.openxmlformats.org/drawingml/2006/main">
            <a:pPr algn="ctr">
              <a:defRPr sz="2175" b="1">
                <a:solidFill>
                  <a:srgbClr val="B98030"/>
                </a:solidFill>
                <a:latin typeface="Arial"/>
                <a:ea typeface="Arial"/>
                <a:cs typeface="Arial"/>
              </a:defRPr>
            </a:pPr>
            <a:r>
              <a:rPr sz="2175" b="1">
                <a:solidFill>
                  <a:srgbClr val="B98030"/>
                </a:solidFill>
                <a:latin typeface="Arial"/>
                <a:ea typeface="Arial"/>
                <a:cs typeface="Arial"/>
              </a:rPr>
              <a:t>Observed</a:t>
            </a:r>
          </a:p>
        </p:txBody>
      </p:sp>
      <p:sp>
        <p:nvSpPr>
          <p:cNvPr id="13" name="item-416">
            <a:extLst xmlns:a="http://schemas.openxmlformats.org/drawingml/2006/main">
              <a:ext uri="{FF2B5EF4-FFF2-40B4-BE49-F238E27FC236}">
                <a16:creationId xmlns:a16="http://schemas.microsoft.com/office/drawing/2014/main" id="{9D44BFF2-F862-46FF-AAF4-81368DA76AB1}"/>
              </a:ext>
            </a:extLst>
          </p:cNvPr>
          <p:cNvSpPr>
            <a:spLocks xmlns:a="http://schemas.openxmlformats.org/drawingml/2006/main" noGrp="1"/>
          </p:cNvSpPr>
          <p:nvPr/>
        </p:nvSpPr>
        <p:spPr>
          <a:xfrm xmlns:a="http://schemas.openxmlformats.org/drawingml/2006/main">
            <a:off x="6415088" y="303847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 file downloaded</a:t>
            </a:r>
          </a:p>
        </p:txBody>
      </p:sp>
      <p:sp>
        <p:nvSpPr>
          <p:cNvPr id="15" name="item-417">
            <a:extLst xmlns:a="http://schemas.openxmlformats.org/drawingml/2006/main">
              <a:ext uri="{FF2B5EF4-FFF2-40B4-BE49-F238E27FC236}">
                <a16:creationId xmlns:a16="http://schemas.microsoft.com/office/drawing/2014/main" id="{6CFABC8B-273F-48F1-A901-C4A846627FB4}"/>
              </a:ext>
            </a:extLst>
          </p:cNvPr>
          <p:cNvSpPr>
            <a:spLocks xmlns:a="http://schemas.openxmlformats.org/drawingml/2006/main" noGrp="1"/>
          </p:cNvSpPr>
          <p:nvPr/>
        </p:nvSpPr>
        <p:spPr>
          <a:xfrm xmlns:a="http://schemas.openxmlformats.org/drawingml/2006/main">
            <a:off x="9013031" y="2428875"/>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378775"/>
            </a:solidFill>
          </a:ln>
        </p:spPr>
      </p:sp>
      <p:sp>
        <p:nvSpPr>
          <p:cNvPr id="16" name="item-418">
            <a:extLst xmlns:a="http://schemas.openxmlformats.org/drawingml/2006/main">
              <a:ext uri="{FF2B5EF4-FFF2-40B4-BE49-F238E27FC236}">
                <a16:creationId xmlns:a16="http://schemas.microsoft.com/office/drawing/2014/main" id="{9D34F90A-0C46-43BE-899A-F7FCE55C013C}"/>
              </a:ext>
            </a:extLst>
          </p:cNvPr>
          <p:cNvSpPr>
            <a:spLocks xmlns:a="http://schemas.openxmlformats.org/drawingml/2006/main" noGrp="1"/>
          </p:cNvSpPr>
          <p:nvPr/>
        </p:nvSpPr>
        <p:spPr>
          <a:xfrm xmlns:a="http://schemas.openxmlformats.org/drawingml/2006/main">
            <a:off x="9127331" y="2562225"/>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Verified</a:t>
            </a:r>
          </a:p>
        </p:txBody>
      </p:sp>
      <p:sp>
        <p:nvSpPr>
          <p:cNvPr id="17" name="item-419">
            <a:extLst xmlns:a="http://schemas.openxmlformats.org/drawingml/2006/main">
              <a:ext uri="{FF2B5EF4-FFF2-40B4-BE49-F238E27FC236}">
                <a16:creationId xmlns:a16="http://schemas.microsoft.com/office/drawing/2014/main" id="{988C58D0-B09F-4904-8C9C-00C3FFE082AD}"/>
              </a:ext>
            </a:extLst>
          </p:cNvPr>
          <p:cNvSpPr>
            <a:spLocks xmlns:a="http://schemas.openxmlformats.org/drawingml/2006/main" noGrp="1"/>
          </p:cNvSpPr>
          <p:nvPr/>
        </p:nvSpPr>
        <p:spPr>
          <a:xfrm xmlns:a="http://schemas.openxmlformats.org/drawingml/2006/main">
            <a:off x="9165431" y="3038475"/>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IDs and total match</a:t>
            </a:r>
          </a:p>
        </p:txBody>
      </p:sp>
    </p:spTree>
    <p:extLst>
      <p:ext uri="{BB962C8B-B14F-4D97-AF65-F5344CB8AC3E}">
        <p14:creationId xmlns:p14="http://schemas.microsoft.com/office/powerpoint/2010/main" val="848738912"/>
      </p:ext>
    </p:extLst>
  </p:cSld>
</p:sld>
</file>

<file path=ppt/slides/slide2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5" name="item-420">
            <a:extLst xmlns:a="http://schemas.openxmlformats.org/drawingml/2006/main">
              <a:ext uri="{FF2B5EF4-FFF2-40B4-BE49-F238E27FC236}">
                <a16:creationId xmlns:a16="http://schemas.microsoft.com/office/drawing/2014/main" id="{672B3196-334A-4274-AE0D-DC0A0BF6D78F}"/>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Where time and tokens go</a:t>
            </a:r>
          </a:p>
        </p:txBody>
      </p:sp>
      <p:sp>
        <p:nvSpPr>
          <p:cNvPr id="2" name="item-421">
            <a:extLst xmlns:a="http://schemas.openxmlformats.org/drawingml/2006/main">
              <a:ext uri="{FF2B5EF4-FFF2-40B4-BE49-F238E27FC236}">
                <a16:creationId xmlns:a16="http://schemas.microsoft.com/office/drawing/2014/main" id="{B09B15D8-A9F0-494C-886B-297DE5BA5B24}"/>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22">
            <a:extLst xmlns:a="http://schemas.openxmlformats.org/drawingml/2006/main">
              <a:ext uri="{FF2B5EF4-FFF2-40B4-BE49-F238E27FC236}">
                <a16:creationId xmlns:a16="http://schemas.microsoft.com/office/drawing/2014/main" id="{A0844B6B-E63A-40AA-AD41-0F08CEEBCADF}"/>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29</a:t>
            </a:r>
          </a:p>
        </p:txBody>
      </p:sp>
      <p:sp>
        <p:nvSpPr>
          <p:cNvPr id="4" name="item-423">
            <a:extLst xmlns:a="http://schemas.openxmlformats.org/drawingml/2006/main">
              <a:ext uri="{FF2B5EF4-FFF2-40B4-BE49-F238E27FC236}">
                <a16:creationId xmlns:a16="http://schemas.microsoft.com/office/drawing/2014/main" id="{6CD37CC7-70AE-41D0-8C09-D9CF5C93544D}"/>
              </a:ext>
            </a:extLst>
          </p:cNvPr>
          <p:cNvSpPr>
            <a:spLocks xmlns:a="http://schemas.openxmlformats.org/drawingml/2006/main" noGrp="1"/>
          </p:cNvSpPr>
          <p:nvPr/>
        </p:nvSpPr>
        <p:spPr>
          <a:xfrm xmlns:a="http://schemas.openxmlformats.org/drawingml/2006/main">
            <a:off x="819150" y="17907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477BBD"/>
                </a:solidFill>
                <a:latin typeface="Arial"/>
                <a:ea typeface="Arial"/>
                <a:cs typeface="Arial"/>
              </a:defRPr>
            </a:defPPr>
            <a:lvl1pPr algn="l">
              <a:defRPr sz="2550" b="1">
                <a:solidFill>
                  <a:srgbClr val="477BBD"/>
                </a:solidFill>
                <a:latin typeface="Arial"/>
                <a:ea typeface="Arial"/>
                <a:cs typeface="Arial"/>
              </a:defRPr>
            </a:lvl1pPr>
            <a:lvl2pPr algn="l">
              <a:defRPr sz="2550" b="1">
                <a:solidFill>
                  <a:srgbClr val="477BBD"/>
                </a:solidFill>
                <a:latin typeface="Arial"/>
                <a:ea typeface="Arial"/>
                <a:cs typeface="Arial"/>
              </a:defRPr>
            </a:lvl2pPr>
            <a:lvl3pPr algn="l">
              <a:defRPr sz="2550" b="1">
                <a:solidFill>
                  <a:srgbClr val="477BBD"/>
                </a:solidFill>
                <a:latin typeface="Arial"/>
                <a:ea typeface="Arial"/>
                <a:cs typeface="Arial"/>
              </a:defRPr>
            </a:lvl3pPr>
            <a:lvl4pPr algn="l">
              <a:defRPr sz="2550" b="1">
                <a:solidFill>
                  <a:srgbClr val="477BBD"/>
                </a:solidFill>
                <a:latin typeface="Arial"/>
                <a:ea typeface="Arial"/>
                <a:cs typeface="Arial"/>
              </a:defRPr>
            </a:lvl4pPr>
            <a:lvl5pPr algn="l">
              <a:defRPr sz="2550" b="1">
                <a:solidFill>
                  <a:srgbClr val="477BBD"/>
                </a:solidFill>
                <a:latin typeface="Arial"/>
                <a:ea typeface="Arial"/>
                <a:cs typeface="Arial"/>
              </a:defRPr>
            </a:lvl5pPr>
            <a:lvl6pPr algn="l">
              <a:defRPr sz="2550" b="1">
                <a:solidFill>
                  <a:srgbClr val="477BBD"/>
                </a:solidFill>
                <a:latin typeface="Arial"/>
                <a:ea typeface="Arial"/>
                <a:cs typeface="Arial"/>
              </a:defRPr>
            </a:lvl6pPr>
            <a:lvl7pPr algn="l">
              <a:defRPr sz="2550" b="1">
                <a:solidFill>
                  <a:srgbClr val="477BBD"/>
                </a:solidFill>
                <a:latin typeface="Arial"/>
                <a:ea typeface="Arial"/>
                <a:cs typeface="Arial"/>
              </a:defRPr>
            </a:lvl7pPr>
            <a:lvl8pPr algn="l">
              <a:defRPr sz="2550" b="1">
                <a:solidFill>
                  <a:srgbClr val="477BBD"/>
                </a:solidFill>
                <a:latin typeface="Arial"/>
                <a:ea typeface="Arial"/>
                <a:cs typeface="Arial"/>
              </a:defRPr>
            </a:lvl8pPr>
            <a:lvl9pPr algn="l">
              <a:defRPr sz="2550" b="1">
                <a:solidFill>
                  <a:srgbClr val="477BBD"/>
                </a:solidFill>
                <a:latin typeface="Arial"/>
                <a:ea typeface="Arial"/>
                <a:cs typeface="Arial"/>
              </a:defRPr>
            </a:lvl9pPr>
          </a:lstStyle>
          <a:p xmlns:a="http://schemas.openxmlformats.org/drawingml/2006/main">
            <a:pPr algn="l">
              <a:defRPr sz="2550" b="1">
                <a:solidFill>
                  <a:srgbClr val="477BBD"/>
                </a:solidFill>
                <a:latin typeface="Arial"/>
                <a:ea typeface="Arial"/>
                <a:cs typeface="Arial"/>
              </a:defRPr>
            </a:pPr>
            <a:r>
              <a:rPr sz="2550" b="1">
                <a:solidFill>
                  <a:srgbClr val="477BBD"/>
                </a:solidFill>
                <a:latin typeface="Arial"/>
                <a:ea typeface="Arial"/>
                <a:cs typeface="Arial"/>
              </a:rPr>
              <a:t>Observe</a:t>
            </a:r>
          </a:p>
        </p:txBody>
      </p:sp>
      <p:sp>
        <p:nvSpPr>
          <p:cNvPr id="5" name="item-424">
            <a:extLst xmlns:a="http://schemas.openxmlformats.org/drawingml/2006/main">
              <a:ext uri="{FF2B5EF4-FFF2-40B4-BE49-F238E27FC236}">
                <a16:creationId xmlns:a16="http://schemas.microsoft.com/office/drawing/2014/main" id="{26FEEAD4-DBAD-4A9E-97F7-CA2904B03F1A}"/>
              </a:ext>
            </a:extLst>
          </p:cNvPr>
          <p:cNvSpPr>
            <a:spLocks xmlns:a="http://schemas.openxmlformats.org/drawingml/2006/main" noGrp="1"/>
          </p:cNvSpPr>
          <p:nvPr/>
        </p:nvSpPr>
        <p:spPr>
          <a:xfrm xmlns:a="http://schemas.openxmlformats.org/drawingml/2006/main">
            <a:off x="4810125" y="1790700"/>
            <a:ext cx="647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Text and image input</a:t>
            </a:r>
          </a:p>
        </p:txBody>
      </p:sp>
      <p:sp>
        <p:nvSpPr>
          <p:cNvPr id="6" name="item-425">
            <a:extLst xmlns:a="http://schemas.openxmlformats.org/drawingml/2006/main">
              <a:ext uri="{FF2B5EF4-FFF2-40B4-BE49-F238E27FC236}">
                <a16:creationId xmlns:a16="http://schemas.microsoft.com/office/drawing/2014/main" id="{98292DF1-E678-4CA9-B33D-F08DE887996D}"/>
              </a:ext>
            </a:extLst>
          </p:cNvPr>
          <p:cNvSpPr>
            <a:spLocks xmlns:a="http://schemas.openxmlformats.org/drawingml/2006/main" noGrp="1"/>
          </p:cNvSpPr>
          <p:nvPr/>
        </p:nvSpPr>
        <p:spPr>
          <a:xfrm xmlns:a="http://schemas.openxmlformats.org/drawingml/2006/main">
            <a:off x="819150" y="2647950"/>
            <a:ext cx="1047750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7" name="item-426">
            <a:extLst xmlns:a="http://schemas.openxmlformats.org/drawingml/2006/main">
              <a:ext uri="{FF2B5EF4-FFF2-40B4-BE49-F238E27FC236}">
                <a16:creationId xmlns:a16="http://schemas.microsoft.com/office/drawing/2014/main" id="{46C7BBCE-9A3B-4785-B0CF-395F417873B0}"/>
              </a:ext>
            </a:extLst>
          </p:cNvPr>
          <p:cNvSpPr>
            <a:spLocks xmlns:a="http://schemas.openxmlformats.org/drawingml/2006/main" noGrp="1"/>
          </p:cNvSpPr>
          <p:nvPr/>
        </p:nvSpPr>
        <p:spPr>
          <a:xfrm xmlns:a="http://schemas.openxmlformats.org/drawingml/2006/main">
            <a:off x="819150" y="28575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8872B3"/>
                </a:solidFill>
                <a:latin typeface="Arial"/>
                <a:ea typeface="Arial"/>
                <a:cs typeface="Arial"/>
              </a:defRPr>
            </a:defPPr>
            <a:lvl1pPr algn="l">
              <a:defRPr sz="2550" b="1">
                <a:solidFill>
                  <a:srgbClr val="8872B3"/>
                </a:solidFill>
                <a:latin typeface="Arial"/>
                <a:ea typeface="Arial"/>
                <a:cs typeface="Arial"/>
              </a:defRPr>
            </a:lvl1pPr>
            <a:lvl2pPr algn="l">
              <a:defRPr sz="2550" b="1">
                <a:solidFill>
                  <a:srgbClr val="8872B3"/>
                </a:solidFill>
                <a:latin typeface="Arial"/>
                <a:ea typeface="Arial"/>
                <a:cs typeface="Arial"/>
              </a:defRPr>
            </a:lvl2pPr>
            <a:lvl3pPr algn="l">
              <a:defRPr sz="2550" b="1">
                <a:solidFill>
                  <a:srgbClr val="8872B3"/>
                </a:solidFill>
                <a:latin typeface="Arial"/>
                <a:ea typeface="Arial"/>
                <a:cs typeface="Arial"/>
              </a:defRPr>
            </a:lvl3pPr>
            <a:lvl4pPr algn="l">
              <a:defRPr sz="2550" b="1">
                <a:solidFill>
                  <a:srgbClr val="8872B3"/>
                </a:solidFill>
                <a:latin typeface="Arial"/>
                <a:ea typeface="Arial"/>
                <a:cs typeface="Arial"/>
              </a:defRPr>
            </a:lvl4pPr>
            <a:lvl5pPr algn="l">
              <a:defRPr sz="2550" b="1">
                <a:solidFill>
                  <a:srgbClr val="8872B3"/>
                </a:solidFill>
                <a:latin typeface="Arial"/>
                <a:ea typeface="Arial"/>
                <a:cs typeface="Arial"/>
              </a:defRPr>
            </a:lvl5pPr>
            <a:lvl6pPr algn="l">
              <a:defRPr sz="2550" b="1">
                <a:solidFill>
                  <a:srgbClr val="8872B3"/>
                </a:solidFill>
                <a:latin typeface="Arial"/>
                <a:ea typeface="Arial"/>
                <a:cs typeface="Arial"/>
              </a:defRPr>
            </a:lvl6pPr>
            <a:lvl7pPr algn="l">
              <a:defRPr sz="2550" b="1">
                <a:solidFill>
                  <a:srgbClr val="8872B3"/>
                </a:solidFill>
                <a:latin typeface="Arial"/>
                <a:ea typeface="Arial"/>
                <a:cs typeface="Arial"/>
              </a:defRPr>
            </a:lvl7pPr>
            <a:lvl8pPr algn="l">
              <a:defRPr sz="2550" b="1">
                <a:solidFill>
                  <a:srgbClr val="8872B3"/>
                </a:solidFill>
                <a:latin typeface="Arial"/>
                <a:ea typeface="Arial"/>
                <a:cs typeface="Arial"/>
              </a:defRPr>
            </a:lvl8pPr>
            <a:lvl9pPr algn="l">
              <a:defRPr sz="2550" b="1">
                <a:solidFill>
                  <a:srgbClr val="8872B3"/>
                </a:solidFill>
                <a:latin typeface="Arial"/>
                <a:ea typeface="Arial"/>
                <a:cs typeface="Arial"/>
              </a:defRPr>
            </a:lvl9pPr>
          </a:lstStyle>
          <a:p xmlns:a="http://schemas.openxmlformats.org/drawingml/2006/main">
            <a:pPr algn="l">
              <a:defRPr sz="2550" b="1">
                <a:solidFill>
                  <a:srgbClr val="8872B3"/>
                </a:solidFill>
                <a:latin typeface="Arial"/>
                <a:ea typeface="Arial"/>
                <a:cs typeface="Arial"/>
              </a:defRPr>
            </a:pPr>
            <a:r>
              <a:rPr sz="2550" b="1">
                <a:solidFill>
                  <a:srgbClr val="8872B3"/>
                </a:solidFill>
                <a:latin typeface="Arial"/>
                <a:ea typeface="Arial"/>
                <a:cs typeface="Arial"/>
              </a:rPr>
              <a:t>Decide</a:t>
            </a:r>
          </a:p>
        </p:txBody>
      </p:sp>
      <p:sp>
        <p:nvSpPr>
          <p:cNvPr id="8" name="item-427">
            <a:extLst xmlns:a="http://schemas.openxmlformats.org/drawingml/2006/main">
              <a:ext uri="{FF2B5EF4-FFF2-40B4-BE49-F238E27FC236}">
                <a16:creationId xmlns:a16="http://schemas.microsoft.com/office/drawing/2014/main" id="{E7D244F0-9E49-4CBD-9F9B-EBA59282C925}"/>
              </a:ext>
            </a:extLst>
          </p:cNvPr>
          <p:cNvSpPr>
            <a:spLocks xmlns:a="http://schemas.openxmlformats.org/drawingml/2006/main" noGrp="1"/>
          </p:cNvSpPr>
          <p:nvPr/>
        </p:nvSpPr>
        <p:spPr>
          <a:xfrm xmlns:a="http://schemas.openxmlformats.org/drawingml/2006/main">
            <a:off x="4810125" y="2857500"/>
            <a:ext cx="647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Model processing and output</a:t>
            </a:r>
          </a:p>
        </p:txBody>
      </p:sp>
      <p:sp>
        <p:nvSpPr>
          <p:cNvPr id="9" name="item-428">
            <a:extLst xmlns:a="http://schemas.openxmlformats.org/drawingml/2006/main">
              <a:ext uri="{FF2B5EF4-FFF2-40B4-BE49-F238E27FC236}">
                <a16:creationId xmlns:a16="http://schemas.microsoft.com/office/drawing/2014/main" id="{12EA1588-5183-4C02-B492-0A1EA1271AED}"/>
              </a:ext>
            </a:extLst>
          </p:cNvPr>
          <p:cNvSpPr>
            <a:spLocks xmlns:a="http://schemas.openxmlformats.org/drawingml/2006/main" noGrp="1"/>
          </p:cNvSpPr>
          <p:nvPr/>
        </p:nvSpPr>
        <p:spPr>
          <a:xfrm xmlns:a="http://schemas.openxmlformats.org/drawingml/2006/main">
            <a:off x="819150" y="3714750"/>
            <a:ext cx="1047750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10" name="item-429">
            <a:extLst xmlns:a="http://schemas.openxmlformats.org/drawingml/2006/main">
              <a:ext uri="{FF2B5EF4-FFF2-40B4-BE49-F238E27FC236}">
                <a16:creationId xmlns:a16="http://schemas.microsoft.com/office/drawing/2014/main" id="{0DD0CBA6-300B-4C48-9A4C-E102A7561D1F}"/>
              </a:ext>
            </a:extLst>
          </p:cNvPr>
          <p:cNvSpPr>
            <a:spLocks xmlns:a="http://schemas.openxmlformats.org/drawingml/2006/main" noGrp="1"/>
          </p:cNvSpPr>
          <p:nvPr/>
        </p:nvSpPr>
        <p:spPr>
          <a:xfrm xmlns:a="http://schemas.openxmlformats.org/drawingml/2006/main">
            <a:off x="819150" y="39243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B98030"/>
                </a:solidFill>
                <a:latin typeface="Arial"/>
                <a:ea typeface="Arial"/>
                <a:cs typeface="Arial"/>
              </a:defRPr>
            </a:defPPr>
            <a:lvl1pPr algn="l">
              <a:defRPr sz="2550" b="1">
                <a:solidFill>
                  <a:srgbClr val="B98030"/>
                </a:solidFill>
                <a:latin typeface="Arial"/>
                <a:ea typeface="Arial"/>
                <a:cs typeface="Arial"/>
              </a:defRPr>
            </a:lvl1pPr>
            <a:lvl2pPr algn="l">
              <a:defRPr sz="2550" b="1">
                <a:solidFill>
                  <a:srgbClr val="B98030"/>
                </a:solidFill>
                <a:latin typeface="Arial"/>
                <a:ea typeface="Arial"/>
                <a:cs typeface="Arial"/>
              </a:defRPr>
            </a:lvl2pPr>
            <a:lvl3pPr algn="l">
              <a:defRPr sz="2550" b="1">
                <a:solidFill>
                  <a:srgbClr val="B98030"/>
                </a:solidFill>
                <a:latin typeface="Arial"/>
                <a:ea typeface="Arial"/>
                <a:cs typeface="Arial"/>
              </a:defRPr>
            </a:lvl3pPr>
            <a:lvl4pPr algn="l">
              <a:defRPr sz="2550" b="1">
                <a:solidFill>
                  <a:srgbClr val="B98030"/>
                </a:solidFill>
                <a:latin typeface="Arial"/>
                <a:ea typeface="Arial"/>
                <a:cs typeface="Arial"/>
              </a:defRPr>
            </a:lvl4pPr>
            <a:lvl5pPr algn="l">
              <a:defRPr sz="2550" b="1">
                <a:solidFill>
                  <a:srgbClr val="B98030"/>
                </a:solidFill>
                <a:latin typeface="Arial"/>
                <a:ea typeface="Arial"/>
                <a:cs typeface="Arial"/>
              </a:defRPr>
            </a:lvl5pPr>
            <a:lvl6pPr algn="l">
              <a:defRPr sz="2550" b="1">
                <a:solidFill>
                  <a:srgbClr val="B98030"/>
                </a:solidFill>
                <a:latin typeface="Arial"/>
                <a:ea typeface="Arial"/>
                <a:cs typeface="Arial"/>
              </a:defRPr>
            </a:lvl6pPr>
            <a:lvl7pPr algn="l">
              <a:defRPr sz="2550" b="1">
                <a:solidFill>
                  <a:srgbClr val="B98030"/>
                </a:solidFill>
                <a:latin typeface="Arial"/>
                <a:ea typeface="Arial"/>
                <a:cs typeface="Arial"/>
              </a:defRPr>
            </a:lvl7pPr>
            <a:lvl8pPr algn="l">
              <a:defRPr sz="2550" b="1">
                <a:solidFill>
                  <a:srgbClr val="B98030"/>
                </a:solidFill>
                <a:latin typeface="Arial"/>
                <a:ea typeface="Arial"/>
                <a:cs typeface="Arial"/>
              </a:defRPr>
            </a:lvl8pPr>
            <a:lvl9pPr algn="l">
              <a:defRPr sz="2550" b="1">
                <a:solidFill>
                  <a:srgbClr val="B98030"/>
                </a:solidFill>
                <a:latin typeface="Arial"/>
                <a:ea typeface="Arial"/>
                <a:cs typeface="Arial"/>
              </a:defRPr>
            </a:lvl9pPr>
          </a:lstStyle>
          <a:p xmlns:a="http://schemas.openxmlformats.org/drawingml/2006/main">
            <a:pPr algn="l">
              <a:defRPr sz="2550" b="1">
                <a:solidFill>
                  <a:srgbClr val="B98030"/>
                </a:solidFill>
                <a:latin typeface="Arial"/>
                <a:ea typeface="Arial"/>
                <a:cs typeface="Arial"/>
              </a:defRPr>
            </a:pPr>
            <a:r>
              <a:rPr sz="2550" b="1">
                <a:solidFill>
                  <a:srgbClr val="B98030"/>
                </a:solidFill>
                <a:latin typeface="Arial"/>
                <a:ea typeface="Arial"/>
                <a:cs typeface="Arial"/>
              </a:rPr>
              <a:t>Execute</a:t>
            </a:r>
          </a:p>
        </p:txBody>
      </p:sp>
      <p:sp>
        <p:nvSpPr>
          <p:cNvPr id="11" name="item-430">
            <a:extLst xmlns:a="http://schemas.openxmlformats.org/drawingml/2006/main">
              <a:ext uri="{FF2B5EF4-FFF2-40B4-BE49-F238E27FC236}">
                <a16:creationId xmlns:a16="http://schemas.microsoft.com/office/drawing/2014/main" id="{E06A55FF-AA42-4E64-A340-5018B4F55C28}"/>
              </a:ext>
            </a:extLst>
          </p:cNvPr>
          <p:cNvSpPr>
            <a:spLocks xmlns:a="http://schemas.openxmlformats.org/drawingml/2006/main" noGrp="1"/>
          </p:cNvSpPr>
          <p:nvPr/>
        </p:nvSpPr>
        <p:spPr>
          <a:xfrm xmlns:a="http://schemas.openxmlformats.org/drawingml/2006/main">
            <a:off x="4810125" y="3924300"/>
            <a:ext cx="647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Tool and application response</a:t>
            </a:r>
          </a:p>
        </p:txBody>
      </p:sp>
      <p:sp>
        <p:nvSpPr>
          <p:cNvPr id="12" name="item-431">
            <a:extLst xmlns:a="http://schemas.openxmlformats.org/drawingml/2006/main">
              <a:ext uri="{FF2B5EF4-FFF2-40B4-BE49-F238E27FC236}">
                <a16:creationId xmlns:a16="http://schemas.microsoft.com/office/drawing/2014/main" id="{76EA595B-79DD-4944-82F4-B6C5F3173361}"/>
              </a:ext>
            </a:extLst>
          </p:cNvPr>
          <p:cNvSpPr>
            <a:spLocks xmlns:a="http://schemas.openxmlformats.org/drawingml/2006/main" noGrp="1"/>
          </p:cNvSpPr>
          <p:nvPr/>
        </p:nvSpPr>
        <p:spPr>
          <a:xfrm xmlns:a="http://schemas.openxmlformats.org/drawingml/2006/main">
            <a:off x="819150" y="4781550"/>
            <a:ext cx="10477500" cy="19050"/>
          </a:xfrm>
          <a:prstGeom xmlns:a="http://schemas.openxmlformats.org/drawingml/2006/main" prst="rect">
            <a:avLst/>
          </a:prstGeom>
          <a:solidFill xmlns:a="http://schemas.openxmlformats.org/drawingml/2006/main">
            <a:srgbClr val="D8DEE6"/>
          </a:solidFill>
          <a:ln xmlns:a="http://schemas.openxmlformats.org/drawingml/2006/main" w="0">
            <a:noFill/>
          </a:ln>
        </p:spPr>
      </p:sp>
      <p:sp>
        <p:nvSpPr>
          <p:cNvPr id="13" name="item-432">
            <a:extLst xmlns:a="http://schemas.openxmlformats.org/drawingml/2006/main">
              <a:ext uri="{FF2B5EF4-FFF2-40B4-BE49-F238E27FC236}">
                <a16:creationId xmlns:a16="http://schemas.microsoft.com/office/drawing/2014/main" id="{87CA9B10-8B20-42E9-A467-3CB7BDD543E0}"/>
              </a:ext>
            </a:extLst>
          </p:cNvPr>
          <p:cNvSpPr>
            <a:spLocks xmlns:a="http://schemas.openxmlformats.org/drawingml/2006/main" noGrp="1"/>
          </p:cNvSpPr>
          <p:nvPr/>
        </p:nvSpPr>
        <p:spPr>
          <a:xfrm xmlns:a="http://schemas.openxmlformats.org/drawingml/2006/main">
            <a:off x="819150" y="49911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378775"/>
                </a:solidFill>
                <a:latin typeface="Arial"/>
                <a:ea typeface="Arial"/>
                <a:cs typeface="Arial"/>
              </a:defRPr>
            </a:defPPr>
            <a:lvl1pPr algn="l">
              <a:defRPr sz="2550" b="1">
                <a:solidFill>
                  <a:srgbClr val="378775"/>
                </a:solidFill>
                <a:latin typeface="Arial"/>
                <a:ea typeface="Arial"/>
                <a:cs typeface="Arial"/>
              </a:defRPr>
            </a:lvl1pPr>
            <a:lvl2pPr algn="l">
              <a:defRPr sz="2550" b="1">
                <a:solidFill>
                  <a:srgbClr val="378775"/>
                </a:solidFill>
                <a:latin typeface="Arial"/>
                <a:ea typeface="Arial"/>
                <a:cs typeface="Arial"/>
              </a:defRPr>
            </a:lvl2pPr>
            <a:lvl3pPr algn="l">
              <a:defRPr sz="2550" b="1">
                <a:solidFill>
                  <a:srgbClr val="378775"/>
                </a:solidFill>
                <a:latin typeface="Arial"/>
                <a:ea typeface="Arial"/>
                <a:cs typeface="Arial"/>
              </a:defRPr>
            </a:lvl3pPr>
            <a:lvl4pPr algn="l">
              <a:defRPr sz="2550" b="1">
                <a:solidFill>
                  <a:srgbClr val="378775"/>
                </a:solidFill>
                <a:latin typeface="Arial"/>
                <a:ea typeface="Arial"/>
                <a:cs typeface="Arial"/>
              </a:defRPr>
            </a:lvl4pPr>
            <a:lvl5pPr algn="l">
              <a:defRPr sz="2550" b="1">
                <a:solidFill>
                  <a:srgbClr val="378775"/>
                </a:solidFill>
                <a:latin typeface="Arial"/>
                <a:ea typeface="Arial"/>
                <a:cs typeface="Arial"/>
              </a:defRPr>
            </a:lvl5pPr>
            <a:lvl6pPr algn="l">
              <a:defRPr sz="2550" b="1">
                <a:solidFill>
                  <a:srgbClr val="378775"/>
                </a:solidFill>
                <a:latin typeface="Arial"/>
                <a:ea typeface="Arial"/>
                <a:cs typeface="Arial"/>
              </a:defRPr>
            </a:lvl6pPr>
            <a:lvl7pPr algn="l">
              <a:defRPr sz="2550" b="1">
                <a:solidFill>
                  <a:srgbClr val="378775"/>
                </a:solidFill>
                <a:latin typeface="Arial"/>
                <a:ea typeface="Arial"/>
                <a:cs typeface="Arial"/>
              </a:defRPr>
            </a:lvl7pPr>
            <a:lvl8pPr algn="l">
              <a:defRPr sz="2550" b="1">
                <a:solidFill>
                  <a:srgbClr val="378775"/>
                </a:solidFill>
                <a:latin typeface="Arial"/>
                <a:ea typeface="Arial"/>
                <a:cs typeface="Arial"/>
              </a:defRPr>
            </a:lvl8pPr>
            <a:lvl9pPr algn="l">
              <a:defRPr sz="2550" b="1">
                <a:solidFill>
                  <a:srgbClr val="378775"/>
                </a:solidFill>
                <a:latin typeface="Arial"/>
                <a:ea typeface="Arial"/>
                <a:cs typeface="Arial"/>
              </a:defRPr>
            </a:lvl9pPr>
          </a:lstStyle>
          <a:p xmlns:a="http://schemas.openxmlformats.org/drawingml/2006/main">
            <a:pPr algn="l">
              <a:defRPr sz="2550" b="1">
                <a:solidFill>
                  <a:srgbClr val="378775"/>
                </a:solidFill>
                <a:latin typeface="Arial"/>
                <a:ea typeface="Arial"/>
                <a:cs typeface="Arial"/>
              </a:defRPr>
            </a:pPr>
            <a:r>
              <a:rPr sz="2550" b="1">
                <a:solidFill>
                  <a:srgbClr val="378775"/>
                </a:solidFill>
                <a:latin typeface="Arial"/>
                <a:ea typeface="Arial"/>
                <a:cs typeface="Arial"/>
              </a:rPr>
              <a:t>Check</a:t>
            </a:r>
          </a:p>
        </p:txBody>
      </p:sp>
      <p:sp>
        <p:nvSpPr>
          <p:cNvPr id="14" name="item-433">
            <a:extLst xmlns:a="http://schemas.openxmlformats.org/drawingml/2006/main">
              <a:ext uri="{FF2B5EF4-FFF2-40B4-BE49-F238E27FC236}">
                <a16:creationId xmlns:a16="http://schemas.microsoft.com/office/drawing/2014/main" id="{3F0C02EB-CB31-4F9D-82A9-34DF953B3646}"/>
              </a:ext>
            </a:extLst>
          </p:cNvPr>
          <p:cNvSpPr>
            <a:spLocks xmlns:a="http://schemas.openxmlformats.org/drawingml/2006/main" noGrp="1"/>
          </p:cNvSpPr>
          <p:nvPr/>
        </p:nvSpPr>
        <p:spPr>
          <a:xfrm xmlns:a="http://schemas.openxmlformats.org/drawingml/2006/main">
            <a:off x="4810125" y="4991100"/>
            <a:ext cx="647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Another observation when needed</a:t>
            </a:r>
          </a:p>
        </p:txBody>
      </p:sp>
    </p:spTree>
    <p:extLst>
      <p:ext uri="{BB962C8B-B14F-4D97-AF65-F5344CB8AC3E}">
        <p14:creationId xmlns:p14="http://schemas.microsoft.com/office/powerpoint/2010/main" val="1956514643"/>
      </p:ext>
    </p:extLst>
  </p:cSld>
</p:sld>
</file>

<file path=ppt/slides/slide3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4" name="item-434">
            <a:extLst xmlns:a="http://schemas.openxmlformats.org/drawingml/2006/main">
              <a:ext uri="{FF2B5EF4-FFF2-40B4-BE49-F238E27FC236}">
                <a16:creationId xmlns:a16="http://schemas.microsoft.com/office/drawing/2014/main" id="{32675317-DF28-4DA5-9EC5-F2373E5B92AF}"/>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boundaries are part of the machinery</a:t>
            </a:r>
          </a:p>
        </p:txBody>
      </p:sp>
      <p:sp>
        <p:nvSpPr>
          <p:cNvPr id="2" name="item-435">
            <a:extLst xmlns:a="http://schemas.openxmlformats.org/drawingml/2006/main">
              <a:ext uri="{FF2B5EF4-FFF2-40B4-BE49-F238E27FC236}">
                <a16:creationId xmlns:a16="http://schemas.microsoft.com/office/drawing/2014/main" id="{E8B79A19-B96A-48C7-8E48-84D136560F83}"/>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36">
            <a:extLst xmlns:a="http://schemas.openxmlformats.org/drawingml/2006/main">
              <a:ext uri="{FF2B5EF4-FFF2-40B4-BE49-F238E27FC236}">
                <a16:creationId xmlns:a16="http://schemas.microsoft.com/office/drawing/2014/main" id="{7EDFFCC9-74A7-43B2-BCF2-B2DAEC3CAE7C}"/>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30</a:t>
            </a:r>
          </a:p>
        </p:txBody>
      </p:sp>
      <p:sp>
        <p:nvSpPr>
          <p:cNvPr id="4" name="item-437">
            <a:extLst xmlns:a="http://schemas.openxmlformats.org/drawingml/2006/main">
              <a:ext uri="{FF2B5EF4-FFF2-40B4-BE49-F238E27FC236}">
                <a16:creationId xmlns:a16="http://schemas.microsoft.com/office/drawing/2014/main" id="{74E6E570-EAAF-4442-8E69-8C834179933C}"/>
              </a:ext>
            </a:extLst>
          </p:cNvPr>
          <p:cNvSpPr>
            <a:spLocks xmlns:a="http://schemas.openxmlformats.org/drawingml/2006/main" noGrp="1"/>
          </p:cNvSpPr>
          <p:nvPr/>
        </p:nvSpPr>
        <p:spPr>
          <a:xfrm xmlns:a="http://schemas.openxmlformats.org/drawingml/2006/main">
            <a:off x="790575" y="2305050"/>
            <a:ext cx="323850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19050">
            <a:solidFill>
              <a:srgbClr val="477BBD"/>
            </a:solidFill>
          </a:ln>
        </p:spPr>
      </p:sp>
      <p:sp>
        <p:nvSpPr>
          <p:cNvPr id="5" name="item-438">
            <a:extLst xmlns:a="http://schemas.openxmlformats.org/drawingml/2006/main">
              <a:ext uri="{FF2B5EF4-FFF2-40B4-BE49-F238E27FC236}">
                <a16:creationId xmlns:a16="http://schemas.microsoft.com/office/drawing/2014/main" id="{44108B5A-4607-4D01-85D8-728DFF93A95E}"/>
              </a:ext>
            </a:extLst>
          </p:cNvPr>
          <p:cNvSpPr>
            <a:spLocks xmlns:a="http://schemas.openxmlformats.org/drawingml/2006/main" noGrp="1"/>
          </p:cNvSpPr>
          <p:nvPr/>
        </p:nvSpPr>
        <p:spPr>
          <a:xfrm xmlns:a="http://schemas.openxmlformats.org/drawingml/2006/main">
            <a:off x="904875" y="243840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Task</a:t>
            </a:r>
          </a:p>
        </p:txBody>
      </p:sp>
      <p:sp>
        <p:nvSpPr>
          <p:cNvPr id="6" name="item-439">
            <a:extLst xmlns:a="http://schemas.openxmlformats.org/drawingml/2006/main">
              <a:ext uri="{FF2B5EF4-FFF2-40B4-BE49-F238E27FC236}">
                <a16:creationId xmlns:a16="http://schemas.microsoft.com/office/drawing/2014/main" id="{CC17E923-403D-40AC-96AF-AA36CED9B7BE}"/>
              </a:ext>
            </a:extLst>
          </p:cNvPr>
          <p:cNvSpPr>
            <a:spLocks xmlns:a="http://schemas.openxmlformats.org/drawingml/2006/main" noGrp="1"/>
          </p:cNvSpPr>
          <p:nvPr/>
        </p:nvSpPr>
        <p:spPr>
          <a:xfrm xmlns:a="http://schemas.openxmlformats.org/drawingml/2006/main">
            <a:off x="942975" y="2914650"/>
            <a:ext cx="29337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What the user authorized</a:t>
            </a:r>
          </a:p>
        </p:txBody>
      </p:sp>
      <p:sp>
        <p:nvSpPr>
          <p:cNvPr id="7" name="item-440">
            <a:extLst xmlns:a="http://schemas.openxmlformats.org/drawingml/2006/main">
              <a:ext uri="{FF2B5EF4-FFF2-40B4-BE49-F238E27FC236}">
                <a16:creationId xmlns:a16="http://schemas.microsoft.com/office/drawing/2014/main" id="{4C96001D-9689-4F4B-B73F-929F70034BCC}"/>
              </a:ext>
            </a:extLst>
          </p:cNvPr>
          <p:cNvSpPr>
            <a:spLocks xmlns:a="http://schemas.openxmlformats.org/drawingml/2006/main" noGrp="1"/>
          </p:cNvSpPr>
          <p:nvPr/>
        </p:nvSpPr>
        <p:spPr>
          <a:xfrm xmlns:a="http://schemas.openxmlformats.org/drawingml/2006/main">
            <a:off x="4448175" y="2305050"/>
            <a:ext cx="323850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19050">
            <a:solidFill>
              <a:srgbClr val="8872B3"/>
            </a:solidFill>
          </a:ln>
        </p:spPr>
      </p:sp>
      <p:sp>
        <p:nvSpPr>
          <p:cNvPr id="8" name="item-441">
            <a:extLst xmlns:a="http://schemas.openxmlformats.org/drawingml/2006/main">
              <a:ext uri="{FF2B5EF4-FFF2-40B4-BE49-F238E27FC236}">
                <a16:creationId xmlns:a16="http://schemas.microsoft.com/office/drawing/2014/main" id="{659ED02A-9EF7-457E-B913-69687207DFE1}"/>
              </a:ext>
            </a:extLst>
          </p:cNvPr>
          <p:cNvSpPr>
            <a:spLocks xmlns:a="http://schemas.openxmlformats.org/drawingml/2006/main" noGrp="1"/>
          </p:cNvSpPr>
          <p:nvPr/>
        </p:nvSpPr>
        <p:spPr>
          <a:xfrm xmlns:a="http://schemas.openxmlformats.org/drawingml/2006/main">
            <a:off x="4562475" y="243840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Access</a:t>
            </a:r>
          </a:p>
        </p:txBody>
      </p:sp>
      <p:sp>
        <p:nvSpPr>
          <p:cNvPr id="9" name="item-442">
            <a:extLst xmlns:a="http://schemas.openxmlformats.org/drawingml/2006/main">
              <a:ext uri="{FF2B5EF4-FFF2-40B4-BE49-F238E27FC236}">
                <a16:creationId xmlns:a16="http://schemas.microsoft.com/office/drawing/2014/main" id="{528B656A-99C5-495F-B466-10E6B2728469}"/>
              </a:ext>
            </a:extLst>
          </p:cNvPr>
          <p:cNvSpPr>
            <a:spLocks xmlns:a="http://schemas.openxmlformats.org/drawingml/2006/main" noGrp="1"/>
          </p:cNvSpPr>
          <p:nvPr/>
        </p:nvSpPr>
        <p:spPr>
          <a:xfrm xmlns:a="http://schemas.openxmlformats.org/drawingml/2006/main">
            <a:off x="4600575" y="2914650"/>
            <a:ext cx="29337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Apps, sites and system permissions</a:t>
            </a:r>
          </a:p>
        </p:txBody>
      </p:sp>
      <p:sp>
        <p:nvSpPr>
          <p:cNvPr id="10" name="item-443">
            <a:extLst xmlns:a="http://schemas.openxmlformats.org/drawingml/2006/main">
              <a:ext uri="{FF2B5EF4-FFF2-40B4-BE49-F238E27FC236}">
                <a16:creationId xmlns:a16="http://schemas.microsoft.com/office/drawing/2014/main" id="{CBEB1D80-5166-4DA2-BE8E-CC74702E19C3}"/>
              </a:ext>
            </a:extLst>
          </p:cNvPr>
          <p:cNvSpPr>
            <a:spLocks xmlns:a="http://schemas.openxmlformats.org/drawingml/2006/main" noGrp="1"/>
          </p:cNvSpPr>
          <p:nvPr/>
        </p:nvSpPr>
        <p:spPr>
          <a:xfrm xmlns:a="http://schemas.openxmlformats.org/drawingml/2006/main">
            <a:off x="8115300" y="2305050"/>
            <a:ext cx="323850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19050">
            <a:solidFill>
              <a:srgbClr val="B98030"/>
            </a:solidFill>
          </a:ln>
        </p:spPr>
      </p:sp>
      <p:sp>
        <p:nvSpPr>
          <p:cNvPr id="11" name="item-444">
            <a:extLst xmlns:a="http://schemas.openxmlformats.org/drawingml/2006/main">
              <a:ext uri="{FF2B5EF4-FFF2-40B4-BE49-F238E27FC236}">
                <a16:creationId xmlns:a16="http://schemas.microsoft.com/office/drawing/2014/main" id="{DECDCDE9-EF93-489D-BAD9-664E238E3389}"/>
              </a:ext>
            </a:extLst>
          </p:cNvPr>
          <p:cNvSpPr>
            <a:spLocks xmlns:a="http://schemas.openxmlformats.org/drawingml/2006/main" noGrp="1"/>
          </p:cNvSpPr>
          <p:nvPr/>
        </p:nvSpPr>
        <p:spPr>
          <a:xfrm xmlns:a="http://schemas.openxmlformats.org/drawingml/2006/main">
            <a:off x="8229600" y="243840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B98030"/>
                </a:solidFill>
                <a:latin typeface="Arial"/>
                <a:ea typeface="Arial"/>
                <a:cs typeface="Arial"/>
              </a:defRPr>
            </a:defPPr>
            <a:lvl1pPr algn="ctr">
              <a:defRPr sz="2175" b="1">
                <a:solidFill>
                  <a:srgbClr val="B98030"/>
                </a:solidFill>
                <a:latin typeface="Arial"/>
                <a:ea typeface="Arial"/>
                <a:cs typeface="Arial"/>
              </a:defRPr>
            </a:lvl1pPr>
            <a:lvl2pPr algn="ctr">
              <a:defRPr sz="2175" b="1">
                <a:solidFill>
                  <a:srgbClr val="B98030"/>
                </a:solidFill>
                <a:latin typeface="Arial"/>
                <a:ea typeface="Arial"/>
                <a:cs typeface="Arial"/>
              </a:defRPr>
            </a:lvl2pPr>
            <a:lvl3pPr algn="ctr">
              <a:defRPr sz="2175" b="1">
                <a:solidFill>
                  <a:srgbClr val="B98030"/>
                </a:solidFill>
                <a:latin typeface="Arial"/>
                <a:ea typeface="Arial"/>
                <a:cs typeface="Arial"/>
              </a:defRPr>
            </a:lvl3pPr>
            <a:lvl4pPr algn="ctr">
              <a:defRPr sz="2175" b="1">
                <a:solidFill>
                  <a:srgbClr val="B98030"/>
                </a:solidFill>
                <a:latin typeface="Arial"/>
                <a:ea typeface="Arial"/>
                <a:cs typeface="Arial"/>
              </a:defRPr>
            </a:lvl4pPr>
            <a:lvl5pPr algn="ctr">
              <a:defRPr sz="2175" b="1">
                <a:solidFill>
                  <a:srgbClr val="B98030"/>
                </a:solidFill>
                <a:latin typeface="Arial"/>
                <a:ea typeface="Arial"/>
                <a:cs typeface="Arial"/>
              </a:defRPr>
            </a:lvl5pPr>
            <a:lvl6pPr algn="ctr">
              <a:defRPr sz="2175" b="1">
                <a:solidFill>
                  <a:srgbClr val="B98030"/>
                </a:solidFill>
                <a:latin typeface="Arial"/>
                <a:ea typeface="Arial"/>
                <a:cs typeface="Arial"/>
              </a:defRPr>
            </a:lvl6pPr>
            <a:lvl7pPr algn="ctr">
              <a:defRPr sz="2175" b="1">
                <a:solidFill>
                  <a:srgbClr val="B98030"/>
                </a:solidFill>
                <a:latin typeface="Arial"/>
                <a:ea typeface="Arial"/>
                <a:cs typeface="Arial"/>
              </a:defRPr>
            </a:lvl7pPr>
            <a:lvl8pPr algn="ctr">
              <a:defRPr sz="2175" b="1">
                <a:solidFill>
                  <a:srgbClr val="B98030"/>
                </a:solidFill>
                <a:latin typeface="Arial"/>
                <a:ea typeface="Arial"/>
                <a:cs typeface="Arial"/>
              </a:defRPr>
            </a:lvl8pPr>
            <a:lvl9pPr algn="ctr">
              <a:defRPr sz="2175" b="1">
                <a:solidFill>
                  <a:srgbClr val="B98030"/>
                </a:solidFill>
                <a:latin typeface="Arial"/>
                <a:ea typeface="Arial"/>
                <a:cs typeface="Arial"/>
              </a:defRPr>
            </a:lvl9pPr>
          </a:lstStyle>
          <a:p xmlns:a="http://schemas.openxmlformats.org/drawingml/2006/main">
            <a:pPr algn="ctr">
              <a:defRPr sz="2175" b="1">
                <a:solidFill>
                  <a:srgbClr val="B98030"/>
                </a:solidFill>
                <a:latin typeface="Arial"/>
                <a:ea typeface="Arial"/>
                <a:cs typeface="Arial"/>
              </a:defRPr>
            </a:pPr>
            <a:r>
              <a:rPr sz="2175" b="1">
                <a:solidFill>
                  <a:srgbClr val="B98030"/>
                </a:solidFill>
                <a:latin typeface="Arial"/>
                <a:ea typeface="Arial"/>
                <a:cs typeface="Arial"/>
              </a:rPr>
              <a:t>Action</a:t>
            </a:r>
          </a:p>
        </p:txBody>
      </p:sp>
      <p:sp>
        <p:nvSpPr>
          <p:cNvPr id="12" name="item-445">
            <a:extLst xmlns:a="http://schemas.openxmlformats.org/drawingml/2006/main">
              <a:ext uri="{FF2B5EF4-FFF2-40B4-BE49-F238E27FC236}">
                <a16:creationId xmlns:a16="http://schemas.microsoft.com/office/drawing/2014/main" id="{39437F12-11B0-485D-9486-9B59D99AB203}"/>
              </a:ext>
            </a:extLst>
          </p:cNvPr>
          <p:cNvSpPr>
            <a:spLocks xmlns:a="http://schemas.openxmlformats.org/drawingml/2006/main" noGrp="1"/>
          </p:cNvSpPr>
          <p:nvPr/>
        </p:nvSpPr>
        <p:spPr>
          <a:xfrm xmlns:a="http://schemas.openxmlformats.org/drawingml/2006/main">
            <a:off x="8267700" y="2914650"/>
            <a:ext cx="29337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What requires a person to approve</a:t>
            </a:r>
          </a:p>
        </p:txBody>
      </p:sp>
      <p:sp>
        <p:nvSpPr>
          <p:cNvPr id="13" name="item-446">
            <a:extLst xmlns:a="http://schemas.openxmlformats.org/drawingml/2006/main">
              <a:ext uri="{FF2B5EF4-FFF2-40B4-BE49-F238E27FC236}">
                <a16:creationId xmlns:a16="http://schemas.microsoft.com/office/drawing/2014/main" id="{3333134F-5C34-4276-823E-9BB1645BC87A}"/>
              </a:ext>
            </a:extLst>
          </p:cNvPr>
          <p:cNvSpPr>
            <a:spLocks xmlns:a="http://schemas.openxmlformats.org/drawingml/2006/main" noGrp="1"/>
          </p:cNvSpPr>
          <p:nvPr/>
        </p:nvSpPr>
        <p:spPr>
          <a:xfrm xmlns:a="http://schemas.openxmlformats.org/drawingml/2006/main">
            <a:off x="1000125" y="5076825"/>
            <a:ext cx="1019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700" b="1">
                <a:solidFill>
                  <a:srgbClr val="C75247"/>
                </a:solidFill>
                <a:latin typeface="Arial"/>
                <a:ea typeface="Arial"/>
                <a:cs typeface="Arial"/>
              </a:defRPr>
            </a:defPPr>
            <a:lvl1pPr algn="ctr">
              <a:defRPr sz="2700" b="1">
                <a:solidFill>
                  <a:srgbClr val="C75247"/>
                </a:solidFill>
                <a:latin typeface="Arial"/>
                <a:ea typeface="Arial"/>
                <a:cs typeface="Arial"/>
              </a:defRPr>
            </a:lvl1pPr>
            <a:lvl2pPr algn="ctr">
              <a:defRPr sz="2700" b="1">
                <a:solidFill>
                  <a:srgbClr val="C75247"/>
                </a:solidFill>
                <a:latin typeface="Arial"/>
                <a:ea typeface="Arial"/>
                <a:cs typeface="Arial"/>
              </a:defRPr>
            </a:lvl2pPr>
            <a:lvl3pPr algn="ctr">
              <a:defRPr sz="2700" b="1">
                <a:solidFill>
                  <a:srgbClr val="C75247"/>
                </a:solidFill>
                <a:latin typeface="Arial"/>
                <a:ea typeface="Arial"/>
                <a:cs typeface="Arial"/>
              </a:defRPr>
            </a:lvl3pPr>
            <a:lvl4pPr algn="ctr">
              <a:defRPr sz="2700" b="1">
                <a:solidFill>
                  <a:srgbClr val="C75247"/>
                </a:solidFill>
                <a:latin typeface="Arial"/>
                <a:ea typeface="Arial"/>
                <a:cs typeface="Arial"/>
              </a:defRPr>
            </a:lvl4pPr>
            <a:lvl5pPr algn="ctr">
              <a:defRPr sz="2700" b="1">
                <a:solidFill>
                  <a:srgbClr val="C75247"/>
                </a:solidFill>
                <a:latin typeface="Arial"/>
                <a:ea typeface="Arial"/>
                <a:cs typeface="Arial"/>
              </a:defRPr>
            </a:lvl5pPr>
            <a:lvl6pPr algn="ctr">
              <a:defRPr sz="2700" b="1">
                <a:solidFill>
                  <a:srgbClr val="C75247"/>
                </a:solidFill>
                <a:latin typeface="Arial"/>
                <a:ea typeface="Arial"/>
                <a:cs typeface="Arial"/>
              </a:defRPr>
            </a:lvl6pPr>
            <a:lvl7pPr algn="ctr">
              <a:defRPr sz="2700" b="1">
                <a:solidFill>
                  <a:srgbClr val="C75247"/>
                </a:solidFill>
                <a:latin typeface="Arial"/>
                <a:ea typeface="Arial"/>
                <a:cs typeface="Arial"/>
              </a:defRPr>
            </a:lvl7pPr>
            <a:lvl8pPr algn="ctr">
              <a:defRPr sz="2700" b="1">
                <a:solidFill>
                  <a:srgbClr val="C75247"/>
                </a:solidFill>
                <a:latin typeface="Arial"/>
                <a:ea typeface="Arial"/>
                <a:cs typeface="Arial"/>
              </a:defRPr>
            </a:lvl8pPr>
            <a:lvl9pPr algn="ctr">
              <a:defRPr sz="2700" b="1">
                <a:solidFill>
                  <a:srgbClr val="C75247"/>
                </a:solidFill>
                <a:latin typeface="Arial"/>
                <a:ea typeface="Arial"/>
                <a:cs typeface="Arial"/>
              </a:defRPr>
            </a:lvl9pPr>
          </a:lstStyle>
          <a:p xmlns:a="http://schemas.openxmlformats.org/drawingml/2006/main">
            <a:pPr algn="ctr">
              <a:defRPr sz="2700" b="1">
                <a:solidFill>
                  <a:srgbClr val="C75247"/>
                </a:solidFill>
                <a:latin typeface="Arial"/>
                <a:ea typeface="Arial"/>
                <a:cs typeface="Arial"/>
              </a:defRPr>
            </a:pPr>
            <a:r>
              <a:rPr sz="2700" b="1">
                <a:solidFill>
                  <a:srgbClr val="C75247"/>
                </a:solidFill>
                <a:latin typeface="Arial"/>
                <a:ea typeface="Arial"/>
                <a:cs typeface="Arial"/>
              </a:rPr>
              <a:t>Text on a web page is task data, not new authority</a:t>
            </a:r>
          </a:p>
        </p:txBody>
      </p:sp>
    </p:spTree>
    <p:extLst>
      <p:ext uri="{BB962C8B-B14F-4D97-AF65-F5344CB8AC3E}">
        <p14:creationId xmlns:p14="http://schemas.microsoft.com/office/powerpoint/2010/main" val="180431257"/>
      </p:ext>
    </p:extLst>
  </p:cSld>
</p:sld>
</file>

<file path=ppt/slides/slide3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83127673-5C5D-455F-B94D-4C5205199561}"/>
              </a:ext>
            </a:extLst>
          </p:cNvPr>
          <p:cNvCxnSpPr>
            <a:stCxn xmlns:a="http://schemas.openxmlformats.org/drawingml/2006/main" id="13" idx="1"/>
            <a:endCxn xmlns:a="http://schemas.openxmlformats.org/drawingml/2006/main" id="4" idx="2"/>
          </p:cNvCxnSpPr>
          <p:nvPr/>
        </p:nvCxnSpPr>
        <p:spPr>
          <a:xfrm xmlns:a="http://schemas.openxmlformats.org/drawingml/2006/main" flipH="1" flipV="1">
            <a:off x="2238375" y="3267075"/>
            <a:ext cx="2486025" cy="1847850"/>
          </a:xfrm>
          <a:prstGeom xmlns:a="http://schemas.openxmlformats.org/drawingml/2006/main" prst="bentConnector2">
            <a:avLst/>
          </a:prstGeom>
          <a:ln xmlns:a="http://schemas.openxmlformats.org/drawingml/2006/main" w="23813">
            <a:solidFill>
              <a:srgbClr val="378775"/>
            </a:solidFill>
            <a:tailEnd type="arrow" w="sm" len="sm"/>
          </a:ln>
        </p:spPr>
      </p:cxnSp>
      <p:cxnSp>
        <p:nvCxnSpPr>
          <p:cNvPr id="18" name="">
            <a:extLst xmlns:a="http://schemas.openxmlformats.org/drawingml/2006/main">
              <a:ext uri="{FF2B5EF4-FFF2-40B4-BE49-F238E27FC236}">
                <a16:creationId xmlns:a16="http://schemas.microsoft.com/office/drawing/2014/main" id="{03364DFF-6331-434F-AF8E-666256ED5FD8}"/>
              </a:ext>
            </a:extLst>
          </p:cNvPr>
          <p:cNvCxnSpPr>
            <a:stCxn xmlns:a="http://schemas.openxmlformats.org/drawingml/2006/main" id="10" idx="2"/>
            <a:endCxn xmlns:a="http://schemas.openxmlformats.org/drawingml/2006/main" id="13" idx="3"/>
          </p:cNvCxnSpPr>
          <p:nvPr/>
        </p:nvCxnSpPr>
        <p:spPr>
          <a:xfrm xmlns:a="http://schemas.openxmlformats.org/drawingml/2006/main" flipH="1">
            <a:off x="7467600" y="3267075"/>
            <a:ext cx="2486025" cy="1847850"/>
          </a:xfrm>
          <a:prstGeom xmlns:a="http://schemas.openxmlformats.org/drawingml/2006/main" prst="bentConnector5">
            <a:avLst>
              <a:gd name="adj1" fmla="val 0"/>
              <a:gd name="adj2" fmla="val 12371"/>
              <a:gd name="adj3" fmla="val 90805"/>
            </a:avLst>
          </a:prstGeom>
          <a:ln xmlns:a="http://schemas.openxmlformats.org/drawingml/2006/main" w="23813">
            <a:solidFill>
              <a:srgbClr val="B98030"/>
            </a:solidFill>
            <a:tailEnd type="arrow" w="sm" len="sm"/>
          </a:ln>
        </p:spPr>
      </p:cxnSp>
      <p:cxnSp>
        <p:nvCxnSpPr>
          <p:cNvPr id="17" name="">
            <a:extLst xmlns:a="http://schemas.openxmlformats.org/drawingml/2006/main">
              <a:ext uri="{FF2B5EF4-FFF2-40B4-BE49-F238E27FC236}">
                <a16:creationId xmlns:a16="http://schemas.microsoft.com/office/drawing/2014/main" id="{3F996983-54C0-4164-A531-9BD8E59E980D}"/>
              </a:ext>
            </a:extLst>
          </p:cNvPr>
          <p:cNvCxnSpPr>
            <a:stCxn xmlns:a="http://schemas.openxmlformats.org/drawingml/2006/main" id="7" idx="3"/>
            <a:endCxn xmlns:a="http://schemas.openxmlformats.org/drawingml/2006/main" id="10" idx="1"/>
          </p:cNvCxnSpPr>
          <p:nvPr/>
        </p:nvCxnSpPr>
        <p:spPr>
          <a:xfrm xmlns:a="http://schemas.openxmlformats.org/drawingml/2006/main">
            <a:off x="7467600" y="2552700"/>
            <a:ext cx="1114425"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6" name="">
            <a:extLst xmlns:a="http://schemas.openxmlformats.org/drawingml/2006/main">
              <a:ext uri="{FF2B5EF4-FFF2-40B4-BE49-F238E27FC236}">
                <a16:creationId xmlns:a16="http://schemas.microsoft.com/office/drawing/2014/main" id="{CF6068F0-C2DE-4844-933E-FCAD794E815D}"/>
              </a:ext>
            </a:extLst>
          </p:cNvPr>
          <p:cNvCxnSpPr>
            <a:stCxn xmlns:a="http://schemas.openxmlformats.org/drawingml/2006/main" id="4" idx="3"/>
            <a:endCxn xmlns:a="http://schemas.openxmlformats.org/drawingml/2006/main" id="7" idx="1"/>
          </p:cNvCxnSpPr>
          <p:nvPr/>
        </p:nvCxnSpPr>
        <p:spPr>
          <a:xfrm xmlns:a="http://schemas.openxmlformats.org/drawingml/2006/main">
            <a:off x="3609975" y="2552700"/>
            <a:ext cx="1114425" cy="0"/>
          </a:xfrm>
          <a:prstGeom xmlns:a="http://schemas.openxmlformats.org/drawingml/2006/main" prst="straightConnector1">
            <a:avLst/>
          </a:prstGeom>
          <a:ln xmlns:a="http://schemas.openxmlformats.org/drawingml/2006/main" w="23813">
            <a:solidFill>
              <a:srgbClr val="477BBD"/>
            </a:solidFill>
            <a:tailEnd type="arrow" w="sm" len="sm"/>
          </a:ln>
        </p:spPr>
      </p:cxnSp>
      <p:sp>
        <p:nvSpPr>
          <p:cNvPr id="21" name="item-447">
            <a:extLst xmlns:a="http://schemas.openxmlformats.org/drawingml/2006/main">
              <a:ext uri="{FF2B5EF4-FFF2-40B4-BE49-F238E27FC236}">
                <a16:creationId xmlns:a16="http://schemas.microsoft.com/office/drawing/2014/main" id="{6634F7C0-8756-47E1-BBA2-E83EC8D611E6}"/>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complete working loop</a:t>
            </a:r>
          </a:p>
        </p:txBody>
      </p:sp>
      <p:sp>
        <p:nvSpPr>
          <p:cNvPr id="2" name="item-448">
            <a:extLst xmlns:a="http://schemas.openxmlformats.org/drawingml/2006/main">
              <a:ext uri="{FF2B5EF4-FFF2-40B4-BE49-F238E27FC236}">
                <a16:creationId xmlns:a16="http://schemas.microsoft.com/office/drawing/2014/main" id="{F4E2B7F3-ACA5-4D8E-A28B-8CB39D30E9E7}"/>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49">
            <a:extLst xmlns:a="http://schemas.openxmlformats.org/drawingml/2006/main">
              <a:ext uri="{FF2B5EF4-FFF2-40B4-BE49-F238E27FC236}">
                <a16:creationId xmlns:a16="http://schemas.microsoft.com/office/drawing/2014/main" id="{D005D84E-C2EF-4A27-87AF-0165CC842EBF}"/>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31</a:t>
            </a:r>
          </a:p>
        </p:txBody>
      </p:sp>
      <p:sp>
        <p:nvSpPr>
          <p:cNvPr id="4" name="item-450">
            <a:extLst xmlns:a="http://schemas.openxmlformats.org/drawingml/2006/main">
              <a:ext uri="{FF2B5EF4-FFF2-40B4-BE49-F238E27FC236}">
                <a16:creationId xmlns:a16="http://schemas.microsoft.com/office/drawing/2014/main" id="{AD31EB13-197B-40AF-B992-0F9F9A41630B}"/>
              </a:ext>
            </a:extLst>
          </p:cNvPr>
          <p:cNvSpPr>
            <a:spLocks xmlns:a="http://schemas.openxmlformats.org/drawingml/2006/main" noGrp="1"/>
          </p:cNvSpPr>
          <p:nvPr/>
        </p:nvSpPr>
        <p:spPr>
          <a:xfrm xmlns:a="http://schemas.openxmlformats.org/drawingml/2006/main">
            <a:off x="866775" y="1838325"/>
            <a:ext cx="27432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9050">
            <a:solidFill>
              <a:srgbClr val="477BBD"/>
            </a:solidFill>
          </a:ln>
        </p:spPr>
      </p:sp>
      <p:sp>
        <p:nvSpPr>
          <p:cNvPr id="5" name="item-451">
            <a:extLst xmlns:a="http://schemas.openxmlformats.org/drawingml/2006/main">
              <a:ext uri="{FF2B5EF4-FFF2-40B4-BE49-F238E27FC236}">
                <a16:creationId xmlns:a16="http://schemas.microsoft.com/office/drawing/2014/main" id="{18195C06-91B3-4EA5-8029-DA1CE20F2D63}"/>
              </a:ext>
            </a:extLst>
          </p:cNvPr>
          <p:cNvSpPr>
            <a:spLocks xmlns:a="http://schemas.openxmlformats.org/drawingml/2006/main" noGrp="1"/>
          </p:cNvSpPr>
          <p:nvPr/>
        </p:nvSpPr>
        <p:spPr>
          <a:xfrm xmlns:a="http://schemas.openxmlformats.org/drawingml/2006/main">
            <a:off x="981075" y="19716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Observe</a:t>
            </a:r>
          </a:p>
        </p:txBody>
      </p:sp>
      <p:sp>
        <p:nvSpPr>
          <p:cNvPr id="6" name="item-452">
            <a:extLst xmlns:a="http://schemas.openxmlformats.org/drawingml/2006/main">
              <a:ext uri="{FF2B5EF4-FFF2-40B4-BE49-F238E27FC236}">
                <a16:creationId xmlns:a16="http://schemas.microsoft.com/office/drawing/2014/main" id="{127609E9-8A3F-4FF6-B2E2-8523CA991D34}"/>
              </a:ext>
            </a:extLst>
          </p:cNvPr>
          <p:cNvSpPr>
            <a:spLocks xmlns:a="http://schemas.openxmlformats.org/drawingml/2006/main" noGrp="1"/>
          </p:cNvSpPr>
          <p:nvPr/>
        </p:nvSpPr>
        <p:spPr>
          <a:xfrm xmlns:a="http://schemas.openxmlformats.org/drawingml/2006/main">
            <a:off x="1019175" y="2447925"/>
            <a:ext cx="2438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Get current evidence</a:t>
            </a:r>
          </a:p>
        </p:txBody>
      </p:sp>
      <p:sp>
        <p:nvSpPr>
          <p:cNvPr id="7" name="item-453">
            <a:extLst xmlns:a="http://schemas.openxmlformats.org/drawingml/2006/main">
              <a:ext uri="{FF2B5EF4-FFF2-40B4-BE49-F238E27FC236}">
                <a16:creationId xmlns:a16="http://schemas.microsoft.com/office/drawing/2014/main" id="{A216F4A1-60C4-48A2-8AC3-A171DCC1A7A1}"/>
              </a:ext>
            </a:extLst>
          </p:cNvPr>
          <p:cNvSpPr>
            <a:spLocks xmlns:a="http://schemas.openxmlformats.org/drawingml/2006/main" noGrp="1"/>
          </p:cNvSpPr>
          <p:nvPr/>
        </p:nvSpPr>
        <p:spPr>
          <a:xfrm xmlns:a="http://schemas.openxmlformats.org/drawingml/2006/main">
            <a:off x="4724400" y="1838325"/>
            <a:ext cx="27432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9050">
            <a:solidFill>
              <a:srgbClr val="8872B3"/>
            </a:solidFill>
          </a:ln>
        </p:spPr>
      </p:sp>
      <p:sp>
        <p:nvSpPr>
          <p:cNvPr id="8" name="item-454">
            <a:extLst xmlns:a="http://schemas.openxmlformats.org/drawingml/2006/main">
              <a:ext uri="{FF2B5EF4-FFF2-40B4-BE49-F238E27FC236}">
                <a16:creationId xmlns:a16="http://schemas.microsoft.com/office/drawing/2014/main" id="{A2614685-B76B-48EB-B0C7-16037763991F}"/>
              </a:ext>
            </a:extLst>
          </p:cNvPr>
          <p:cNvSpPr>
            <a:spLocks xmlns:a="http://schemas.openxmlformats.org/drawingml/2006/main" noGrp="1"/>
          </p:cNvSpPr>
          <p:nvPr/>
        </p:nvSpPr>
        <p:spPr>
          <a:xfrm xmlns:a="http://schemas.openxmlformats.org/drawingml/2006/main">
            <a:off x="4838700" y="19716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Decide</a:t>
            </a:r>
          </a:p>
        </p:txBody>
      </p:sp>
      <p:sp>
        <p:nvSpPr>
          <p:cNvPr id="9" name="item-455">
            <a:extLst xmlns:a="http://schemas.openxmlformats.org/drawingml/2006/main">
              <a:ext uri="{FF2B5EF4-FFF2-40B4-BE49-F238E27FC236}">
                <a16:creationId xmlns:a16="http://schemas.microsoft.com/office/drawing/2014/main" id="{81252B5C-F447-4B59-A01A-4448B31B2E90}"/>
              </a:ext>
            </a:extLst>
          </p:cNvPr>
          <p:cNvSpPr>
            <a:spLocks xmlns:a="http://schemas.openxmlformats.org/drawingml/2006/main" noGrp="1"/>
          </p:cNvSpPr>
          <p:nvPr/>
        </p:nvSpPr>
        <p:spPr>
          <a:xfrm xmlns:a="http://schemas.openxmlformats.org/drawingml/2006/main">
            <a:off x="4876800" y="2447925"/>
            <a:ext cx="2438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Choose the next bounded action</a:t>
            </a:r>
          </a:p>
        </p:txBody>
      </p:sp>
      <p:sp>
        <p:nvSpPr>
          <p:cNvPr id="10" name="item-456">
            <a:extLst xmlns:a="http://schemas.openxmlformats.org/drawingml/2006/main">
              <a:ext uri="{FF2B5EF4-FFF2-40B4-BE49-F238E27FC236}">
                <a16:creationId xmlns:a16="http://schemas.microsoft.com/office/drawing/2014/main" id="{59A26851-7F5C-439A-9338-6E50CD7CF326}"/>
              </a:ext>
            </a:extLst>
          </p:cNvPr>
          <p:cNvSpPr>
            <a:spLocks xmlns:a="http://schemas.openxmlformats.org/drawingml/2006/main" noGrp="1"/>
          </p:cNvSpPr>
          <p:nvPr/>
        </p:nvSpPr>
        <p:spPr>
          <a:xfrm xmlns:a="http://schemas.openxmlformats.org/drawingml/2006/main">
            <a:off x="8582025" y="1838325"/>
            <a:ext cx="27432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9050">
            <a:solidFill>
              <a:srgbClr val="B98030"/>
            </a:solidFill>
          </a:ln>
        </p:spPr>
      </p:sp>
      <p:sp>
        <p:nvSpPr>
          <p:cNvPr id="11" name="item-457">
            <a:extLst xmlns:a="http://schemas.openxmlformats.org/drawingml/2006/main">
              <a:ext uri="{FF2B5EF4-FFF2-40B4-BE49-F238E27FC236}">
                <a16:creationId xmlns:a16="http://schemas.microsoft.com/office/drawing/2014/main" id="{0EDC1A30-9A23-4D41-BD4F-A81ED8D9F997}"/>
              </a:ext>
            </a:extLst>
          </p:cNvPr>
          <p:cNvSpPr>
            <a:spLocks xmlns:a="http://schemas.openxmlformats.org/drawingml/2006/main" noGrp="1"/>
          </p:cNvSpPr>
          <p:nvPr/>
        </p:nvSpPr>
        <p:spPr>
          <a:xfrm xmlns:a="http://schemas.openxmlformats.org/drawingml/2006/main">
            <a:off x="8696325" y="19716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B98030"/>
                </a:solidFill>
                <a:latin typeface="Arial"/>
                <a:ea typeface="Arial"/>
                <a:cs typeface="Arial"/>
              </a:defRPr>
            </a:defPPr>
            <a:lvl1pPr algn="ctr">
              <a:defRPr sz="2175" b="1">
                <a:solidFill>
                  <a:srgbClr val="B98030"/>
                </a:solidFill>
                <a:latin typeface="Arial"/>
                <a:ea typeface="Arial"/>
                <a:cs typeface="Arial"/>
              </a:defRPr>
            </a:lvl1pPr>
            <a:lvl2pPr algn="ctr">
              <a:defRPr sz="2175" b="1">
                <a:solidFill>
                  <a:srgbClr val="B98030"/>
                </a:solidFill>
                <a:latin typeface="Arial"/>
                <a:ea typeface="Arial"/>
                <a:cs typeface="Arial"/>
              </a:defRPr>
            </a:lvl2pPr>
            <a:lvl3pPr algn="ctr">
              <a:defRPr sz="2175" b="1">
                <a:solidFill>
                  <a:srgbClr val="B98030"/>
                </a:solidFill>
                <a:latin typeface="Arial"/>
                <a:ea typeface="Arial"/>
                <a:cs typeface="Arial"/>
              </a:defRPr>
            </a:lvl3pPr>
            <a:lvl4pPr algn="ctr">
              <a:defRPr sz="2175" b="1">
                <a:solidFill>
                  <a:srgbClr val="B98030"/>
                </a:solidFill>
                <a:latin typeface="Arial"/>
                <a:ea typeface="Arial"/>
                <a:cs typeface="Arial"/>
              </a:defRPr>
            </a:lvl4pPr>
            <a:lvl5pPr algn="ctr">
              <a:defRPr sz="2175" b="1">
                <a:solidFill>
                  <a:srgbClr val="B98030"/>
                </a:solidFill>
                <a:latin typeface="Arial"/>
                <a:ea typeface="Arial"/>
                <a:cs typeface="Arial"/>
              </a:defRPr>
            </a:lvl5pPr>
            <a:lvl6pPr algn="ctr">
              <a:defRPr sz="2175" b="1">
                <a:solidFill>
                  <a:srgbClr val="B98030"/>
                </a:solidFill>
                <a:latin typeface="Arial"/>
                <a:ea typeface="Arial"/>
                <a:cs typeface="Arial"/>
              </a:defRPr>
            </a:lvl6pPr>
            <a:lvl7pPr algn="ctr">
              <a:defRPr sz="2175" b="1">
                <a:solidFill>
                  <a:srgbClr val="B98030"/>
                </a:solidFill>
                <a:latin typeface="Arial"/>
                <a:ea typeface="Arial"/>
                <a:cs typeface="Arial"/>
              </a:defRPr>
            </a:lvl7pPr>
            <a:lvl8pPr algn="ctr">
              <a:defRPr sz="2175" b="1">
                <a:solidFill>
                  <a:srgbClr val="B98030"/>
                </a:solidFill>
                <a:latin typeface="Arial"/>
                <a:ea typeface="Arial"/>
                <a:cs typeface="Arial"/>
              </a:defRPr>
            </a:lvl8pPr>
            <a:lvl9pPr algn="ctr">
              <a:defRPr sz="2175" b="1">
                <a:solidFill>
                  <a:srgbClr val="B98030"/>
                </a:solidFill>
                <a:latin typeface="Arial"/>
                <a:ea typeface="Arial"/>
                <a:cs typeface="Arial"/>
              </a:defRPr>
            </a:lvl9pPr>
          </a:lstStyle>
          <a:p xmlns:a="http://schemas.openxmlformats.org/drawingml/2006/main">
            <a:pPr algn="ctr">
              <a:defRPr sz="2175" b="1">
                <a:solidFill>
                  <a:srgbClr val="B98030"/>
                </a:solidFill>
                <a:latin typeface="Arial"/>
                <a:ea typeface="Arial"/>
                <a:cs typeface="Arial"/>
              </a:defRPr>
            </a:pPr>
            <a:r>
              <a:rPr sz="2175" b="1">
                <a:solidFill>
                  <a:srgbClr val="B98030"/>
                </a:solidFill>
                <a:latin typeface="Arial"/>
                <a:ea typeface="Arial"/>
                <a:cs typeface="Arial"/>
              </a:rPr>
              <a:t>Act</a:t>
            </a:r>
          </a:p>
        </p:txBody>
      </p:sp>
      <p:sp>
        <p:nvSpPr>
          <p:cNvPr id="12" name="item-458">
            <a:extLst xmlns:a="http://schemas.openxmlformats.org/drawingml/2006/main">
              <a:ext uri="{FF2B5EF4-FFF2-40B4-BE49-F238E27FC236}">
                <a16:creationId xmlns:a16="http://schemas.microsoft.com/office/drawing/2014/main" id="{3D707A1A-DC45-4963-90AD-CF8689110EBA}"/>
              </a:ext>
            </a:extLst>
          </p:cNvPr>
          <p:cNvSpPr>
            <a:spLocks xmlns:a="http://schemas.openxmlformats.org/drawingml/2006/main" noGrp="1"/>
          </p:cNvSpPr>
          <p:nvPr/>
        </p:nvSpPr>
        <p:spPr>
          <a:xfrm xmlns:a="http://schemas.openxmlformats.org/drawingml/2006/main">
            <a:off x="8734425" y="2447925"/>
            <a:ext cx="2438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Use the supported tool</a:t>
            </a:r>
          </a:p>
        </p:txBody>
      </p:sp>
      <p:sp>
        <p:nvSpPr>
          <p:cNvPr id="13" name="item-459">
            <a:extLst xmlns:a="http://schemas.openxmlformats.org/drawingml/2006/main">
              <a:ext uri="{FF2B5EF4-FFF2-40B4-BE49-F238E27FC236}">
                <a16:creationId xmlns:a16="http://schemas.microsoft.com/office/drawing/2014/main" id="{1DC91276-F13E-4F37-B31E-629B12741BCA}"/>
              </a:ext>
            </a:extLst>
          </p:cNvPr>
          <p:cNvSpPr>
            <a:spLocks xmlns:a="http://schemas.openxmlformats.org/drawingml/2006/main" noGrp="1"/>
          </p:cNvSpPr>
          <p:nvPr/>
        </p:nvSpPr>
        <p:spPr>
          <a:xfrm xmlns:a="http://schemas.openxmlformats.org/drawingml/2006/main">
            <a:off x="4724400" y="4400550"/>
            <a:ext cx="27432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9050">
            <a:solidFill>
              <a:srgbClr val="378775"/>
            </a:solidFill>
          </a:ln>
        </p:spPr>
      </p:sp>
      <p:sp>
        <p:nvSpPr>
          <p:cNvPr id="14" name="item-460">
            <a:extLst xmlns:a="http://schemas.openxmlformats.org/drawingml/2006/main">
              <a:ext uri="{FF2B5EF4-FFF2-40B4-BE49-F238E27FC236}">
                <a16:creationId xmlns:a16="http://schemas.microsoft.com/office/drawing/2014/main" id="{4B2F3CE7-B77D-4322-9C21-6162EC13DB4A}"/>
              </a:ext>
            </a:extLst>
          </p:cNvPr>
          <p:cNvSpPr>
            <a:spLocks xmlns:a="http://schemas.openxmlformats.org/drawingml/2006/main" noGrp="1"/>
          </p:cNvSpPr>
          <p:nvPr/>
        </p:nvSpPr>
        <p:spPr>
          <a:xfrm xmlns:a="http://schemas.openxmlformats.org/drawingml/2006/main">
            <a:off x="4838700" y="4533900"/>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Check</a:t>
            </a:r>
          </a:p>
        </p:txBody>
      </p:sp>
      <p:sp>
        <p:nvSpPr>
          <p:cNvPr id="15" name="item-461">
            <a:extLst xmlns:a="http://schemas.openxmlformats.org/drawingml/2006/main">
              <a:ext uri="{FF2B5EF4-FFF2-40B4-BE49-F238E27FC236}">
                <a16:creationId xmlns:a16="http://schemas.microsoft.com/office/drawing/2014/main" id="{74943F4F-FFAF-4E4B-AB77-4A393274EEA2}"/>
              </a:ext>
            </a:extLst>
          </p:cNvPr>
          <p:cNvSpPr>
            <a:spLocks xmlns:a="http://schemas.openxmlformats.org/drawingml/2006/main" noGrp="1"/>
          </p:cNvSpPr>
          <p:nvPr/>
        </p:nvSpPr>
        <p:spPr>
          <a:xfrm xmlns:a="http://schemas.openxmlformats.org/drawingml/2006/main">
            <a:off x="4876800" y="5010150"/>
            <a:ext cx="2438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Compare with the goal</a:t>
            </a:r>
          </a:p>
        </p:txBody>
      </p:sp>
      <p:sp>
        <p:nvSpPr>
          <p:cNvPr id="20" name="item-462">
            <a:extLst xmlns:a="http://schemas.openxmlformats.org/drawingml/2006/main">
              <a:ext uri="{FF2B5EF4-FFF2-40B4-BE49-F238E27FC236}">
                <a16:creationId xmlns:a16="http://schemas.microsoft.com/office/drawing/2014/main" id="{ACD00B23-4B61-4A01-9495-24A5EE9E9484}"/>
              </a:ext>
            </a:extLst>
          </p:cNvPr>
          <p:cNvSpPr>
            <a:spLocks xmlns:a="http://schemas.openxmlformats.org/drawingml/2006/main" noGrp="1"/>
          </p:cNvSpPr>
          <p:nvPr/>
        </p:nvSpPr>
        <p:spPr>
          <a:xfrm xmlns:a="http://schemas.openxmlformats.org/drawingml/2006/main">
            <a:off x="7953375" y="4752975"/>
            <a:ext cx="3381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378775"/>
                </a:solidFill>
                <a:latin typeface="Arial"/>
                <a:ea typeface="Arial"/>
                <a:cs typeface="Arial"/>
              </a:defRPr>
            </a:defPPr>
            <a:lvl1pPr algn="l">
              <a:defRPr sz="2100" b="1">
                <a:solidFill>
                  <a:srgbClr val="378775"/>
                </a:solidFill>
                <a:latin typeface="Arial"/>
                <a:ea typeface="Arial"/>
                <a:cs typeface="Arial"/>
              </a:defRPr>
            </a:lvl1pPr>
            <a:lvl2pPr algn="l">
              <a:defRPr sz="2100" b="1">
                <a:solidFill>
                  <a:srgbClr val="378775"/>
                </a:solidFill>
                <a:latin typeface="Arial"/>
                <a:ea typeface="Arial"/>
                <a:cs typeface="Arial"/>
              </a:defRPr>
            </a:lvl2pPr>
            <a:lvl3pPr algn="l">
              <a:defRPr sz="2100" b="1">
                <a:solidFill>
                  <a:srgbClr val="378775"/>
                </a:solidFill>
                <a:latin typeface="Arial"/>
                <a:ea typeface="Arial"/>
                <a:cs typeface="Arial"/>
              </a:defRPr>
            </a:lvl3pPr>
            <a:lvl4pPr algn="l">
              <a:defRPr sz="2100" b="1">
                <a:solidFill>
                  <a:srgbClr val="378775"/>
                </a:solidFill>
                <a:latin typeface="Arial"/>
                <a:ea typeface="Arial"/>
                <a:cs typeface="Arial"/>
              </a:defRPr>
            </a:lvl4pPr>
            <a:lvl5pPr algn="l">
              <a:defRPr sz="2100" b="1">
                <a:solidFill>
                  <a:srgbClr val="378775"/>
                </a:solidFill>
                <a:latin typeface="Arial"/>
                <a:ea typeface="Arial"/>
                <a:cs typeface="Arial"/>
              </a:defRPr>
            </a:lvl5pPr>
            <a:lvl6pPr algn="l">
              <a:defRPr sz="2100" b="1">
                <a:solidFill>
                  <a:srgbClr val="378775"/>
                </a:solidFill>
                <a:latin typeface="Arial"/>
                <a:ea typeface="Arial"/>
                <a:cs typeface="Arial"/>
              </a:defRPr>
            </a:lvl6pPr>
            <a:lvl7pPr algn="l">
              <a:defRPr sz="2100" b="1">
                <a:solidFill>
                  <a:srgbClr val="378775"/>
                </a:solidFill>
                <a:latin typeface="Arial"/>
                <a:ea typeface="Arial"/>
                <a:cs typeface="Arial"/>
              </a:defRPr>
            </a:lvl7pPr>
            <a:lvl8pPr algn="l">
              <a:defRPr sz="2100" b="1">
                <a:solidFill>
                  <a:srgbClr val="378775"/>
                </a:solidFill>
                <a:latin typeface="Arial"/>
                <a:ea typeface="Arial"/>
                <a:cs typeface="Arial"/>
              </a:defRPr>
            </a:lvl8pPr>
            <a:lvl9pPr algn="l">
              <a:defRPr sz="2100" b="1">
                <a:solidFill>
                  <a:srgbClr val="378775"/>
                </a:solidFill>
                <a:latin typeface="Arial"/>
                <a:ea typeface="Arial"/>
                <a:cs typeface="Arial"/>
              </a:defRPr>
            </a:lvl9pPr>
          </a:lstStyle>
          <a:p xmlns:a="http://schemas.openxmlformats.org/drawingml/2006/main">
            <a:pPr algn="l">
              <a:defRPr sz="2100" b="1">
                <a:solidFill>
                  <a:srgbClr val="378775"/>
                </a:solidFill>
                <a:latin typeface="Arial"/>
                <a:ea typeface="Arial"/>
                <a:cs typeface="Arial"/>
              </a:defRPr>
            </a:pPr>
            <a:r>
              <a:rPr sz="2100" b="1">
                <a:solidFill>
                  <a:srgbClr val="378775"/>
                </a:solidFill>
                <a:latin typeface="Arial"/>
                <a:ea typeface="Arial"/>
                <a:cs typeface="Arial"/>
              </a:rPr>
              <a:t>If complete, report the evidence and stop</a:t>
            </a:r>
          </a:p>
        </p:txBody>
      </p:sp>
    </p:spTree>
    <p:extLst>
      <p:ext uri="{BB962C8B-B14F-4D97-AF65-F5344CB8AC3E}">
        <p14:creationId xmlns:p14="http://schemas.microsoft.com/office/powerpoint/2010/main" val="1089018236"/>
      </p:ext>
    </p:extLst>
  </p:cSld>
</p:sld>
</file>

<file path=ppt/slides/slide3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0" name="item-463">
            <a:extLst xmlns:a="http://schemas.openxmlformats.org/drawingml/2006/main">
              <a:ext uri="{FF2B5EF4-FFF2-40B4-BE49-F238E27FC236}">
                <a16:creationId xmlns:a16="http://schemas.microsoft.com/office/drawing/2014/main" id="{D0A202E2-780B-4565-B7C8-F0B3FA1D2B02}"/>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Where the loop can break</a:t>
            </a:r>
          </a:p>
        </p:txBody>
      </p:sp>
      <p:sp>
        <p:nvSpPr>
          <p:cNvPr id="2" name="item-464">
            <a:extLst xmlns:a="http://schemas.openxmlformats.org/drawingml/2006/main">
              <a:ext uri="{FF2B5EF4-FFF2-40B4-BE49-F238E27FC236}">
                <a16:creationId xmlns:a16="http://schemas.microsoft.com/office/drawing/2014/main" id="{986AFE57-E202-4F8E-940F-C662594C89F0}"/>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65">
            <a:extLst xmlns:a="http://schemas.openxmlformats.org/drawingml/2006/main">
              <a:ext uri="{FF2B5EF4-FFF2-40B4-BE49-F238E27FC236}">
                <a16:creationId xmlns:a16="http://schemas.microsoft.com/office/drawing/2014/main" id="{CDBE7434-B0A3-47E5-A584-84136D73C64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32</a:t>
            </a:r>
          </a:p>
        </p:txBody>
      </p:sp>
      <p:sp>
        <p:nvSpPr>
          <p:cNvPr id="4" name="item-466">
            <a:extLst xmlns:a="http://schemas.openxmlformats.org/drawingml/2006/main">
              <a:ext uri="{FF2B5EF4-FFF2-40B4-BE49-F238E27FC236}">
                <a16:creationId xmlns:a16="http://schemas.microsoft.com/office/drawing/2014/main" id="{01862780-6C2B-48C5-8634-F9AB72A99019}"/>
              </a:ext>
            </a:extLst>
          </p:cNvPr>
          <p:cNvSpPr>
            <a:spLocks xmlns:a="http://schemas.openxmlformats.org/drawingml/2006/main" noGrp="1"/>
          </p:cNvSpPr>
          <p:nvPr/>
        </p:nvSpPr>
        <p:spPr>
          <a:xfrm xmlns:a="http://schemas.openxmlformats.org/drawingml/2006/main">
            <a:off x="762000" y="1762125"/>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5" name="item-467">
            <a:extLst xmlns:a="http://schemas.openxmlformats.org/drawingml/2006/main">
              <a:ext uri="{FF2B5EF4-FFF2-40B4-BE49-F238E27FC236}">
                <a16:creationId xmlns:a16="http://schemas.microsoft.com/office/drawing/2014/main" id="{B4730949-0850-4C1E-9A04-01BE508CFF8D}"/>
              </a:ext>
            </a:extLst>
          </p:cNvPr>
          <p:cNvSpPr>
            <a:spLocks xmlns:a="http://schemas.openxmlformats.org/drawingml/2006/main" noGrp="1"/>
          </p:cNvSpPr>
          <p:nvPr/>
        </p:nvSpPr>
        <p:spPr>
          <a:xfrm xmlns:a="http://schemas.openxmlformats.org/drawingml/2006/main">
            <a:off x="647700" y="17621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item-468">
            <a:extLst xmlns:a="http://schemas.openxmlformats.org/drawingml/2006/main">
              <a:ext uri="{FF2B5EF4-FFF2-40B4-BE49-F238E27FC236}">
                <a16:creationId xmlns:a16="http://schemas.microsoft.com/office/drawing/2014/main" id="{CB51DA23-76EE-4D0B-A185-F68240FB620F}"/>
              </a:ext>
            </a:extLst>
          </p:cNvPr>
          <p:cNvSpPr>
            <a:spLocks xmlns:a="http://schemas.openxmlformats.org/drawingml/2006/main" noGrp="1"/>
          </p:cNvSpPr>
          <p:nvPr/>
        </p:nvSpPr>
        <p:spPr>
          <a:xfrm xmlns:a="http://schemas.openxmlformats.org/drawingml/2006/main">
            <a:off x="1304925" y="1619250"/>
            <a:ext cx="4495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52D46"/>
                </a:solidFill>
                <a:latin typeface="Arial"/>
                <a:ea typeface="Arial"/>
                <a:cs typeface="Arial"/>
              </a:defRPr>
            </a:defPPr>
            <a:lvl1pPr algn="l">
              <a:defRPr sz="2100" b="1">
                <a:solidFill>
                  <a:srgbClr val="152D46"/>
                </a:solidFill>
                <a:latin typeface="Arial"/>
                <a:ea typeface="Arial"/>
                <a:cs typeface="Arial"/>
              </a:defRPr>
            </a:lvl1pPr>
            <a:lvl2pPr algn="l">
              <a:defRPr sz="2100" b="1">
                <a:solidFill>
                  <a:srgbClr val="152D46"/>
                </a:solidFill>
                <a:latin typeface="Arial"/>
                <a:ea typeface="Arial"/>
                <a:cs typeface="Arial"/>
              </a:defRPr>
            </a:lvl2pPr>
            <a:lvl3pPr algn="l">
              <a:defRPr sz="2100" b="1">
                <a:solidFill>
                  <a:srgbClr val="152D46"/>
                </a:solidFill>
                <a:latin typeface="Arial"/>
                <a:ea typeface="Arial"/>
                <a:cs typeface="Arial"/>
              </a:defRPr>
            </a:lvl3pPr>
            <a:lvl4pPr algn="l">
              <a:defRPr sz="2100" b="1">
                <a:solidFill>
                  <a:srgbClr val="152D46"/>
                </a:solidFill>
                <a:latin typeface="Arial"/>
                <a:ea typeface="Arial"/>
                <a:cs typeface="Arial"/>
              </a:defRPr>
            </a:lvl4pPr>
            <a:lvl5pPr algn="l">
              <a:defRPr sz="2100" b="1">
                <a:solidFill>
                  <a:srgbClr val="152D46"/>
                </a:solidFill>
                <a:latin typeface="Arial"/>
                <a:ea typeface="Arial"/>
                <a:cs typeface="Arial"/>
              </a:defRPr>
            </a:lvl5pPr>
            <a:lvl6pPr algn="l">
              <a:defRPr sz="2100" b="1">
                <a:solidFill>
                  <a:srgbClr val="152D46"/>
                </a:solidFill>
                <a:latin typeface="Arial"/>
                <a:ea typeface="Arial"/>
                <a:cs typeface="Arial"/>
              </a:defRPr>
            </a:lvl6pPr>
            <a:lvl7pPr algn="l">
              <a:defRPr sz="2100" b="1">
                <a:solidFill>
                  <a:srgbClr val="152D46"/>
                </a:solidFill>
                <a:latin typeface="Arial"/>
                <a:ea typeface="Arial"/>
                <a:cs typeface="Arial"/>
              </a:defRPr>
            </a:lvl7pPr>
            <a:lvl8pPr algn="l">
              <a:defRPr sz="2100" b="1">
                <a:solidFill>
                  <a:srgbClr val="152D46"/>
                </a:solidFill>
                <a:latin typeface="Arial"/>
                <a:ea typeface="Arial"/>
                <a:cs typeface="Arial"/>
              </a:defRPr>
            </a:lvl8pPr>
            <a:lvl9pPr algn="l">
              <a:defRPr sz="2100" b="1">
                <a:solidFill>
                  <a:srgbClr val="152D46"/>
                </a:solidFill>
                <a:latin typeface="Arial"/>
                <a:ea typeface="Arial"/>
                <a:cs typeface="Arial"/>
              </a:defRPr>
            </a:lvl9pPr>
          </a:lstStyle>
          <a:p xmlns:a="http://schemas.openxmlformats.org/drawingml/2006/main">
            <a:pPr algn="l">
              <a:defRPr sz="2100" b="1">
                <a:solidFill>
                  <a:srgbClr val="152D46"/>
                </a:solidFill>
                <a:latin typeface="Arial"/>
                <a:ea typeface="Arial"/>
                <a:cs typeface="Arial"/>
              </a:defRPr>
            </a:pPr>
            <a:r>
              <a:rPr sz="2100" b="1">
                <a:solidFill>
                  <a:srgbClr val="152D46"/>
                </a:solidFill>
                <a:latin typeface="Arial"/>
                <a:ea typeface="Arial"/>
                <a:cs typeface="Arial"/>
              </a:rPr>
              <a:t>The observation misses something</a:t>
            </a:r>
          </a:p>
        </p:txBody>
      </p:sp>
      <p:sp>
        <p:nvSpPr>
          <p:cNvPr id="7" name="item-469">
            <a:extLst xmlns:a="http://schemas.openxmlformats.org/drawingml/2006/main">
              <a:ext uri="{FF2B5EF4-FFF2-40B4-BE49-F238E27FC236}">
                <a16:creationId xmlns:a16="http://schemas.microsoft.com/office/drawing/2014/main" id="{5815C2FC-DD22-4619-A890-1E94616F14D5}"/>
              </a:ext>
            </a:extLst>
          </p:cNvPr>
          <p:cNvSpPr>
            <a:spLocks xmlns:a="http://schemas.openxmlformats.org/drawingml/2006/main" noGrp="1"/>
          </p:cNvSpPr>
          <p:nvPr/>
        </p:nvSpPr>
        <p:spPr>
          <a:xfrm xmlns:a="http://schemas.openxmlformats.org/drawingml/2006/main">
            <a:off x="6305550" y="1657350"/>
            <a:ext cx="502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Small text, off-screen content or a brief error</a:t>
            </a:r>
          </a:p>
        </p:txBody>
      </p:sp>
      <p:sp>
        <p:nvSpPr>
          <p:cNvPr id="8" name="item-470">
            <a:extLst xmlns:a="http://schemas.openxmlformats.org/drawingml/2006/main">
              <a:ext uri="{FF2B5EF4-FFF2-40B4-BE49-F238E27FC236}">
                <a16:creationId xmlns:a16="http://schemas.microsoft.com/office/drawing/2014/main" id="{BC09BB0A-6696-4E47-8BF9-9ECC83EEC5B2}"/>
              </a:ext>
            </a:extLst>
          </p:cNvPr>
          <p:cNvSpPr>
            <a:spLocks xmlns:a="http://schemas.openxmlformats.org/drawingml/2006/main" noGrp="1"/>
          </p:cNvSpPr>
          <p:nvPr/>
        </p:nvSpPr>
        <p:spPr>
          <a:xfrm xmlns:a="http://schemas.openxmlformats.org/drawingml/2006/main">
            <a:off x="762000" y="2828925"/>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9" name="item-471">
            <a:extLst xmlns:a="http://schemas.openxmlformats.org/drawingml/2006/main">
              <a:ext uri="{FF2B5EF4-FFF2-40B4-BE49-F238E27FC236}">
                <a16:creationId xmlns:a16="http://schemas.microsoft.com/office/drawing/2014/main" id="{984E7B91-A4D2-4CA6-A9F2-7C68849ABFD0}"/>
              </a:ext>
            </a:extLst>
          </p:cNvPr>
          <p:cNvSpPr>
            <a:spLocks xmlns:a="http://schemas.openxmlformats.org/drawingml/2006/main" noGrp="1"/>
          </p:cNvSpPr>
          <p:nvPr/>
        </p:nvSpPr>
        <p:spPr>
          <a:xfrm xmlns:a="http://schemas.openxmlformats.org/drawingml/2006/main">
            <a:off x="647700" y="2828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item-472">
            <a:extLst xmlns:a="http://schemas.openxmlformats.org/drawingml/2006/main">
              <a:ext uri="{FF2B5EF4-FFF2-40B4-BE49-F238E27FC236}">
                <a16:creationId xmlns:a16="http://schemas.microsoft.com/office/drawing/2014/main" id="{1F2DB33E-1B91-4ABB-9C7F-5D269DD248AB}"/>
              </a:ext>
            </a:extLst>
          </p:cNvPr>
          <p:cNvSpPr>
            <a:spLocks xmlns:a="http://schemas.openxmlformats.org/drawingml/2006/main" noGrp="1"/>
          </p:cNvSpPr>
          <p:nvPr/>
        </p:nvSpPr>
        <p:spPr>
          <a:xfrm xmlns:a="http://schemas.openxmlformats.org/drawingml/2006/main">
            <a:off x="1304925" y="2686050"/>
            <a:ext cx="4495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52D46"/>
                </a:solidFill>
                <a:latin typeface="Arial"/>
                <a:ea typeface="Arial"/>
                <a:cs typeface="Arial"/>
              </a:defRPr>
            </a:defPPr>
            <a:lvl1pPr algn="l">
              <a:defRPr sz="2100" b="1">
                <a:solidFill>
                  <a:srgbClr val="152D46"/>
                </a:solidFill>
                <a:latin typeface="Arial"/>
                <a:ea typeface="Arial"/>
                <a:cs typeface="Arial"/>
              </a:defRPr>
            </a:lvl1pPr>
            <a:lvl2pPr algn="l">
              <a:defRPr sz="2100" b="1">
                <a:solidFill>
                  <a:srgbClr val="152D46"/>
                </a:solidFill>
                <a:latin typeface="Arial"/>
                <a:ea typeface="Arial"/>
                <a:cs typeface="Arial"/>
              </a:defRPr>
            </a:lvl2pPr>
            <a:lvl3pPr algn="l">
              <a:defRPr sz="2100" b="1">
                <a:solidFill>
                  <a:srgbClr val="152D46"/>
                </a:solidFill>
                <a:latin typeface="Arial"/>
                <a:ea typeface="Arial"/>
                <a:cs typeface="Arial"/>
              </a:defRPr>
            </a:lvl3pPr>
            <a:lvl4pPr algn="l">
              <a:defRPr sz="2100" b="1">
                <a:solidFill>
                  <a:srgbClr val="152D46"/>
                </a:solidFill>
                <a:latin typeface="Arial"/>
                <a:ea typeface="Arial"/>
                <a:cs typeface="Arial"/>
              </a:defRPr>
            </a:lvl4pPr>
            <a:lvl5pPr algn="l">
              <a:defRPr sz="2100" b="1">
                <a:solidFill>
                  <a:srgbClr val="152D46"/>
                </a:solidFill>
                <a:latin typeface="Arial"/>
                <a:ea typeface="Arial"/>
                <a:cs typeface="Arial"/>
              </a:defRPr>
            </a:lvl5pPr>
            <a:lvl6pPr algn="l">
              <a:defRPr sz="2100" b="1">
                <a:solidFill>
                  <a:srgbClr val="152D46"/>
                </a:solidFill>
                <a:latin typeface="Arial"/>
                <a:ea typeface="Arial"/>
                <a:cs typeface="Arial"/>
              </a:defRPr>
            </a:lvl6pPr>
            <a:lvl7pPr algn="l">
              <a:defRPr sz="2100" b="1">
                <a:solidFill>
                  <a:srgbClr val="152D46"/>
                </a:solidFill>
                <a:latin typeface="Arial"/>
                <a:ea typeface="Arial"/>
                <a:cs typeface="Arial"/>
              </a:defRPr>
            </a:lvl7pPr>
            <a:lvl8pPr algn="l">
              <a:defRPr sz="2100" b="1">
                <a:solidFill>
                  <a:srgbClr val="152D46"/>
                </a:solidFill>
                <a:latin typeface="Arial"/>
                <a:ea typeface="Arial"/>
                <a:cs typeface="Arial"/>
              </a:defRPr>
            </a:lvl8pPr>
            <a:lvl9pPr algn="l">
              <a:defRPr sz="2100" b="1">
                <a:solidFill>
                  <a:srgbClr val="152D46"/>
                </a:solidFill>
                <a:latin typeface="Arial"/>
                <a:ea typeface="Arial"/>
                <a:cs typeface="Arial"/>
              </a:defRPr>
            </a:lvl9pPr>
          </a:lstStyle>
          <a:p xmlns:a="http://schemas.openxmlformats.org/drawingml/2006/main">
            <a:pPr algn="l">
              <a:defRPr sz="2100" b="1">
                <a:solidFill>
                  <a:srgbClr val="152D46"/>
                </a:solidFill>
                <a:latin typeface="Arial"/>
                <a:ea typeface="Arial"/>
                <a:cs typeface="Arial"/>
              </a:defRPr>
            </a:pPr>
            <a:r>
              <a:rPr sz="2100" b="1">
                <a:solidFill>
                  <a:srgbClr val="152D46"/>
                </a:solidFill>
                <a:latin typeface="Arial"/>
                <a:ea typeface="Arial"/>
                <a:cs typeface="Arial"/>
              </a:rPr>
              <a:t>The target changes</a:t>
            </a:r>
          </a:p>
        </p:txBody>
      </p:sp>
      <p:sp>
        <p:nvSpPr>
          <p:cNvPr id="11" name="item-473">
            <a:extLst xmlns:a="http://schemas.openxmlformats.org/drawingml/2006/main">
              <a:ext uri="{FF2B5EF4-FFF2-40B4-BE49-F238E27FC236}">
                <a16:creationId xmlns:a16="http://schemas.microsoft.com/office/drawing/2014/main" id="{0F8EC564-C727-46D8-848D-B5109B3C2AAA}"/>
              </a:ext>
            </a:extLst>
          </p:cNvPr>
          <p:cNvSpPr>
            <a:spLocks xmlns:a="http://schemas.openxmlformats.org/drawingml/2006/main" noGrp="1"/>
          </p:cNvSpPr>
          <p:nvPr/>
        </p:nvSpPr>
        <p:spPr>
          <a:xfrm xmlns:a="http://schemas.openxmlformats.org/drawingml/2006/main">
            <a:off x="6305550" y="2724150"/>
            <a:ext cx="502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A popup, navigation or rerender</a:t>
            </a:r>
          </a:p>
        </p:txBody>
      </p:sp>
      <p:sp>
        <p:nvSpPr>
          <p:cNvPr id="12" name="item-474">
            <a:extLst xmlns:a="http://schemas.openxmlformats.org/drawingml/2006/main">
              <a:ext uri="{FF2B5EF4-FFF2-40B4-BE49-F238E27FC236}">
                <a16:creationId xmlns:a16="http://schemas.microsoft.com/office/drawing/2014/main" id="{3783100D-E4E1-475A-91F9-68A37B7DB654}"/>
              </a:ext>
            </a:extLst>
          </p:cNvPr>
          <p:cNvSpPr>
            <a:spLocks xmlns:a="http://schemas.openxmlformats.org/drawingml/2006/main" noGrp="1"/>
          </p:cNvSpPr>
          <p:nvPr/>
        </p:nvSpPr>
        <p:spPr>
          <a:xfrm xmlns:a="http://schemas.openxmlformats.org/drawingml/2006/main">
            <a:off x="762000" y="3895725"/>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13" name="item-475">
            <a:extLst xmlns:a="http://schemas.openxmlformats.org/drawingml/2006/main">
              <a:ext uri="{FF2B5EF4-FFF2-40B4-BE49-F238E27FC236}">
                <a16:creationId xmlns:a16="http://schemas.microsoft.com/office/drawing/2014/main" id="{24097BBA-CB0F-4EFC-8C66-9EF4D7D46B3F}"/>
              </a:ext>
            </a:extLst>
          </p:cNvPr>
          <p:cNvSpPr>
            <a:spLocks xmlns:a="http://schemas.openxmlformats.org/drawingml/2006/main" noGrp="1"/>
          </p:cNvSpPr>
          <p:nvPr/>
        </p:nvSpPr>
        <p:spPr>
          <a:xfrm xmlns:a="http://schemas.openxmlformats.org/drawingml/2006/main">
            <a:off x="647700" y="38957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item-476">
            <a:extLst xmlns:a="http://schemas.openxmlformats.org/drawingml/2006/main">
              <a:ext uri="{FF2B5EF4-FFF2-40B4-BE49-F238E27FC236}">
                <a16:creationId xmlns:a16="http://schemas.microsoft.com/office/drawing/2014/main" id="{E99D0043-B006-4FE1-8918-CD61209733D7}"/>
              </a:ext>
            </a:extLst>
          </p:cNvPr>
          <p:cNvSpPr>
            <a:spLocks xmlns:a="http://schemas.openxmlformats.org/drawingml/2006/main" noGrp="1"/>
          </p:cNvSpPr>
          <p:nvPr/>
        </p:nvSpPr>
        <p:spPr>
          <a:xfrm xmlns:a="http://schemas.openxmlformats.org/drawingml/2006/main">
            <a:off x="1304925" y="3752850"/>
            <a:ext cx="4495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52D46"/>
                </a:solidFill>
                <a:latin typeface="Arial"/>
                <a:ea typeface="Arial"/>
                <a:cs typeface="Arial"/>
              </a:defRPr>
            </a:defPPr>
            <a:lvl1pPr algn="l">
              <a:defRPr sz="2100" b="1">
                <a:solidFill>
                  <a:srgbClr val="152D46"/>
                </a:solidFill>
                <a:latin typeface="Arial"/>
                <a:ea typeface="Arial"/>
                <a:cs typeface="Arial"/>
              </a:defRPr>
            </a:lvl1pPr>
            <a:lvl2pPr algn="l">
              <a:defRPr sz="2100" b="1">
                <a:solidFill>
                  <a:srgbClr val="152D46"/>
                </a:solidFill>
                <a:latin typeface="Arial"/>
                <a:ea typeface="Arial"/>
                <a:cs typeface="Arial"/>
              </a:defRPr>
            </a:lvl2pPr>
            <a:lvl3pPr algn="l">
              <a:defRPr sz="2100" b="1">
                <a:solidFill>
                  <a:srgbClr val="152D46"/>
                </a:solidFill>
                <a:latin typeface="Arial"/>
                <a:ea typeface="Arial"/>
                <a:cs typeface="Arial"/>
              </a:defRPr>
            </a:lvl3pPr>
            <a:lvl4pPr algn="l">
              <a:defRPr sz="2100" b="1">
                <a:solidFill>
                  <a:srgbClr val="152D46"/>
                </a:solidFill>
                <a:latin typeface="Arial"/>
                <a:ea typeface="Arial"/>
                <a:cs typeface="Arial"/>
              </a:defRPr>
            </a:lvl4pPr>
            <a:lvl5pPr algn="l">
              <a:defRPr sz="2100" b="1">
                <a:solidFill>
                  <a:srgbClr val="152D46"/>
                </a:solidFill>
                <a:latin typeface="Arial"/>
                <a:ea typeface="Arial"/>
                <a:cs typeface="Arial"/>
              </a:defRPr>
            </a:lvl5pPr>
            <a:lvl6pPr algn="l">
              <a:defRPr sz="2100" b="1">
                <a:solidFill>
                  <a:srgbClr val="152D46"/>
                </a:solidFill>
                <a:latin typeface="Arial"/>
                <a:ea typeface="Arial"/>
                <a:cs typeface="Arial"/>
              </a:defRPr>
            </a:lvl6pPr>
            <a:lvl7pPr algn="l">
              <a:defRPr sz="2100" b="1">
                <a:solidFill>
                  <a:srgbClr val="152D46"/>
                </a:solidFill>
                <a:latin typeface="Arial"/>
                <a:ea typeface="Arial"/>
                <a:cs typeface="Arial"/>
              </a:defRPr>
            </a:lvl7pPr>
            <a:lvl8pPr algn="l">
              <a:defRPr sz="2100" b="1">
                <a:solidFill>
                  <a:srgbClr val="152D46"/>
                </a:solidFill>
                <a:latin typeface="Arial"/>
                <a:ea typeface="Arial"/>
                <a:cs typeface="Arial"/>
              </a:defRPr>
            </a:lvl8pPr>
            <a:lvl9pPr algn="l">
              <a:defRPr sz="2100" b="1">
                <a:solidFill>
                  <a:srgbClr val="152D46"/>
                </a:solidFill>
                <a:latin typeface="Arial"/>
                <a:ea typeface="Arial"/>
                <a:cs typeface="Arial"/>
              </a:defRPr>
            </a:lvl9pPr>
          </a:lstStyle>
          <a:p xmlns:a="http://schemas.openxmlformats.org/drawingml/2006/main">
            <a:pPr algn="l">
              <a:defRPr sz="2100" b="1">
                <a:solidFill>
                  <a:srgbClr val="152D46"/>
                </a:solidFill>
                <a:latin typeface="Arial"/>
                <a:ea typeface="Arial"/>
                <a:cs typeface="Arial"/>
              </a:defRPr>
            </a:pPr>
            <a:r>
              <a:rPr sz="2100" b="1">
                <a:solidFill>
                  <a:srgbClr val="152D46"/>
                </a:solidFill>
                <a:latin typeface="Arial"/>
                <a:ea typeface="Arial"/>
                <a:cs typeface="Arial"/>
              </a:rPr>
              <a:t>The action is unsupported</a:t>
            </a:r>
          </a:p>
        </p:txBody>
      </p:sp>
      <p:sp>
        <p:nvSpPr>
          <p:cNvPr id="15" name="item-477">
            <a:extLst xmlns:a="http://schemas.openxmlformats.org/drawingml/2006/main">
              <a:ext uri="{FF2B5EF4-FFF2-40B4-BE49-F238E27FC236}">
                <a16:creationId xmlns:a16="http://schemas.microsoft.com/office/drawing/2014/main" id="{6C9CD126-5888-4DF5-984D-5FEAE0C6FEED}"/>
              </a:ext>
            </a:extLst>
          </p:cNvPr>
          <p:cNvSpPr>
            <a:spLocks xmlns:a="http://schemas.openxmlformats.org/drawingml/2006/main" noGrp="1"/>
          </p:cNvSpPr>
          <p:nvPr/>
        </p:nvSpPr>
        <p:spPr>
          <a:xfrm xmlns:a="http://schemas.openxmlformats.org/drawingml/2006/main">
            <a:off x="6305550" y="3790950"/>
            <a:ext cx="502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A missing control or an app restriction</a:t>
            </a:r>
          </a:p>
        </p:txBody>
      </p:sp>
      <p:sp>
        <p:nvSpPr>
          <p:cNvPr id="16" name="item-478">
            <a:extLst xmlns:a="http://schemas.openxmlformats.org/drawingml/2006/main">
              <a:ext uri="{FF2B5EF4-FFF2-40B4-BE49-F238E27FC236}">
                <a16:creationId xmlns:a16="http://schemas.microsoft.com/office/drawing/2014/main" id="{61D01D6A-8147-42F6-9E98-DF0F2F305B0A}"/>
              </a:ext>
            </a:extLst>
          </p:cNvPr>
          <p:cNvSpPr>
            <a:spLocks xmlns:a="http://schemas.openxmlformats.org/drawingml/2006/main" noGrp="1"/>
          </p:cNvSpPr>
          <p:nvPr/>
        </p:nvSpPr>
        <p:spPr>
          <a:xfrm xmlns:a="http://schemas.openxmlformats.org/drawingml/2006/main">
            <a:off x="762000" y="4962525"/>
            <a:ext cx="381000" cy="381000"/>
          </a:xfrm>
          <a:prstGeom xmlns:a="http://schemas.openxmlformats.org/drawingml/2006/main" prst="ellipse">
            <a:avLst/>
          </a:prstGeom>
          <a:solidFill xmlns:a="http://schemas.openxmlformats.org/drawingml/2006/main">
            <a:srgbClr val="C75247"/>
          </a:solidFill>
          <a:ln xmlns:a="http://schemas.openxmlformats.org/drawingml/2006/main" w="0">
            <a:noFill/>
          </a:ln>
        </p:spPr>
      </p:sp>
      <p:sp>
        <p:nvSpPr>
          <p:cNvPr id="17" name="item-479">
            <a:extLst xmlns:a="http://schemas.openxmlformats.org/drawingml/2006/main">
              <a:ext uri="{FF2B5EF4-FFF2-40B4-BE49-F238E27FC236}">
                <a16:creationId xmlns:a16="http://schemas.microsoft.com/office/drawing/2014/main" id="{91260A18-8D7B-4D07-8F0C-41DF062A54CE}"/>
              </a:ext>
            </a:extLst>
          </p:cNvPr>
          <p:cNvSpPr>
            <a:spLocks xmlns:a="http://schemas.openxmlformats.org/drawingml/2006/main" noGrp="1"/>
          </p:cNvSpPr>
          <p:nvPr/>
        </p:nvSpPr>
        <p:spPr>
          <a:xfrm xmlns:a="http://schemas.openxmlformats.org/drawingml/2006/main">
            <a:off x="647700" y="49625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8" name="item-480">
            <a:extLst xmlns:a="http://schemas.openxmlformats.org/drawingml/2006/main">
              <a:ext uri="{FF2B5EF4-FFF2-40B4-BE49-F238E27FC236}">
                <a16:creationId xmlns:a16="http://schemas.microsoft.com/office/drawing/2014/main" id="{3B3FD159-D94C-4688-86C6-AA11AA7A7A40}"/>
              </a:ext>
            </a:extLst>
          </p:cNvPr>
          <p:cNvSpPr>
            <a:spLocks xmlns:a="http://schemas.openxmlformats.org/drawingml/2006/main" noGrp="1"/>
          </p:cNvSpPr>
          <p:nvPr/>
        </p:nvSpPr>
        <p:spPr>
          <a:xfrm xmlns:a="http://schemas.openxmlformats.org/drawingml/2006/main">
            <a:off x="1304925" y="4819650"/>
            <a:ext cx="4495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52D46"/>
                </a:solidFill>
                <a:latin typeface="Arial"/>
                <a:ea typeface="Arial"/>
                <a:cs typeface="Arial"/>
              </a:defRPr>
            </a:defPPr>
            <a:lvl1pPr algn="l">
              <a:defRPr sz="2100" b="1">
                <a:solidFill>
                  <a:srgbClr val="152D46"/>
                </a:solidFill>
                <a:latin typeface="Arial"/>
                <a:ea typeface="Arial"/>
                <a:cs typeface="Arial"/>
              </a:defRPr>
            </a:lvl1pPr>
            <a:lvl2pPr algn="l">
              <a:defRPr sz="2100" b="1">
                <a:solidFill>
                  <a:srgbClr val="152D46"/>
                </a:solidFill>
                <a:latin typeface="Arial"/>
                <a:ea typeface="Arial"/>
                <a:cs typeface="Arial"/>
              </a:defRPr>
            </a:lvl2pPr>
            <a:lvl3pPr algn="l">
              <a:defRPr sz="2100" b="1">
                <a:solidFill>
                  <a:srgbClr val="152D46"/>
                </a:solidFill>
                <a:latin typeface="Arial"/>
                <a:ea typeface="Arial"/>
                <a:cs typeface="Arial"/>
              </a:defRPr>
            </a:lvl3pPr>
            <a:lvl4pPr algn="l">
              <a:defRPr sz="2100" b="1">
                <a:solidFill>
                  <a:srgbClr val="152D46"/>
                </a:solidFill>
                <a:latin typeface="Arial"/>
                <a:ea typeface="Arial"/>
                <a:cs typeface="Arial"/>
              </a:defRPr>
            </a:lvl4pPr>
            <a:lvl5pPr algn="l">
              <a:defRPr sz="2100" b="1">
                <a:solidFill>
                  <a:srgbClr val="152D46"/>
                </a:solidFill>
                <a:latin typeface="Arial"/>
                <a:ea typeface="Arial"/>
                <a:cs typeface="Arial"/>
              </a:defRPr>
            </a:lvl5pPr>
            <a:lvl6pPr algn="l">
              <a:defRPr sz="2100" b="1">
                <a:solidFill>
                  <a:srgbClr val="152D46"/>
                </a:solidFill>
                <a:latin typeface="Arial"/>
                <a:ea typeface="Arial"/>
                <a:cs typeface="Arial"/>
              </a:defRPr>
            </a:lvl6pPr>
            <a:lvl7pPr algn="l">
              <a:defRPr sz="2100" b="1">
                <a:solidFill>
                  <a:srgbClr val="152D46"/>
                </a:solidFill>
                <a:latin typeface="Arial"/>
                <a:ea typeface="Arial"/>
                <a:cs typeface="Arial"/>
              </a:defRPr>
            </a:lvl7pPr>
            <a:lvl8pPr algn="l">
              <a:defRPr sz="2100" b="1">
                <a:solidFill>
                  <a:srgbClr val="152D46"/>
                </a:solidFill>
                <a:latin typeface="Arial"/>
                <a:ea typeface="Arial"/>
                <a:cs typeface="Arial"/>
              </a:defRPr>
            </a:lvl8pPr>
            <a:lvl9pPr algn="l">
              <a:defRPr sz="2100" b="1">
                <a:solidFill>
                  <a:srgbClr val="152D46"/>
                </a:solidFill>
                <a:latin typeface="Arial"/>
                <a:ea typeface="Arial"/>
                <a:cs typeface="Arial"/>
              </a:defRPr>
            </a:lvl9pPr>
          </a:lstStyle>
          <a:p xmlns:a="http://schemas.openxmlformats.org/drawingml/2006/main">
            <a:pPr algn="l">
              <a:defRPr sz="2100" b="1">
                <a:solidFill>
                  <a:srgbClr val="152D46"/>
                </a:solidFill>
                <a:latin typeface="Arial"/>
                <a:ea typeface="Arial"/>
                <a:cs typeface="Arial"/>
              </a:defRPr>
            </a:pPr>
            <a:r>
              <a:rPr sz="2100" b="1">
                <a:solidFill>
                  <a:srgbClr val="152D46"/>
                </a:solidFill>
                <a:latin typeface="Arial"/>
                <a:ea typeface="Arial"/>
                <a:cs typeface="Arial"/>
              </a:rPr>
              <a:t>The result is uncertain</a:t>
            </a:r>
          </a:p>
        </p:txBody>
      </p:sp>
      <p:sp>
        <p:nvSpPr>
          <p:cNvPr id="19" name="item-481">
            <a:extLst xmlns:a="http://schemas.openxmlformats.org/drawingml/2006/main">
              <a:ext uri="{FF2B5EF4-FFF2-40B4-BE49-F238E27FC236}">
                <a16:creationId xmlns:a16="http://schemas.microsoft.com/office/drawing/2014/main" id="{47632A63-8B30-4A43-B399-E3CE328ABB0B}"/>
              </a:ext>
            </a:extLst>
          </p:cNvPr>
          <p:cNvSpPr>
            <a:spLocks xmlns:a="http://schemas.openxmlformats.org/drawingml/2006/main" noGrp="1"/>
          </p:cNvSpPr>
          <p:nvPr/>
        </p:nvSpPr>
        <p:spPr>
          <a:xfrm xmlns:a="http://schemas.openxmlformats.org/drawingml/2006/main">
            <a:off x="6305550" y="4857750"/>
            <a:ext cx="502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A timeout after a save or submission</a:t>
            </a:r>
          </a:p>
        </p:txBody>
      </p:sp>
    </p:spTree>
    <p:extLst>
      <p:ext uri="{BB962C8B-B14F-4D97-AF65-F5344CB8AC3E}">
        <p14:creationId xmlns:p14="http://schemas.microsoft.com/office/powerpoint/2010/main" val="547885524"/>
      </p:ext>
    </p:extLst>
  </p:cSld>
</p:sld>
</file>

<file path=ppt/slides/slide3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8" name="item-482">
            <a:extLst xmlns:a="http://schemas.openxmlformats.org/drawingml/2006/main">
              <a:ext uri="{FF2B5EF4-FFF2-40B4-BE49-F238E27FC236}">
                <a16:creationId xmlns:a16="http://schemas.microsoft.com/office/drawing/2014/main" id="{0F0DF55E-8F54-4992-AAA6-78686B56EA1F}"/>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 better job to give Computer Use</a:t>
            </a:r>
          </a:p>
        </p:txBody>
      </p:sp>
      <p:sp>
        <p:nvSpPr>
          <p:cNvPr id="2" name="item-483">
            <a:extLst xmlns:a="http://schemas.openxmlformats.org/drawingml/2006/main">
              <a:ext uri="{FF2B5EF4-FFF2-40B4-BE49-F238E27FC236}">
                <a16:creationId xmlns:a16="http://schemas.microsoft.com/office/drawing/2014/main" id="{0A6388BC-8E56-4228-9D07-490BF0546393}"/>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84">
            <a:extLst xmlns:a="http://schemas.openxmlformats.org/drawingml/2006/main">
              <a:ext uri="{FF2B5EF4-FFF2-40B4-BE49-F238E27FC236}">
                <a16:creationId xmlns:a16="http://schemas.microsoft.com/office/drawing/2014/main" id="{F17B266D-F4E1-46F7-BC4D-FAFB43CE654A}"/>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33</a:t>
            </a:r>
          </a:p>
        </p:txBody>
      </p:sp>
      <p:sp>
        <p:nvSpPr>
          <p:cNvPr id="4" name="item-485">
            <a:extLst xmlns:a="http://schemas.openxmlformats.org/drawingml/2006/main">
              <a:ext uri="{FF2B5EF4-FFF2-40B4-BE49-F238E27FC236}">
                <a16:creationId xmlns:a16="http://schemas.microsoft.com/office/drawing/2014/main" id="{913DAA97-2F10-4352-99B0-AF908C713C0E}"/>
              </a:ext>
            </a:extLst>
          </p:cNvPr>
          <p:cNvSpPr>
            <a:spLocks xmlns:a="http://schemas.openxmlformats.org/drawingml/2006/main" noGrp="1"/>
          </p:cNvSpPr>
          <p:nvPr/>
        </p:nvSpPr>
        <p:spPr>
          <a:xfrm xmlns:a="http://schemas.openxmlformats.org/drawingml/2006/main">
            <a:off x="819150" y="1609725"/>
            <a:ext cx="10591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625" b="1">
                <a:solidFill>
                  <a:srgbClr val="152D46"/>
                </a:solidFill>
                <a:latin typeface="Arial"/>
                <a:ea typeface="Arial"/>
                <a:cs typeface="Arial"/>
              </a:defRPr>
            </a:defPPr>
            <a:lvl1pPr algn="l">
              <a:defRPr sz="2625" b="1">
                <a:solidFill>
                  <a:srgbClr val="152D46"/>
                </a:solidFill>
                <a:latin typeface="Arial"/>
                <a:ea typeface="Arial"/>
                <a:cs typeface="Arial"/>
              </a:defRPr>
            </a:lvl1pPr>
            <a:lvl2pPr algn="l">
              <a:defRPr sz="2625" b="1">
                <a:solidFill>
                  <a:srgbClr val="152D46"/>
                </a:solidFill>
                <a:latin typeface="Arial"/>
                <a:ea typeface="Arial"/>
                <a:cs typeface="Arial"/>
              </a:defRPr>
            </a:lvl2pPr>
            <a:lvl3pPr algn="l">
              <a:defRPr sz="2625" b="1">
                <a:solidFill>
                  <a:srgbClr val="152D46"/>
                </a:solidFill>
                <a:latin typeface="Arial"/>
                <a:ea typeface="Arial"/>
                <a:cs typeface="Arial"/>
              </a:defRPr>
            </a:lvl3pPr>
            <a:lvl4pPr algn="l">
              <a:defRPr sz="2625" b="1">
                <a:solidFill>
                  <a:srgbClr val="152D46"/>
                </a:solidFill>
                <a:latin typeface="Arial"/>
                <a:ea typeface="Arial"/>
                <a:cs typeface="Arial"/>
              </a:defRPr>
            </a:lvl4pPr>
            <a:lvl5pPr algn="l">
              <a:defRPr sz="2625" b="1">
                <a:solidFill>
                  <a:srgbClr val="152D46"/>
                </a:solidFill>
                <a:latin typeface="Arial"/>
                <a:ea typeface="Arial"/>
                <a:cs typeface="Arial"/>
              </a:defRPr>
            </a:lvl5pPr>
            <a:lvl6pPr algn="l">
              <a:defRPr sz="2625" b="1">
                <a:solidFill>
                  <a:srgbClr val="152D46"/>
                </a:solidFill>
                <a:latin typeface="Arial"/>
                <a:ea typeface="Arial"/>
                <a:cs typeface="Arial"/>
              </a:defRPr>
            </a:lvl6pPr>
            <a:lvl7pPr algn="l">
              <a:defRPr sz="2625" b="1">
                <a:solidFill>
                  <a:srgbClr val="152D46"/>
                </a:solidFill>
                <a:latin typeface="Arial"/>
                <a:ea typeface="Arial"/>
                <a:cs typeface="Arial"/>
              </a:defRPr>
            </a:lvl7pPr>
            <a:lvl8pPr algn="l">
              <a:defRPr sz="2625" b="1">
                <a:solidFill>
                  <a:srgbClr val="152D46"/>
                </a:solidFill>
                <a:latin typeface="Arial"/>
                <a:ea typeface="Arial"/>
                <a:cs typeface="Arial"/>
              </a:defRPr>
            </a:lvl8pPr>
            <a:lvl9pPr algn="l">
              <a:defRPr sz="2625" b="1">
                <a:solidFill>
                  <a:srgbClr val="152D46"/>
                </a:solidFill>
                <a:latin typeface="Arial"/>
                <a:ea typeface="Arial"/>
                <a:cs typeface="Arial"/>
              </a:defRPr>
            </a:lvl9pPr>
          </a:lstStyle>
          <a:p xmlns:a="http://schemas.openxmlformats.org/drawingml/2006/main">
            <a:pPr algn="l">
              <a:defRPr sz="2625" b="1">
                <a:solidFill>
                  <a:srgbClr val="152D46"/>
                </a:solidFill>
                <a:latin typeface="Arial"/>
                <a:ea typeface="Arial"/>
                <a:cs typeface="Arial"/>
              </a:defRPr>
            </a:pPr>
            <a:r>
              <a:rPr sz="2625" b="1">
                <a:solidFill>
                  <a:srgbClr val="152D46"/>
                </a:solidFill>
                <a:latin typeface="Arial"/>
                <a:ea typeface="Arial"/>
                <a:cs typeface="Arial"/>
              </a:rPr>
              <a:t>“Use the internal browser to check this intake form.</a:t>
            </a:r>
          </a:p>
        </p:txBody>
      </p:sp>
      <p:sp>
        <p:nvSpPr>
          <p:cNvPr id="5" name="item-486">
            <a:extLst xmlns:a="http://schemas.openxmlformats.org/drawingml/2006/main">
              <a:ext uri="{FF2B5EF4-FFF2-40B4-BE49-F238E27FC236}">
                <a16:creationId xmlns:a16="http://schemas.microsoft.com/office/drawing/2014/main" id="{B30728D6-3A9F-4D32-AEC3-BF17D4529017}"/>
              </a:ext>
            </a:extLst>
          </p:cNvPr>
          <p:cNvSpPr>
            <a:spLocks xmlns:a="http://schemas.openxmlformats.org/drawingml/2006/main" noGrp="1"/>
          </p:cNvSpPr>
          <p:nvPr/>
        </p:nvSpPr>
        <p:spPr>
          <a:xfrm xmlns:a="http://schemas.openxmlformats.org/drawingml/2006/main">
            <a:off x="819150" y="2628900"/>
            <a:ext cx="10591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477BBD"/>
                </a:solidFill>
                <a:latin typeface="Arial"/>
                <a:ea typeface="Arial"/>
                <a:cs typeface="Arial"/>
              </a:defRPr>
            </a:defPPr>
            <a:lvl1pPr algn="l">
              <a:defRPr sz="2400" b="0">
                <a:solidFill>
                  <a:srgbClr val="477BBD"/>
                </a:solidFill>
                <a:latin typeface="Arial"/>
                <a:ea typeface="Arial"/>
                <a:cs typeface="Arial"/>
              </a:defRPr>
            </a:lvl1pPr>
            <a:lvl2pPr algn="l">
              <a:defRPr sz="2400" b="0">
                <a:solidFill>
                  <a:srgbClr val="477BBD"/>
                </a:solidFill>
                <a:latin typeface="Arial"/>
                <a:ea typeface="Arial"/>
                <a:cs typeface="Arial"/>
              </a:defRPr>
            </a:lvl2pPr>
            <a:lvl3pPr algn="l">
              <a:defRPr sz="2400" b="0">
                <a:solidFill>
                  <a:srgbClr val="477BBD"/>
                </a:solidFill>
                <a:latin typeface="Arial"/>
                <a:ea typeface="Arial"/>
                <a:cs typeface="Arial"/>
              </a:defRPr>
            </a:lvl3pPr>
            <a:lvl4pPr algn="l">
              <a:defRPr sz="2400" b="0">
                <a:solidFill>
                  <a:srgbClr val="477BBD"/>
                </a:solidFill>
                <a:latin typeface="Arial"/>
                <a:ea typeface="Arial"/>
                <a:cs typeface="Arial"/>
              </a:defRPr>
            </a:lvl4pPr>
            <a:lvl5pPr algn="l">
              <a:defRPr sz="2400" b="0">
                <a:solidFill>
                  <a:srgbClr val="477BBD"/>
                </a:solidFill>
                <a:latin typeface="Arial"/>
                <a:ea typeface="Arial"/>
                <a:cs typeface="Arial"/>
              </a:defRPr>
            </a:lvl5pPr>
            <a:lvl6pPr algn="l">
              <a:defRPr sz="2400" b="0">
                <a:solidFill>
                  <a:srgbClr val="477BBD"/>
                </a:solidFill>
                <a:latin typeface="Arial"/>
                <a:ea typeface="Arial"/>
                <a:cs typeface="Arial"/>
              </a:defRPr>
            </a:lvl6pPr>
            <a:lvl7pPr algn="l">
              <a:defRPr sz="2400" b="0">
                <a:solidFill>
                  <a:srgbClr val="477BBD"/>
                </a:solidFill>
                <a:latin typeface="Arial"/>
                <a:ea typeface="Arial"/>
                <a:cs typeface="Arial"/>
              </a:defRPr>
            </a:lvl7pPr>
            <a:lvl8pPr algn="l">
              <a:defRPr sz="2400" b="0">
                <a:solidFill>
                  <a:srgbClr val="477BBD"/>
                </a:solidFill>
                <a:latin typeface="Arial"/>
                <a:ea typeface="Arial"/>
                <a:cs typeface="Arial"/>
              </a:defRPr>
            </a:lvl8pPr>
            <a:lvl9pPr algn="l">
              <a:defRPr sz="2400" b="0">
                <a:solidFill>
                  <a:srgbClr val="477BBD"/>
                </a:solidFill>
                <a:latin typeface="Arial"/>
                <a:ea typeface="Arial"/>
                <a:cs typeface="Arial"/>
              </a:defRPr>
            </a:lvl9pPr>
          </a:lstStyle>
          <a:p xmlns:a="http://schemas.openxmlformats.org/drawingml/2006/main">
            <a:pPr algn="l">
              <a:defRPr sz="2400" b="0">
                <a:solidFill>
                  <a:srgbClr val="477BBD"/>
                </a:solidFill>
                <a:latin typeface="Arial"/>
                <a:ea typeface="Arial"/>
                <a:cs typeface="Arial"/>
              </a:defRPr>
            </a:pPr>
            <a:r>
              <a:rPr sz="2400" b="0">
                <a:solidFill>
                  <a:srgbClr val="477BBD"/>
                </a:solidFill>
                <a:latin typeface="Arial"/>
                <a:ea typeface="Arial"/>
                <a:cs typeface="Arial"/>
              </a:rPr>
              <a:t>Try one invalid email, then correct it and finish the flow.</a:t>
            </a:r>
          </a:p>
        </p:txBody>
      </p:sp>
      <p:sp>
        <p:nvSpPr>
          <p:cNvPr id="6" name="item-487">
            <a:extLst xmlns:a="http://schemas.openxmlformats.org/drawingml/2006/main">
              <a:ext uri="{FF2B5EF4-FFF2-40B4-BE49-F238E27FC236}">
                <a16:creationId xmlns:a16="http://schemas.microsoft.com/office/drawing/2014/main" id="{83C0AADE-8335-4E9E-A612-ED21DC90FE71}"/>
              </a:ext>
            </a:extLst>
          </p:cNvPr>
          <p:cNvSpPr>
            <a:spLocks xmlns:a="http://schemas.openxmlformats.org/drawingml/2006/main" noGrp="1"/>
          </p:cNvSpPr>
          <p:nvPr/>
        </p:nvSpPr>
        <p:spPr>
          <a:xfrm xmlns:a="http://schemas.openxmlformats.org/drawingml/2006/main">
            <a:off x="819150" y="3686175"/>
            <a:ext cx="10591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8872B3"/>
                </a:solidFill>
                <a:latin typeface="Arial"/>
                <a:ea typeface="Arial"/>
                <a:cs typeface="Arial"/>
              </a:defRPr>
            </a:defPPr>
            <a:lvl1pPr algn="l">
              <a:defRPr sz="2400" b="0">
                <a:solidFill>
                  <a:srgbClr val="8872B3"/>
                </a:solidFill>
                <a:latin typeface="Arial"/>
                <a:ea typeface="Arial"/>
                <a:cs typeface="Arial"/>
              </a:defRPr>
            </a:lvl1pPr>
            <a:lvl2pPr algn="l">
              <a:defRPr sz="2400" b="0">
                <a:solidFill>
                  <a:srgbClr val="8872B3"/>
                </a:solidFill>
                <a:latin typeface="Arial"/>
                <a:ea typeface="Arial"/>
                <a:cs typeface="Arial"/>
              </a:defRPr>
            </a:lvl2pPr>
            <a:lvl3pPr algn="l">
              <a:defRPr sz="2400" b="0">
                <a:solidFill>
                  <a:srgbClr val="8872B3"/>
                </a:solidFill>
                <a:latin typeface="Arial"/>
                <a:ea typeface="Arial"/>
                <a:cs typeface="Arial"/>
              </a:defRPr>
            </a:lvl3pPr>
            <a:lvl4pPr algn="l">
              <a:defRPr sz="2400" b="0">
                <a:solidFill>
                  <a:srgbClr val="8872B3"/>
                </a:solidFill>
                <a:latin typeface="Arial"/>
                <a:ea typeface="Arial"/>
                <a:cs typeface="Arial"/>
              </a:defRPr>
            </a:lvl4pPr>
            <a:lvl5pPr algn="l">
              <a:defRPr sz="2400" b="0">
                <a:solidFill>
                  <a:srgbClr val="8872B3"/>
                </a:solidFill>
                <a:latin typeface="Arial"/>
                <a:ea typeface="Arial"/>
                <a:cs typeface="Arial"/>
              </a:defRPr>
            </a:lvl5pPr>
            <a:lvl6pPr algn="l">
              <a:defRPr sz="2400" b="0">
                <a:solidFill>
                  <a:srgbClr val="8872B3"/>
                </a:solidFill>
                <a:latin typeface="Arial"/>
                <a:ea typeface="Arial"/>
                <a:cs typeface="Arial"/>
              </a:defRPr>
            </a:lvl6pPr>
            <a:lvl7pPr algn="l">
              <a:defRPr sz="2400" b="0">
                <a:solidFill>
                  <a:srgbClr val="8872B3"/>
                </a:solidFill>
                <a:latin typeface="Arial"/>
                <a:ea typeface="Arial"/>
                <a:cs typeface="Arial"/>
              </a:defRPr>
            </a:lvl7pPr>
            <a:lvl8pPr algn="l">
              <a:defRPr sz="2400" b="0">
                <a:solidFill>
                  <a:srgbClr val="8872B3"/>
                </a:solidFill>
                <a:latin typeface="Arial"/>
                <a:ea typeface="Arial"/>
                <a:cs typeface="Arial"/>
              </a:defRPr>
            </a:lvl8pPr>
            <a:lvl9pPr algn="l">
              <a:defRPr sz="2400" b="0">
                <a:solidFill>
                  <a:srgbClr val="8872B3"/>
                </a:solidFill>
                <a:latin typeface="Arial"/>
                <a:ea typeface="Arial"/>
                <a:cs typeface="Arial"/>
              </a:defRPr>
            </a:lvl9pPr>
          </a:lstStyle>
          <a:p xmlns:a="http://schemas.openxmlformats.org/drawingml/2006/main">
            <a:pPr algn="l">
              <a:defRPr sz="2400" b="0">
                <a:solidFill>
                  <a:srgbClr val="8872B3"/>
                </a:solidFill>
                <a:latin typeface="Arial"/>
                <a:ea typeface="Arial"/>
                <a:cs typeface="Arial"/>
              </a:defRPr>
            </a:pPr>
            <a:r>
              <a:rPr sz="2400" b="0">
                <a:solidFill>
                  <a:srgbClr val="8872B3"/>
                </a:solidFill>
                <a:latin typeface="Arial"/>
                <a:ea typeface="Arial"/>
                <a:cs typeface="Arial"/>
              </a:rPr>
              <a:t>Save the error, review and confirmation screenshots.</a:t>
            </a:r>
          </a:p>
        </p:txBody>
      </p:sp>
      <p:sp>
        <p:nvSpPr>
          <p:cNvPr id="7" name="item-488">
            <a:extLst xmlns:a="http://schemas.openxmlformats.org/drawingml/2006/main">
              <a:ext uri="{FF2B5EF4-FFF2-40B4-BE49-F238E27FC236}">
                <a16:creationId xmlns:a16="http://schemas.microsoft.com/office/drawing/2014/main" id="{379FB2A3-A5AD-4FE9-9F8C-FD05CB0E29F7}"/>
              </a:ext>
            </a:extLst>
          </p:cNvPr>
          <p:cNvSpPr>
            <a:spLocks xmlns:a="http://schemas.openxmlformats.org/drawingml/2006/main" noGrp="1"/>
          </p:cNvSpPr>
          <p:nvPr/>
        </p:nvSpPr>
        <p:spPr>
          <a:xfrm xmlns:a="http://schemas.openxmlformats.org/drawingml/2006/main">
            <a:off x="819150" y="4781550"/>
            <a:ext cx="10591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378775"/>
                </a:solidFill>
                <a:latin typeface="Arial"/>
                <a:ea typeface="Arial"/>
                <a:cs typeface="Arial"/>
              </a:defRPr>
            </a:defPPr>
            <a:lvl1pPr algn="l">
              <a:defRPr sz="2400" b="0">
                <a:solidFill>
                  <a:srgbClr val="378775"/>
                </a:solidFill>
                <a:latin typeface="Arial"/>
                <a:ea typeface="Arial"/>
                <a:cs typeface="Arial"/>
              </a:defRPr>
            </a:lvl1pPr>
            <a:lvl2pPr algn="l">
              <a:defRPr sz="2400" b="0">
                <a:solidFill>
                  <a:srgbClr val="378775"/>
                </a:solidFill>
                <a:latin typeface="Arial"/>
                <a:ea typeface="Arial"/>
                <a:cs typeface="Arial"/>
              </a:defRPr>
            </a:lvl2pPr>
            <a:lvl3pPr algn="l">
              <a:defRPr sz="2400" b="0">
                <a:solidFill>
                  <a:srgbClr val="378775"/>
                </a:solidFill>
                <a:latin typeface="Arial"/>
                <a:ea typeface="Arial"/>
                <a:cs typeface="Arial"/>
              </a:defRPr>
            </a:lvl3pPr>
            <a:lvl4pPr algn="l">
              <a:defRPr sz="2400" b="0">
                <a:solidFill>
                  <a:srgbClr val="378775"/>
                </a:solidFill>
                <a:latin typeface="Arial"/>
                <a:ea typeface="Arial"/>
                <a:cs typeface="Arial"/>
              </a:defRPr>
            </a:lvl4pPr>
            <a:lvl5pPr algn="l">
              <a:defRPr sz="2400" b="0">
                <a:solidFill>
                  <a:srgbClr val="378775"/>
                </a:solidFill>
                <a:latin typeface="Arial"/>
                <a:ea typeface="Arial"/>
                <a:cs typeface="Arial"/>
              </a:defRPr>
            </a:lvl5pPr>
            <a:lvl6pPr algn="l">
              <a:defRPr sz="2400" b="0">
                <a:solidFill>
                  <a:srgbClr val="378775"/>
                </a:solidFill>
                <a:latin typeface="Arial"/>
                <a:ea typeface="Arial"/>
                <a:cs typeface="Arial"/>
              </a:defRPr>
            </a:lvl6pPr>
            <a:lvl7pPr algn="l">
              <a:defRPr sz="2400" b="0">
                <a:solidFill>
                  <a:srgbClr val="378775"/>
                </a:solidFill>
                <a:latin typeface="Arial"/>
                <a:ea typeface="Arial"/>
                <a:cs typeface="Arial"/>
              </a:defRPr>
            </a:lvl7pPr>
            <a:lvl8pPr algn="l">
              <a:defRPr sz="2400" b="0">
                <a:solidFill>
                  <a:srgbClr val="378775"/>
                </a:solidFill>
                <a:latin typeface="Arial"/>
                <a:ea typeface="Arial"/>
                <a:cs typeface="Arial"/>
              </a:defRPr>
            </a:lvl8pPr>
            <a:lvl9pPr algn="l">
              <a:defRPr sz="2400" b="0">
                <a:solidFill>
                  <a:srgbClr val="378775"/>
                </a:solidFill>
                <a:latin typeface="Arial"/>
                <a:ea typeface="Arial"/>
                <a:cs typeface="Arial"/>
              </a:defRPr>
            </a:lvl9pPr>
          </a:lstStyle>
          <a:p xmlns:a="http://schemas.openxmlformats.org/drawingml/2006/main">
            <a:pPr algn="l">
              <a:defRPr sz="2400" b="0">
                <a:solidFill>
                  <a:srgbClr val="378775"/>
                </a:solidFill>
                <a:latin typeface="Arial"/>
                <a:ea typeface="Arial"/>
                <a:cs typeface="Arial"/>
              </a:defRPr>
            </a:pPr>
            <a:r>
              <a:rPr sz="2400" b="0">
                <a:solidFill>
                  <a:srgbClr val="378775"/>
                </a:solidFill>
                <a:latin typeface="Arial"/>
                <a:ea typeface="Arial"/>
                <a:cs typeface="Arial"/>
              </a:rPr>
              <a:t>Tell me what worked, what failed and what you could not verify.”</a:t>
            </a:r>
          </a:p>
        </p:txBody>
      </p:sp>
    </p:spTree>
    <p:extLst>
      <p:ext uri="{BB962C8B-B14F-4D97-AF65-F5344CB8AC3E}">
        <p14:creationId xmlns:p14="http://schemas.microsoft.com/office/powerpoint/2010/main" val="1914911267"/>
      </p:ext>
    </p:extLst>
  </p:cSld>
</p:sld>
</file>

<file path=ppt/slides/slide3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6" name="item-489">
            <a:extLst xmlns:a="http://schemas.openxmlformats.org/drawingml/2006/main">
              <a:ext uri="{FF2B5EF4-FFF2-40B4-BE49-F238E27FC236}">
                <a16:creationId xmlns:a16="http://schemas.microsoft.com/office/drawing/2014/main" id="{14380803-64E4-4721-889A-1FF391F9135E}"/>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Choose a walkthrough when it helps</a:t>
            </a:r>
          </a:p>
        </p:txBody>
      </p:sp>
      <p:sp>
        <p:nvSpPr>
          <p:cNvPr id="2" name="item-490">
            <a:extLst xmlns:a="http://schemas.openxmlformats.org/drawingml/2006/main">
              <a:ext uri="{FF2B5EF4-FFF2-40B4-BE49-F238E27FC236}">
                <a16:creationId xmlns:a16="http://schemas.microsoft.com/office/drawing/2014/main" id="{14E9A5A8-58F5-4F11-BDC6-2C67FFA62DCF}"/>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491">
            <a:extLst xmlns:a="http://schemas.openxmlformats.org/drawingml/2006/main">
              <a:ext uri="{FF2B5EF4-FFF2-40B4-BE49-F238E27FC236}">
                <a16:creationId xmlns:a16="http://schemas.microsoft.com/office/drawing/2014/main" id="{1B18FCAE-C9F7-49EC-9E82-3650911995BE}"/>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34</a:t>
            </a:r>
          </a:p>
        </p:txBody>
      </p:sp>
      <p:sp>
        <p:nvSpPr>
          <p:cNvPr id="4" name="item-492">
            <a:extLst xmlns:a="http://schemas.openxmlformats.org/drawingml/2006/main">
              <a:ext uri="{FF2B5EF4-FFF2-40B4-BE49-F238E27FC236}">
                <a16:creationId xmlns:a16="http://schemas.microsoft.com/office/drawing/2014/main" id="{8A35B22B-863D-46FC-8F9B-F5AE22E143D3}"/>
              </a:ext>
            </a:extLst>
          </p:cNvPr>
          <p:cNvSpPr>
            <a:spLocks xmlns:a="http://schemas.openxmlformats.org/drawingml/2006/main" noGrp="1"/>
          </p:cNvSpPr>
          <p:nvPr/>
        </p:nvSpPr>
        <p:spPr>
          <a:xfrm xmlns:a="http://schemas.openxmlformats.org/drawingml/2006/main">
            <a:off x="838200" y="18097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5" name="item-493">
            <a:extLst xmlns:a="http://schemas.openxmlformats.org/drawingml/2006/main">
              <a:ext uri="{FF2B5EF4-FFF2-40B4-BE49-F238E27FC236}">
                <a16:creationId xmlns:a16="http://schemas.microsoft.com/office/drawing/2014/main" id="{D0100B42-FD57-4914-B89B-14B922A4E4DB}"/>
              </a:ext>
            </a:extLst>
          </p:cNvPr>
          <p:cNvSpPr>
            <a:spLocks xmlns:a="http://schemas.openxmlformats.org/drawingml/2006/main" noGrp="1"/>
          </p:cNvSpPr>
          <p:nvPr/>
        </p:nvSpPr>
        <p:spPr>
          <a:xfrm xmlns:a="http://schemas.openxmlformats.org/drawingml/2006/main">
            <a:off x="723900" y="1809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35</a:t>
            </a:r>
          </a:p>
        </p:txBody>
      </p:sp>
      <p:sp>
        <p:nvSpPr>
          <p:cNvPr id="6" name="item-494">
            <a:extLst xmlns:a="http://schemas.openxmlformats.org/drawingml/2006/main">
              <a:ext uri="{FF2B5EF4-FFF2-40B4-BE49-F238E27FC236}">
                <a16:creationId xmlns:a16="http://schemas.microsoft.com/office/drawing/2014/main" id="{5CBBF47D-71B7-4961-9032-7A3BFA87A486}"/>
              </a:ext>
            </a:extLst>
          </p:cNvPr>
          <p:cNvSpPr>
            <a:spLocks xmlns:a="http://schemas.openxmlformats.org/drawingml/2006/main" noGrp="1"/>
          </p:cNvSpPr>
          <p:nvPr/>
        </p:nvSpPr>
        <p:spPr>
          <a:xfrm xmlns:a="http://schemas.openxmlformats.org/drawingml/2006/main">
            <a:off x="1457325" y="165735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Review a proposal</a:t>
            </a:r>
          </a:p>
        </p:txBody>
      </p:sp>
      <p:sp>
        <p:nvSpPr>
          <p:cNvPr id="7" name="item-495">
            <a:extLst xmlns:a="http://schemas.openxmlformats.org/drawingml/2006/main">
              <a:ext uri="{FF2B5EF4-FFF2-40B4-BE49-F238E27FC236}">
                <a16:creationId xmlns:a16="http://schemas.microsoft.com/office/drawing/2014/main" id="{D2857E68-4AA0-4808-8680-0DE00D880FE4}"/>
              </a:ext>
            </a:extLst>
          </p:cNvPr>
          <p:cNvSpPr>
            <a:spLocks xmlns:a="http://schemas.openxmlformats.org/drawingml/2006/main" noGrp="1"/>
          </p:cNvSpPr>
          <p:nvPr/>
        </p:nvSpPr>
        <p:spPr>
          <a:xfrm xmlns:a="http://schemas.openxmlformats.org/drawingml/2006/main">
            <a:off x="6429375" y="175260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Five slides with deliberate problems</a:t>
            </a:r>
          </a:p>
        </p:txBody>
      </p:sp>
      <p:sp>
        <p:nvSpPr>
          <p:cNvPr id="8" name="item-496">
            <a:extLst xmlns:a="http://schemas.openxmlformats.org/drawingml/2006/main">
              <a:ext uri="{FF2B5EF4-FFF2-40B4-BE49-F238E27FC236}">
                <a16:creationId xmlns:a16="http://schemas.microsoft.com/office/drawing/2014/main" id="{EF8472F5-99FD-43A7-B918-A870F5E322DA}"/>
              </a:ext>
            </a:extLst>
          </p:cNvPr>
          <p:cNvSpPr>
            <a:spLocks xmlns:a="http://schemas.openxmlformats.org/drawingml/2006/main" noGrp="1"/>
          </p:cNvSpPr>
          <p:nvPr/>
        </p:nvSpPr>
        <p:spPr>
          <a:xfrm xmlns:a="http://schemas.openxmlformats.org/drawingml/2006/main">
            <a:off x="838200" y="3190875"/>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9" name="item-497">
            <a:extLst xmlns:a="http://schemas.openxmlformats.org/drawingml/2006/main">
              <a:ext uri="{FF2B5EF4-FFF2-40B4-BE49-F238E27FC236}">
                <a16:creationId xmlns:a16="http://schemas.microsoft.com/office/drawing/2014/main" id="{D593B452-93F3-4473-BEAB-D5C700E05434}"/>
              </a:ext>
            </a:extLst>
          </p:cNvPr>
          <p:cNvSpPr>
            <a:spLocks xmlns:a="http://schemas.openxmlformats.org/drawingml/2006/main" noGrp="1"/>
          </p:cNvSpPr>
          <p:nvPr/>
        </p:nvSpPr>
        <p:spPr>
          <a:xfrm xmlns:a="http://schemas.openxmlformats.org/drawingml/2006/main">
            <a:off x="723900" y="31908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40</a:t>
            </a:r>
          </a:p>
        </p:txBody>
      </p:sp>
      <p:sp>
        <p:nvSpPr>
          <p:cNvPr id="10" name="item-498">
            <a:extLst xmlns:a="http://schemas.openxmlformats.org/drawingml/2006/main">
              <a:ext uri="{FF2B5EF4-FFF2-40B4-BE49-F238E27FC236}">
                <a16:creationId xmlns:a16="http://schemas.microsoft.com/office/drawing/2014/main" id="{2D25B65D-A7A5-45AB-997E-4158C5760B62}"/>
              </a:ext>
            </a:extLst>
          </p:cNvPr>
          <p:cNvSpPr>
            <a:spLocks xmlns:a="http://schemas.openxmlformats.org/drawingml/2006/main" noGrp="1"/>
          </p:cNvSpPr>
          <p:nvPr/>
        </p:nvSpPr>
        <p:spPr>
          <a:xfrm xmlns:a="http://schemas.openxmlformats.org/drawingml/2006/main">
            <a:off x="1457325" y="3038475"/>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Test a customer journey</a:t>
            </a:r>
          </a:p>
        </p:txBody>
      </p:sp>
      <p:sp>
        <p:nvSpPr>
          <p:cNvPr id="11" name="item-499">
            <a:extLst xmlns:a="http://schemas.openxmlformats.org/drawingml/2006/main">
              <a:ext uri="{FF2B5EF4-FFF2-40B4-BE49-F238E27FC236}">
                <a16:creationId xmlns:a16="http://schemas.microsoft.com/office/drawing/2014/main" id="{40ED8EFD-2845-44A9-97D1-6031AF1BE52B}"/>
              </a:ext>
            </a:extLst>
          </p:cNvPr>
          <p:cNvSpPr>
            <a:spLocks xmlns:a="http://schemas.openxmlformats.org/drawingml/2006/main" noGrp="1"/>
          </p:cNvSpPr>
          <p:nvPr/>
        </p:nvSpPr>
        <p:spPr>
          <a:xfrm xmlns:a="http://schemas.openxmlformats.org/drawingml/2006/main">
            <a:off x="6429375" y="313372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Validation, correction and a receipt</a:t>
            </a:r>
          </a:p>
        </p:txBody>
      </p:sp>
      <p:sp>
        <p:nvSpPr>
          <p:cNvPr id="12" name="item-500">
            <a:extLst xmlns:a="http://schemas.openxmlformats.org/drawingml/2006/main">
              <a:ext uri="{FF2B5EF4-FFF2-40B4-BE49-F238E27FC236}">
                <a16:creationId xmlns:a16="http://schemas.microsoft.com/office/drawing/2014/main" id="{727959FB-DE71-4FF1-A95F-E77F1B337D34}"/>
              </a:ext>
            </a:extLst>
          </p:cNvPr>
          <p:cNvSpPr>
            <a:spLocks xmlns:a="http://schemas.openxmlformats.org/drawingml/2006/main" noGrp="1"/>
          </p:cNvSpPr>
          <p:nvPr/>
        </p:nvSpPr>
        <p:spPr>
          <a:xfrm xmlns:a="http://schemas.openxmlformats.org/drawingml/2006/main">
            <a:off x="838200" y="457200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3" name="item-501">
            <a:extLst xmlns:a="http://schemas.openxmlformats.org/drawingml/2006/main">
              <a:ext uri="{FF2B5EF4-FFF2-40B4-BE49-F238E27FC236}">
                <a16:creationId xmlns:a16="http://schemas.microsoft.com/office/drawing/2014/main" id="{DA9113F1-C180-4AF7-8798-03F53F8E1B40}"/>
              </a:ext>
            </a:extLst>
          </p:cNvPr>
          <p:cNvSpPr>
            <a:spLocks xmlns:a="http://schemas.openxmlformats.org/drawingml/2006/main" noGrp="1"/>
          </p:cNvSpPr>
          <p:nvPr/>
        </p:nvSpPr>
        <p:spPr>
          <a:xfrm xmlns:a="http://schemas.openxmlformats.org/drawingml/2006/main">
            <a:off x="723900" y="45720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44</a:t>
            </a:r>
          </a:p>
        </p:txBody>
      </p:sp>
      <p:sp>
        <p:nvSpPr>
          <p:cNvPr id="14" name="item-502">
            <a:extLst xmlns:a="http://schemas.openxmlformats.org/drawingml/2006/main">
              <a:ext uri="{FF2B5EF4-FFF2-40B4-BE49-F238E27FC236}">
                <a16:creationId xmlns:a16="http://schemas.microsoft.com/office/drawing/2014/main" id="{6E6E7AD6-2454-42A5-9A3D-1FD99643EABA}"/>
              </a:ext>
            </a:extLst>
          </p:cNvPr>
          <p:cNvSpPr>
            <a:spLocks xmlns:a="http://schemas.openxmlformats.org/drawingml/2006/main" noGrp="1"/>
          </p:cNvSpPr>
          <p:nvPr/>
        </p:nvSpPr>
        <p:spPr>
          <a:xfrm xmlns:a="http://schemas.openxmlformats.org/drawingml/2006/main">
            <a:off x="1457325" y="441960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Export business records</a:t>
            </a:r>
          </a:p>
        </p:txBody>
      </p:sp>
      <p:sp>
        <p:nvSpPr>
          <p:cNvPr id="15" name="item-503">
            <a:extLst xmlns:a="http://schemas.openxmlformats.org/drawingml/2006/main">
              <a:ext uri="{FF2B5EF4-FFF2-40B4-BE49-F238E27FC236}">
                <a16:creationId xmlns:a16="http://schemas.microsoft.com/office/drawing/2014/main" id="{FA316C99-A37A-418A-BB0F-EC334884705E}"/>
              </a:ext>
            </a:extLst>
          </p:cNvPr>
          <p:cNvSpPr>
            <a:spLocks xmlns:a="http://schemas.openxmlformats.org/drawingml/2006/main" noGrp="1"/>
          </p:cNvSpPr>
          <p:nvPr/>
        </p:nvSpPr>
        <p:spPr>
          <a:xfrm xmlns:a="http://schemas.openxmlformats.org/drawingml/2006/main">
            <a:off x="6429375" y="451485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687282"/>
                </a:solidFill>
                <a:latin typeface="Arial"/>
                <a:ea typeface="Arial"/>
                <a:cs typeface="Arial"/>
              </a:defRPr>
            </a:defPPr>
            <a:lvl1pPr algn="l">
              <a:defRPr sz="2025" b="0">
                <a:solidFill>
                  <a:srgbClr val="687282"/>
                </a:solidFill>
                <a:latin typeface="Arial"/>
                <a:ea typeface="Arial"/>
                <a:cs typeface="Arial"/>
              </a:defRPr>
            </a:lvl1pPr>
            <a:lvl2pPr algn="l">
              <a:defRPr sz="2025" b="0">
                <a:solidFill>
                  <a:srgbClr val="687282"/>
                </a:solidFill>
                <a:latin typeface="Arial"/>
                <a:ea typeface="Arial"/>
                <a:cs typeface="Arial"/>
              </a:defRPr>
            </a:lvl2pPr>
            <a:lvl3pPr algn="l">
              <a:defRPr sz="2025" b="0">
                <a:solidFill>
                  <a:srgbClr val="687282"/>
                </a:solidFill>
                <a:latin typeface="Arial"/>
                <a:ea typeface="Arial"/>
                <a:cs typeface="Arial"/>
              </a:defRPr>
            </a:lvl3pPr>
            <a:lvl4pPr algn="l">
              <a:defRPr sz="2025" b="0">
                <a:solidFill>
                  <a:srgbClr val="687282"/>
                </a:solidFill>
                <a:latin typeface="Arial"/>
                <a:ea typeface="Arial"/>
                <a:cs typeface="Arial"/>
              </a:defRPr>
            </a:lvl4pPr>
            <a:lvl5pPr algn="l">
              <a:defRPr sz="2025" b="0">
                <a:solidFill>
                  <a:srgbClr val="687282"/>
                </a:solidFill>
                <a:latin typeface="Arial"/>
                <a:ea typeface="Arial"/>
                <a:cs typeface="Arial"/>
              </a:defRPr>
            </a:lvl5pPr>
            <a:lvl6pPr algn="l">
              <a:defRPr sz="2025" b="0">
                <a:solidFill>
                  <a:srgbClr val="687282"/>
                </a:solidFill>
                <a:latin typeface="Arial"/>
                <a:ea typeface="Arial"/>
                <a:cs typeface="Arial"/>
              </a:defRPr>
            </a:lvl6pPr>
            <a:lvl7pPr algn="l">
              <a:defRPr sz="2025" b="0">
                <a:solidFill>
                  <a:srgbClr val="687282"/>
                </a:solidFill>
                <a:latin typeface="Arial"/>
                <a:ea typeface="Arial"/>
                <a:cs typeface="Arial"/>
              </a:defRPr>
            </a:lvl7pPr>
            <a:lvl8pPr algn="l">
              <a:defRPr sz="2025" b="0">
                <a:solidFill>
                  <a:srgbClr val="687282"/>
                </a:solidFill>
                <a:latin typeface="Arial"/>
                <a:ea typeface="Arial"/>
                <a:cs typeface="Arial"/>
              </a:defRPr>
            </a:lvl8pPr>
            <a:lvl9pPr algn="l">
              <a:defRPr sz="2025" b="0">
                <a:solidFill>
                  <a:srgbClr val="687282"/>
                </a:solidFill>
                <a:latin typeface="Arial"/>
                <a:ea typeface="Arial"/>
                <a:cs typeface="Arial"/>
              </a:defRPr>
            </a:lvl9pPr>
          </a:lstStyle>
          <a:p xmlns:a="http://schemas.openxmlformats.org/drawingml/2006/main">
            <a:pPr algn="l">
              <a:defRPr sz="2025" b="0">
                <a:solidFill>
                  <a:srgbClr val="687282"/>
                </a:solidFill>
                <a:latin typeface="Arial"/>
                <a:ea typeface="Arial"/>
                <a:cs typeface="Arial"/>
              </a:defRPr>
            </a:pPr>
            <a:r>
              <a:rPr sz="2025" b="0">
                <a:solidFill>
                  <a:srgbClr val="687282"/>
                </a:solidFill>
                <a:latin typeface="Arial"/>
                <a:ea typeface="Arial"/>
                <a:cs typeface="Arial"/>
              </a:rPr>
              <a:t>A download checked against the screen</a:t>
            </a:r>
          </a:p>
        </p:txBody>
      </p:sp>
    </p:spTree>
    <p:extLst>
      <p:ext uri="{BB962C8B-B14F-4D97-AF65-F5344CB8AC3E}">
        <p14:creationId xmlns:p14="http://schemas.microsoft.com/office/powerpoint/2010/main" val="1979427149"/>
      </p:ext>
    </p:extLst>
  </p:cSld>
</p:sld>
</file>

<file path=ppt/slides/slide35.xml><?xml version="1.0" encoding="utf-8"?>
<p:sld xmlns:p="http://schemas.openxmlformats.org/presentationml/2006/main">
  <p:cSld>
    <p:bg>
      <p:bgPr>
        <a:solidFill xmlns:a="http://schemas.openxmlformats.org/drawingml/2006/main">
          <a:srgbClr val="E7EEE6"/>
        </a:solidFill>
      </p:bgPr>
    </p:bg>
    <p:spTree>
      <p:nvGrpSpPr>
        <p:cNvPr id="1" name=""/>
        <p:cNvGrpSpPr/>
        <p:nvPr/>
      </p:nvGrpSpPr>
      <p:grpSpPr>
        <a:xfrm xmlns:a="http://schemas.openxmlformats.org/drawingml/2006/main"/>
      </p:grpSpPr>
      <p:sp>
        <p:nvSpPr>
          <p:cNvPr id="8" name="item-504">
            <a:extLst xmlns:a="http://schemas.openxmlformats.org/drawingml/2006/main">
              <a:ext uri="{FF2B5EF4-FFF2-40B4-BE49-F238E27FC236}">
                <a16:creationId xmlns:a16="http://schemas.microsoft.com/office/drawing/2014/main" id="{F0D14281-A7D3-4290-BCD9-2D526F9ACE5F}"/>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Demo 1: a second pair of eyes</a:t>
            </a:r>
          </a:p>
        </p:txBody>
      </p:sp>
      <p:sp>
        <p:nvSpPr>
          <p:cNvPr id="2" name="item-505">
            <a:extLst xmlns:a="http://schemas.openxmlformats.org/drawingml/2006/main">
              <a:ext uri="{FF2B5EF4-FFF2-40B4-BE49-F238E27FC236}">
                <a16:creationId xmlns:a16="http://schemas.microsoft.com/office/drawing/2014/main" id="{6B15D925-1398-4580-B328-43E17F7193C4}"/>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06">
            <a:extLst xmlns:a="http://schemas.openxmlformats.org/drawingml/2006/main">
              <a:ext uri="{FF2B5EF4-FFF2-40B4-BE49-F238E27FC236}">
                <a16:creationId xmlns:a16="http://schemas.microsoft.com/office/drawing/2014/main" id="{BF3FE976-4469-4502-B670-DCDB0D196404}"/>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35  ·  OPTIONAL</a:t>
            </a:r>
          </a:p>
        </p:txBody>
      </p:sp>
      <p:pic>
        <p:nvPicPr>
          <p:cNvPr id="4" name="">
            <a:extLst xmlns:a="http://schemas.openxmlformats.org/drawingml/2006/main">
              <a:ext uri="{FF2B5EF4-FFF2-40B4-BE49-F238E27FC236}">
                <a16:creationId xmlns:a16="http://schemas.microsoft.com/office/drawing/2014/main" id="{F210651F-3E62-4926-ADBD-0912FDD13D0E}"/>
              </a:ext>
            </a:extLst>
          </p:cNvPr>
          <p:cNvPicPr>
            <a:picLocks xmlns:a="http://schemas.openxmlformats.org/drawingml/2006/main" noChangeAspect="1"/>
          </p:cNvPicPr>
          <p:nvPr/>
        </p:nvPicPr>
        <p:blipFill>
          <a:blip xmlns:r="http://schemas.openxmlformats.org/officeDocument/2006/relationships" xmlns:a="http://schemas.openxmlformats.org/drawingml/2006/main" r:embed="Rb0ee247b257f4595"/>
          <a:stretch xmlns:a="http://schemas.openxmlformats.org/drawingml/2006/main"/>
        </p:blipFill>
        <p:spPr>
          <a:xfrm xmlns:a="http://schemas.openxmlformats.org/drawingml/2006/main">
            <a:off x="668867" y="1657350"/>
            <a:ext cx="6739467" cy="3790950"/>
          </a:xfrm>
          <a:prstGeom xmlns:a="http://schemas.openxmlformats.org/drawingml/2006/main" prst="rect">
            <a:avLst/>
          </a:prstGeom>
        </p:spPr>
      </p:pic>
      <p:sp>
        <p:nvSpPr>
          <p:cNvPr id="5" name="item-507">
            <a:extLst xmlns:a="http://schemas.openxmlformats.org/drawingml/2006/main">
              <a:ext uri="{FF2B5EF4-FFF2-40B4-BE49-F238E27FC236}">
                <a16:creationId xmlns:a16="http://schemas.microsoft.com/office/drawing/2014/main" id="{38B85A53-A9ED-44DD-806B-E296212CF942}"/>
              </a:ext>
            </a:extLst>
          </p:cNvPr>
          <p:cNvSpPr>
            <a:spLocks xmlns:a="http://schemas.openxmlformats.org/drawingml/2006/main" noGrp="1"/>
          </p:cNvSpPr>
          <p:nvPr/>
        </p:nvSpPr>
        <p:spPr>
          <a:xfrm xmlns:a="http://schemas.openxmlformats.org/drawingml/2006/main">
            <a:off x="7896225" y="1790700"/>
            <a:ext cx="3524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152D46"/>
                </a:solidFill>
                <a:latin typeface="Arial"/>
                <a:ea typeface="Arial"/>
                <a:cs typeface="Arial"/>
              </a:defRPr>
            </a:defPPr>
            <a:lvl1pPr algn="l">
              <a:defRPr sz="2700" b="1">
                <a:solidFill>
                  <a:srgbClr val="152D46"/>
                </a:solidFill>
                <a:latin typeface="Arial"/>
                <a:ea typeface="Arial"/>
                <a:cs typeface="Arial"/>
              </a:defRPr>
            </a:lvl1pPr>
            <a:lvl2pPr algn="l">
              <a:defRPr sz="2700" b="1">
                <a:solidFill>
                  <a:srgbClr val="152D46"/>
                </a:solidFill>
                <a:latin typeface="Arial"/>
                <a:ea typeface="Arial"/>
                <a:cs typeface="Arial"/>
              </a:defRPr>
            </a:lvl2pPr>
            <a:lvl3pPr algn="l">
              <a:defRPr sz="2700" b="1">
                <a:solidFill>
                  <a:srgbClr val="152D46"/>
                </a:solidFill>
                <a:latin typeface="Arial"/>
                <a:ea typeface="Arial"/>
                <a:cs typeface="Arial"/>
              </a:defRPr>
            </a:lvl3pPr>
            <a:lvl4pPr algn="l">
              <a:defRPr sz="2700" b="1">
                <a:solidFill>
                  <a:srgbClr val="152D46"/>
                </a:solidFill>
                <a:latin typeface="Arial"/>
                <a:ea typeface="Arial"/>
                <a:cs typeface="Arial"/>
              </a:defRPr>
            </a:lvl4pPr>
            <a:lvl5pPr algn="l">
              <a:defRPr sz="2700" b="1">
                <a:solidFill>
                  <a:srgbClr val="152D46"/>
                </a:solidFill>
                <a:latin typeface="Arial"/>
                <a:ea typeface="Arial"/>
                <a:cs typeface="Arial"/>
              </a:defRPr>
            </a:lvl5pPr>
            <a:lvl6pPr algn="l">
              <a:defRPr sz="2700" b="1">
                <a:solidFill>
                  <a:srgbClr val="152D46"/>
                </a:solidFill>
                <a:latin typeface="Arial"/>
                <a:ea typeface="Arial"/>
                <a:cs typeface="Arial"/>
              </a:defRPr>
            </a:lvl6pPr>
            <a:lvl7pPr algn="l">
              <a:defRPr sz="2700" b="1">
                <a:solidFill>
                  <a:srgbClr val="152D46"/>
                </a:solidFill>
                <a:latin typeface="Arial"/>
                <a:ea typeface="Arial"/>
                <a:cs typeface="Arial"/>
              </a:defRPr>
            </a:lvl7pPr>
            <a:lvl8pPr algn="l">
              <a:defRPr sz="2700" b="1">
                <a:solidFill>
                  <a:srgbClr val="152D46"/>
                </a:solidFill>
                <a:latin typeface="Arial"/>
                <a:ea typeface="Arial"/>
                <a:cs typeface="Arial"/>
              </a:defRPr>
            </a:lvl8pPr>
            <a:lvl9pPr algn="l">
              <a:defRPr sz="2700" b="1">
                <a:solidFill>
                  <a:srgbClr val="152D46"/>
                </a:solidFill>
                <a:latin typeface="Arial"/>
                <a:ea typeface="Arial"/>
                <a:cs typeface="Arial"/>
              </a:defRPr>
            </a:lvl9pPr>
          </a:lstStyle>
          <a:p xmlns:a="http://schemas.openxmlformats.org/drawingml/2006/main">
            <a:pPr algn="l">
              <a:defRPr sz="2700" b="1">
                <a:solidFill>
                  <a:srgbClr val="152D46"/>
                </a:solidFill>
                <a:latin typeface="Arial"/>
                <a:ea typeface="Arial"/>
                <a:cs typeface="Arial"/>
              </a:defRPr>
            </a:pPr>
            <a:r>
              <a:rPr sz="2700" b="1">
                <a:solidFill>
                  <a:srgbClr val="152D46"/>
                </a:solidFill>
                <a:latin typeface="Arial"/>
                <a:ea typeface="Arial"/>
                <a:cs typeface="Arial"/>
              </a:rPr>
              <a:t>A proposal is ready to send</a:t>
            </a:r>
          </a:p>
        </p:txBody>
      </p:sp>
      <p:sp>
        <p:nvSpPr>
          <p:cNvPr id="6" name="item-508">
            <a:extLst xmlns:a="http://schemas.openxmlformats.org/drawingml/2006/main">
              <a:ext uri="{FF2B5EF4-FFF2-40B4-BE49-F238E27FC236}">
                <a16:creationId xmlns:a16="http://schemas.microsoft.com/office/drawing/2014/main" id="{8D0E8833-D3F4-4778-8A0F-7C46BAACD5EB}"/>
              </a:ext>
            </a:extLst>
          </p:cNvPr>
          <p:cNvSpPr>
            <a:spLocks xmlns:a="http://schemas.openxmlformats.org/drawingml/2006/main" noGrp="1"/>
          </p:cNvSpPr>
          <p:nvPr/>
        </p:nvSpPr>
        <p:spPr>
          <a:xfrm xmlns:a="http://schemas.openxmlformats.org/drawingml/2006/main">
            <a:off x="7896225" y="3048000"/>
            <a:ext cx="352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Can Codex spot the problems before a client does?</a:t>
            </a:r>
          </a:p>
        </p:txBody>
      </p:sp>
      <p:sp>
        <p:nvSpPr>
          <p:cNvPr id="7" name="item-509">
            <a:extLst xmlns:a="http://schemas.openxmlformats.org/drawingml/2006/main">
              <a:ext uri="{FF2B5EF4-FFF2-40B4-BE49-F238E27FC236}">
                <a16:creationId xmlns:a16="http://schemas.microsoft.com/office/drawing/2014/main" id="{44341B44-B40C-4295-B856-1D8F45A8E4F9}"/>
              </a:ext>
            </a:extLst>
          </p:cNvPr>
          <p:cNvSpPr>
            <a:spLocks xmlns:a="http://schemas.openxmlformats.org/drawingml/2006/main" noGrp="1"/>
          </p:cNvSpPr>
          <p:nvPr/>
        </p:nvSpPr>
        <p:spPr>
          <a:xfrm xmlns:a="http://schemas.openxmlformats.org/drawingml/2006/main">
            <a:off x="762000" y="57340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Chat: 35 · Demo 1 — Review a PowerPoint</a:t>
            </a:r>
          </a:p>
        </p:txBody>
      </p:sp>
    </p:spTree>
    <p:extLst>
      <p:ext uri="{BB962C8B-B14F-4D97-AF65-F5344CB8AC3E}">
        <p14:creationId xmlns:p14="http://schemas.microsoft.com/office/powerpoint/2010/main" val="500730419"/>
      </p:ext>
    </p:extLst>
  </p:cSld>
</p:sld>
</file>

<file path=ppt/slides/slide36.xml><?xml version="1.0" encoding="utf-8"?>
<p:sld xmlns:p="http://schemas.openxmlformats.org/presentationml/2006/main">
  <p:cSld>
    <p:bg>
      <p:bgPr>
        <a:solidFill xmlns:a="http://schemas.openxmlformats.org/drawingml/2006/main">
          <a:srgbClr val="E7EEE6"/>
        </a:solidFill>
      </p:bgPr>
    </p:bg>
    <p:spTree>
      <p:nvGrpSpPr>
        <p:cNvPr id="1" name=""/>
        <p:cNvGrpSpPr/>
        <p:nvPr/>
      </p:nvGrpSpPr>
      <p:grpSpPr>
        <a:xfrm xmlns:a="http://schemas.openxmlformats.org/drawingml/2006/main"/>
      </p:grpSpPr>
      <p:sp>
        <p:nvSpPr>
          <p:cNvPr id="7" name="item-510">
            <a:extLst xmlns:a="http://schemas.openxmlformats.org/drawingml/2006/main">
              <a:ext uri="{FF2B5EF4-FFF2-40B4-BE49-F238E27FC236}">
                <a16:creationId xmlns:a16="http://schemas.microsoft.com/office/drawing/2014/main" id="{5BE62E92-27F6-478B-8AC5-7A59BF7B8073}"/>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exact request</a:t>
            </a:r>
          </a:p>
        </p:txBody>
      </p:sp>
      <p:sp>
        <p:nvSpPr>
          <p:cNvPr id="2" name="item-511">
            <a:extLst xmlns:a="http://schemas.openxmlformats.org/drawingml/2006/main">
              <a:ext uri="{FF2B5EF4-FFF2-40B4-BE49-F238E27FC236}">
                <a16:creationId xmlns:a16="http://schemas.microsoft.com/office/drawing/2014/main" id="{EE528411-F7A4-4BDB-8A20-2589D569A952}"/>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12">
            <a:extLst xmlns:a="http://schemas.openxmlformats.org/drawingml/2006/main">
              <a:ext uri="{FF2B5EF4-FFF2-40B4-BE49-F238E27FC236}">
                <a16:creationId xmlns:a16="http://schemas.microsoft.com/office/drawing/2014/main" id="{1BE42A67-5812-4DC1-92F3-2DCBF4759D5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36  ·  OPTIONAL</a:t>
            </a:r>
          </a:p>
        </p:txBody>
      </p:sp>
      <p:sp>
        <p:nvSpPr>
          <p:cNvPr id="4" name="item-513">
            <a:extLst xmlns:a="http://schemas.openxmlformats.org/drawingml/2006/main">
              <a:ext uri="{FF2B5EF4-FFF2-40B4-BE49-F238E27FC236}">
                <a16:creationId xmlns:a16="http://schemas.microsoft.com/office/drawing/2014/main" id="{91046E25-150C-4C71-B934-DCD7B77B5E5D}"/>
              </a:ext>
            </a:extLst>
          </p:cNvPr>
          <p:cNvSpPr>
            <a:spLocks xmlns:a="http://schemas.openxmlformats.org/drawingml/2006/main" noGrp="1"/>
          </p:cNvSpPr>
          <p:nvPr/>
        </p:nvSpPr>
        <p:spPr>
          <a:xfrm xmlns:a="http://schemas.openxmlformats.org/drawingml/2006/main">
            <a:off x="800100" y="1333500"/>
            <a:ext cx="1059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Paste into the matching staged chat, or say “Run the live demo”</a:t>
            </a:r>
          </a:p>
        </p:txBody>
      </p:sp>
      <p:sp>
        <p:nvSpPr>
          <p:cNvPr id="5" name="item-514">
            <a:extLst xmlns:a="http://schemas.openxmlformats.org/drawingml/2006/main">
              <a:ext uri="{FF2B5EF4-FFF2-40B4-BE49-F238E27FC236}">
                <a16:creationId xmlns:a16="http://schemas.microsoft.com/office/drawing/2014/main" id="{9DF9EAC1-807A-4713-A266-DF042FCEA0B5}"/>
              </a:ext>
            </a:extLst>
          </p:cNvPr>
          <p:cNvSpPr>
            <a:spLocks xmlns:a="http://schemas.openxmlformats.org/drawingml/2006/main" noGrp="1"/>
          </p:cNvSpPr>
          <p:nvPr/>
        </p:nvSpPr>
        <p:spPr>
          <a:xfrm xmlns:a="http://schemas.openxmlformats.org/drawingml/2006/main">
            <a:off x="800100" y="1971675"/>
            <a:ext cx="10591800" cy="373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152D46"/>
                </a:solidFill>
                <a:latin typeface="Arial"/>
                <a:ea typeface="Arial"/>
                <a:cs typeface="Arial"/>
              </a:defRPr>
            </a:defPPr>
            <a:lvl1pPr algn="l">
              <a:defRPr sz="2025" b="0">
                <a:solidFill>
                  <a:srgbClr val="152D46"/>
                </a:solidFill>
                <a:latin typeface="Arial"/>
                <a:ea typeface="Arial"/>
                <a:cs typeface="Arial"/>
              </a:defRPr>
            </a:lvl1pPr>
            <a:lvl2pPr algn="l">
              <a:defRPr sz="2025" b="0">
                <a:solidFill>
                  <a:srgbClr val="152D46"/>
                </a:solidFill>
                <a:latin typeface="Arial"/>
                <a:ea typeface="Arial"/>
                <a:cs typeface="Arial"/>
              </a:defRPr>
            </a:lvl2pPr>
            <a:lvl3pPr algn="l">
              <a:defRPr sz="2025" b="0">
                <a:solidFill>
                  <a:srgbClr val="152D46"/>
                </a:solidFill>
                <a:latin typeface="Arial"/>
                <a:ea typeface="Arial"/>
                <a:cs typeface="Arial"/>
              </a:defRPr>
            </a:lvl3pPr>
            <a:lvl4pPr algn="l">
              <a:defRPr sz="2025" b="0">
                <a:solidFill>
                  <a:srgbClr val="152D46"/>
                </a:solidFill>
                <a:latin typeface="Arial"/>
                <a:ea typeface="Arial"/>
                <a:cs typeface="Arial"/>
              </a:defRPr>
            </a:lvl4pPr>
            <a:lvl5pPr algn="l">
              <a:defRPr sz="2025" b="0">
                <a:solidFill>
                  <a:srgbClr val="152D46"/>
                </a:solidFill>
                <a:latin typeface="Arial"/>
                <a:ea typeface="Arial"/>
                <a:cs typeface="Arial"/>
              </a:defRPr>
            </a:lvl5pPr>
            <a:lvl6pPr algn="l">
              <a:defRPr sz="2025" b="0">
                <a:solidFill>
                  <a:srgbClr val="152D46"/>
                </a:solidFill>
                <a:latin typeface="Arial"/>
                <a:ea typeface="Arial"/>
                <a:cs typeface="Arial"/>
              </a:defRPr>
            </a:lvl6pPr>
            <a:lvl7pPr algn="l">
              <a:defRPr sz="2025" b="0">
                <a:solidFill>
                  <a:srgbClr val="152D46"/>
                </a:solidFill>
                <a:latin typeface="Arial"/>
                <a:ea typeface="Arial"/>
                <a:cs typeface="Arial"/>
              </a:defRPr>
            </a:lvl7pPr>
            <a:lvl8pPr algn="l">
              <a:defRPr sz="2025" b="0">
                <a:solidFill>
                  <a:srgbClr val="152D46"/>
                </a:solidFill>
                <a:latin typeface="Arial"/>
                <a:ea typeface="Arial"/>
                <a:cs typeface="Arial"/>
              </a:defRPr>
            </a:lvl8pPr>
            <a:lvl9pPr algn="l">
              <a:defRPr sz="2025" b="0">
                <a:solidFill>
                  <a:srgbClr val="152D46"/>
                </a:solidFill>
                <a:latin typeface="Arial"/>
                <a:ea typeface="Arial"/>
                <a:cs typeface="Arial"/>
              </a:defRPr>
            </a:lvl9pPr>
          </a:lstStyle>
          <a:p xmlns:a="http://schemas.openxmlformats.org/drawingml/2006/main">
            <a:pPr algn="l">
              <a:defRPr sz="2025" b="0">
                <a:solidFill>
                  <a:srgbClr val="152D46"/>
                </a:solidFill>
                <a:latin typeface="Arial"/>
                <a:ea typeface="Arial"/>
                <a:cs typeface="Arial"/>
              </a:defRPr>
            </a:pPr>
            <a:r>
              <a:rPr sz="2025" b="0">
                <a:solidFill>
                  <a:srgbClr val="152D46"/>
                </a:solidFill>
                <a:latin typeface="Arial"/>
                <a:ea typeface="Arial"/>
                <a:cs typeface="Arial"/>
              </a:rPr>
              <a:t>Use Computer Use in the built-in internal browser (@Browser) to open http://127.0.0.1:4355/01-review-powerpoint/portal/. Review all five rendered slides with the viewer controls. Look for clipped or overlapping content, hard-to-read text and inconsistent figures. Do not edit the deck. Save a screenshot of each slide in output/ and write output/review.md with slide numbers, observed issues and specific suggested fixes. These are rendered previews of input/client-proposal.pptx, not native PowerPoint. Do not claim to have reviewed the file in Microsoft PowerPoint. Do not inspect slide XML or source code, and do not use Chrome, external browsers or personal tabs.</a:t>
            </a:r>
          </a:p>
        </p:txBody>
      </p:sp>
      <p:sp>
        <p:nvSpPr>
          <p:cNvPr id="6" name="item-515">
            <a:extLst xmlns:a="http://schemas.openxmlformats.org/drawingml/2006/main">
              <a:ext uri="{FF2B5EF4-FFF2-40B4-BE49-F238E27FC236}">
                <a16:creationId xmlns:a16="http://schemas.microsoft.com/office/drawing/2014/main" id="{DDA96B99-A9CF-4922-BBC7-E3F583652EB8}"/>
              </a:ext>
            </a:extLst>
          </p:cNvPr>
          <p:cNvSpPr>
            <a:spLocks xmlns:a="http://schemas.openxmlformats.org/drawingml/2006/main" noGrp="1"/>
          </p:cNvSpPr>
          <p:nvPr/>
        </p:nvSpPr>
        <p:spPr>
          <a:xfrm xmlns:a="http://schemas.openxmlformats.org/drawingml/2006/main">
            <a:off x="800100" y="5867400"/>
            <a:ext cx="1059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Copyable file: demos/01-review-powerpoint/PROMPT.txt</a:t>
            </a:r>
          </a:p>
        </p:txBody>
      </p:sp>
    </p:spTree>
    <p:extLst>
      <p:ext uri="{BB962C8B-B14F-4D97-AF65-F5344CB8AC3E}">
        <p14:creationId xmlns:p14="http://schemas.microsoft.com/office/powerpoint/2010/main" val="1517038691"/>
      </p:ext>
    </p:extLst>
  </p:cSld>
</p:sld>
</file>

<file path=ppt/slides/slide3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5" name="item-516">
            <a:extLst xmlns:a="http://schemas.openxmlformats.org/drawingml/2006/main">
              <a:ext uri="{FF2B5EF4-FFF2-40B4-BE49-F238E27FC236}">
                <a16:creationId xmlns:a16="http://schemas.microsoft.com/office/drawing/2014/main" id="{EC3C01DD-2E64-403E-B548-EBB524D06718}"/>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findings need visible evidence</a:t>
            </a:r>
          </a:p>
        </p:txBody>
      </p:sp>
      <p:sp>
        <p:nvSpPr>
          <p:cNvPr id="2" name="item-517">
            <a:extLst xmlns:a="http://schemas.openxmlformats.org/drawingml/2006/main">
              <a:ext uri="{FF2B5EF4-FFF2-40B4-BE49-F238E27FC236}">
                <a16:creationId xmlns:a16="http://schemas.microsoft.com/office/drawing/2014/main" id="{F4092C32-DBA2-41C4-A48E-EAB17BF9B7ED}"/>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18">
            <a:extLst xmlns:a="http://schemas.openxmlformats.org/drawingml/2006/main">
              <a:ext uri="{FF2B5EF4-FFF2-40B4-BE49-F238E27FC236}">
                <a16:creationId xmlns:a16="http://schemas.microsoft.com/office/drawing/2014/main" id="{55EA00E5-AC62-43B3-A001-10D0576DF6CE}"/>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37  ·  OPTIONAL</a:t>
            </a:r>
          </a:p>
        </p:txBody>
      </p:sp>
      <p:pic>
        <p:nvPicPr>
          <p:cNvPr id="4" name="">
            <a:extLst xmlns:a="http://schemas.openxmlformats.org/drawingml/2006/main">
              <a:ext uri="{FF2B5EF4-FFF2-40B4-BE49-F238E27FC236}">
                <a16:creationId xmlns:a16="http://schemas.microsoft.com/office/drawing/2014/main" id="{28D283C1-EF0D-455F-B41B-DBFA7AF8E4A3}"/>
              </a:ext>
            </a:extLst>
          </p:cNvPr>
          <p:cNvPicPr>
            <a:picLocks xmlns:a="http://schemas.openxmlformats.org/drawingml/2006/main" noChangeAspect="1"/>
          </p:cNvPicPr>
          <p:nvPr/>
        </p:nvPicPr>
        <p:blipFill>
          <a:blip xmlns:r="http://schemas.openxmlformats.org/officeDocument/2006/relationships" xmlns:a="http://schemas.openxmlformats.org/drawingml/2006/main" r:embed="R8b12e688a43c49b8"/>
          <a:stretch xmlns:a="http://schemas.openxmlformats.org/drawingml/2006/main"/>
        </p:blipFill>
        <p:spPr>
          <a:xfrm xmlns:a="http://schemas.openxmlformats.org/drawingml/2006/main">
            <a:off x="666750" y="1734145"/>
            <a:ext cx="7143750" cy="4018359"/>
          </a:xfrm>
          <a:prstGeom xmlns:a="http://schemas.openxmlformats.org/drawingml/2006/main" prst="rect">
            <a:avLst/>
          </a:prstGeom>
        </p:spPr>
      </p:pic>
      <p:sp>
        <p:nvSpPr>
          <p:cNvPr id="5" name="item-519">
            <a:extLst xmlns:a="http://schemas.openxmlformats.org/drawingml/2006/main">
              <a:ext uri="{FF2B5EF4-FFF2-40B4-BE49-F238E27FC236}">
                <a16:creationId xmlns:a16="http://schemas.microsoft.com/office/drawing/2014/main" id="{26198BC2-77DF-4B7F-B0CE-5549DF65F618}"/>
              </a:ext>
            </a:extLst>
          </p:cNvPr>
          <p:cNvSpPr>
            <a:spLocks xmlns:a="http://schemas.openxmlformats.org/drawingml/2006/main" noGrp="1"/>
          </p:cNvSpPr>
          <p:nvPr/>
        </p:nvSpPr>
        <p:spPr>
          <a:xfrm xmlns:a="http://schemas.openxmlformats.org/drawingml/2006/main">
            <a:off x="8267700" y="21907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6" name="item-520">
            <a:extLst xmlns:a="http://schemas.openxmlformats.org/drawingml/2006/main">
              <a:ext uri="{FF2B5EF4-FFF2-40B4-BE49-F238E27FC236}">
                <a16:creationId xmlns:a16="http://schemas.microsoft.com/office/drawing/2014/main" id="{37D338A1-A0A4-48C8-A2B7-15FA3439E484}"/>
              </a:ext>
            </a:extLst>
          </p:cNvPr>
          <p:cNvSpPr>
            <a:spLocks xmlns:a="http://schemas.openxmlformats.org/drawingml/2006/main" noGrp="1"/>
          </p:cNvSpPr>
          <p:nvPr/>
        </p:nvSpPr>
        <p:spPr>
          <a:xfrm xmlns:a="http://schemas.openxmlformats.org/drawingml/2006/main">
            <a:off x="8153400" y="2190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7" name="item-521">
            <a:extLst xmlns:a="http://schemas.openxmlformats.org/drawingml/2006/main">
              <a:ext uri="{FF2B5EF4-FFF2-40B4-BE49-F238E27FC236}">
                <a16:creationId xmlns:a16="http://schemas.microsoft.com/office/drawing/2014/main" id="{D2D899D5-E671-474F-BF75-6F4B39D6E932}"/>
              </a:ext>
            </a:extLst>
          </p:cNvPr>
          <p:cNvSpPr>
            <a:spLocks xmlns:a="http://schemas.openxmlformats.org/drawingml/2006/main" noGrp="1"/>
          </p:cNvSpPr>
          <p:nvPr/>
        </p:nvSpPr>
        <p:spPr>
          <a:xfrm xmlns:a="http://schemas.openxmlformats.org/drawingml/2006/main">
            <a:off x="8791575" y="215265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8872B3"/>
                </a:solidFill>
                <a:latin typeface="Arial"/>
                <a:ea typeface="Arial"/>
                <a:cs typeface="Arial"/>
              </a:defRPr>
            </a:defPPr>
            <a:lvl1pPr algn="l">
              <a:defRPr sz="1875" b="1">
                <a:solidFill>
                  <a:srgbClr val="8872B3"/>
                </a:solidFill>
                <a:latin typeface="Arial"/>
                <a:ea typeface="Arial"/>
                <a:cs typeface="Arial"/>
              </a:defRPr>
            </a:lvl1pPr>
            <a:lvl2pPr algn="l">
              <a:defRPr sz="1875" b="1">
                <a:solidFill>
                  <a:srgbClr val="8872B3"/>
                </a:solidFill>
                <a:latin typeface="Arial"/>
                <a:ea typeface="Arial"/>
                <a:cs typeface="Arial"/>
              </a:defRPr>
            </a:lvl2pPr>
            <a:lvl3pPr algn="l">
              <a:defRPr sz="1875" b="1">
                <a:solidFill>
                  <a:srgbClr val="8872B3"/>
                </a:solidFill>
                <a:latin typeface="Arial"/>
                <a:ea typeface="Arial"/>
                <a:cs typeface="Arial"/>
              </a:defRPr>
            </a:lvl3pPr>
            <a:lvl4pPr algn="l">
              <a:defRPr sz="1875" b="1">
                <a:solidFill>
                  <a:srgbClr val="8872B3"/>
                </a:solidFill>
                <a:latin typeface="Arial"/>
                <a:ea typeface="Arial"/>
                <a:cs typeface="Arial"/>
              </a:defRPr>
            </a:lvl4pPr>
            <a:lvl5pPr algn="l">
              <a:defRPr sz="1875" b="1">
                <a:solidFill>
                  <a:srgbClr val="8872B3"/>
                </a:solidFill>
                <a:latin typeface="Arial"/>
                <a:ea typeface="Arial"/>
                <a:cs typeface="Arial"/>
              </a:defRPr>
            </a:lvl5pPr>
            <a:lvl6pPr algn="l">
              <a:defRPr sz="1875" b="1">
                <a:solidFill>
                  <a:srgbClr val="8872B3"/>
                </a:solidFill>
                <a:latin typeface="Arial"/>
                <a:ea typeface="Arial"/>
                <a:cs typeface="Arial"/>
              </a:defRPr>
            </a:lvl6pPr>
            <a:lvl7pPr algn="l">
              <a:defRPr sz="1875" b="1">
                <a:solidFill>
                  <a:srgbClr val="8872B3"/>
                </a:solidFill>
                <a:latin typeface="Arial"/>
                <a:ea typeface="Arial"/>
                <a:cs typeface="Arial"/>
              </a:defRPr>
            </a:lvl7pPr>
            <a:lvl8pPr algn="l">
              <a:defRPr sz="1875" b="1">
                <a:solidFill>
                  <a:srgbClr val="8872B3"/>
                </a:solidFill>
                <a:latin typeface="Arial"/>
                <a:ea typeface="Arial"/>
                <a:cs typeface="Arial"/>
              </a:defRPr>
            </a:lvl8pPr>
            <a:lvl9pPr algn="l">
              <a:defRPr sz="1875" b="1">
                <a:solidFill>
                  <a:srgbClr val="8872B3"/>
                </a:solidFill>
                <a:latin typeface="Arial"/>
                <a:ea typeface="Arial"/>
                <a:cs typeface="Arial"/>
              </a:defRPr>
            </a:lvl9pPr>
          </a:lstStyle>
          <a:p xmlns:a="http://schemas.openxmlformats.org/drawingml/2006/main">
            <a:pPr algn="l">
              <a:defRPr sz="1875" b="1">
                <a:solidFill>
                  <a:srgbClr val="8872B3"/>
                </a:solidFill>
                <a:latin typeface="Arial"/>
                <a:ea typeface="Arial"/>
                <a:cs typeface="Arial"/>
              </a:defRPr>
            </a:pPr>
            <a:r>
              <a:rPr sz="1875" b="1">
                <a:solidFill>
                  <a:srgbClr val="8872B3"/>
                </a:solidFill>
                <a:latin typeface="Arial"/>
                <a:ea typeface="Arial"/>
                <a:cs typeface="Arial"/>
              </a:rPr>
              <a:t>Week 2 sits in the first column</a:t>
            </a:r>
          </a:p>
        </p:txBody>
      </p:sp>
      <p:sp>
        <p:nvSpPr>
          <p:cNvPr id="8" name="item-522">
            <a:extLst xmlns:a="http://schemas.openxmlformats.org/drawingml/2006/main">
              <a:ext uri="{FF2B5EF4-FFF2-40B4-BE49-F238E27FC236}">
                <a16:creationId xmlns:a16="http://schemas.microsoft.com/office/drawing/2014/main" id="{572BAC53-ABA2-4628-9675-DE91939F2BE4}"/>
              </a:ext>
            </a:extLst>
          </p:cNvPr>
          <p:cNvSpPr>
            <a:spLocks xmlns:a="http://schemas.openxmlformats.org/drawingml/2006/main" noGrp="1"/>
          </p:cNvSpPr>
          <p:nvPr/>
        </p:nvSpPr>
        <p:spPr>
          <a:xfrm xmlns:a="http://schemas.openxmlformats.org/drawingml/2006/main">
            <a:off x="8267700" y="3686175"/>
            <a:ext cx="381000" cy="381000"/>
          </a:xfrm>
          <a:prstGeom xmlns:a="http://schemas.openxmlformats.org/drawingml/2006/main" prst="ellipse">
            <a:avLst/>
          </a:prstGeom>
          <a:solidFill xmlns:a="http://schemas.openxmlformats.org/drawingml/2006/main">
            <a:srgbClr val="C75247"/>
          </a:solidFill>
          <a:ln xmlns:a="http://schemas.openxmlformats.org/drawingml/2006/main" w="0">
            <a:noFill/>
          </a:ln>
        </p:spPr>
      </p:sp>
      <p:sp>
        <p:nvSpPr>
          <p:cNvPr id="9" name="item-523">
            <a:extLst xmlns:a="http://schemas.openxmlformats.org/drawingml/2006/main">
              <a:ext uri="{FF2B5EF4-FFF2-40B4-BE49-F238E27FC236}">
                <a16:creationId xmlns:a16="http://schemas.microsoft.com/office/drawing/2014/main" id="{3552C23B-CF95-46C2-96E4-91BA3AEAB952}"/>
              </a:ext>
            </a:extLst>
          </p:cNvPr>
          <p:cNvSpPr>
            <a:spLocks xmlns:a="http://schemas.openxmlformats.org/drawingml/2006/main" noGrp="1"/>
          </p:cNvSpPr>
          <p:nvPr/>
        </p:nvSpPr>
        <p:spPr>
          <a:xfrm xmlns:a="http://schemas.openxmlformats.org/drawingml/2006/main">
            <a:off x="8153400" y="36861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item-524">
            <a:extLst xmlns:a="http://schemas.openxmlformats.org/drawingml/2006/main">
              <a:ext uri="{FF2B5EF4-FFF2-40B4-BE49-F238E27FC236}">
                <a16:creationId xmlns:a16="http://schemas.microsoft.com/office/drawing/2014/main" id="{59B44F32-F5B7-436D-BE98-CDED1F0FE8A3}"/>
              </a:ext>
            </a:extLst>
          </p:cNvPr>
          <p:cNvSpPr>
            <a:spLocks xmlns:a="http://schemas.openxmlformats.org/drawingml/2006/main" noGrp="1"/>
          </p:cNvSpPr>
          <p:nvPr/>
        </p:nvSpPr>
        <p:spPr>
          <a:xfrm xmlns:a="http://schemas.openxmlformats.org/drawingml/2006/main">
            <a:off x="8791575" y="3648075"/>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C75247"/>
                </a:solidFill>
                <a:latin typeface="Arial"/>
                <a:ea typeface="Arial"/>
                <a:cs typeface="Arial"/>
              </a:defRPr>
            </a:defPPr>
            <a:lvl1pPr algn="l">
              <a:defRPr sz="1875" b="1">
                <a:solidFill>
                  <a:srgbClr val="C75247"/>
                </a:solidFill>
                <a:latin typeface="Arial"/>
                <a:ea typeface="Arial"/>
                <a:cs typeface="Arial"/>
              </a:defRPr>
            </a:lvl1pPr>
            <a:lvl2pPr algn="l">
              <a:defRPr sz="1875" b="1">
                <a:solidFill>
                  <a:srgbClr val="C75247"/>
                </a:solidFill>
                <a:latin typeface="Arial"/>
                <a:ea typeface="Arial"/>
                <a:cs typeface="Arial"/>
              </a:defRPr>
            </a:lvl2pPr>
            <a:lvl3pPr algn="l">
              <a:defRPr sz="1875" b="1">
                <a:solidFill>
                  <a:srgbClr val="C75247"/>
                </a:solidFill>
                <a:latin typeface="Arial"/>
                <a:ea typeface="Arial"/>
                <a:cs typeface="Arial"/>
              </a:defRPr>
            </a:lvl3pPr>
            <a:lvl4pPr algn="l">
              <a:defRPr sz="1875" b="1">
                <a:solidFill>
                  <a:srgbClr val="C75247"/>
                </a:solidFill>
                <a:latin typeface="Arial"/>
                <a:ea typeface="Arial"/>
                <a:cs typeface="Arial"/>
              </a:defRPr>
            </a:lvl4pPr>
            <a:lvl5pPr algn="l">
              <a:defRPr sz="1875" b="1">
                <a:solidFill>
                  <a:srgbClr val="C75247"/>
                </a:solidFill>
                <a:latin typeface="Arial"/>
                <a:ea typeface="Arial"/>
                <a:cs typeface="Arial"/>
              </a:defRPr>
            </a:lvl5pPr>
            <a:lvl6pPr algn="l">
              <a:defRPr sz="1875" b="1">
                <a:solidFill>
                  <a:srgbClr val="C75247"/>
                </a:solidFill>
                <a:latin typeface="Arial"/>
                <a:ea typeface="Arial"/>
                <a:cs typeface="Arial"/>
              </a:defRPr>
            </a:lvl6pPr>
            <a:lvl7pPr algn="l">
              <a:defRPr sz="1875" b="1">
                <a:solidFill>
                  <a:srgbClr val="C75247"/>
                </a:solidFill>
                <a:latin typeface="Arial"/>
                <a:ea typeface="Arial"/>
                <a:cs typeface="Arial"/>
              </a:defRPr>
            </a:lvl7pPr>
            <a:lvl8pPr algn="l">
              <a:defRPr sz="1875" b="1">
                <a:solidFill>
                  <a:srgbClr val="C75247"/>
                </a:solidFill>
                <a:latin typeface="Arial"/>
                <a:ea typeface="Arial"/>
                <a:cs typeface="Arial"/>
              </a:defRPr>
            </a:lvl8pPr>
            <a:lvl9pPr algn="l">
              <a:defRPr sz="1875" b="1">
                <a:solidFill>
                  <a:srgbClr val="C75247"/>
                </a:solidFill>
                <a:latin typeface="Arial"/>
                <a:ea typeface="Arial"/>
                <a:cs typeface="Arial"/>
              </a:defRPr>
            </a:lvl9pPr>
          </a:lstStyle>
          <a:p xmlns:a="http://schemas.openxmlformats.org/drawingml/2006/main">
            <a:pPr algn="l">
              <a:defRPr sz="1875" b="1">
                <a:solidFill>
                  <a:srgbClr val="C75247"/>
                </a:solidFill>
                <a:latin typeface="Arial"/>
                <a:ea typeface="Arial"/>
                <a:cs typeface="Arial"/>
              </a:defRPr>
            </a:pPr>
            <a:r>
              <a:rPr sz="1875" b="1">
                <a:solidFill>
                  <a:srgbClr val="C75247"/>
                </a:solidFill>
                <a:latin typeface="Arial"/>
                <a:ea typeface="Arial"/>
                <a:cs typeface="Arial"/>
              </a:rPr>
              <a:t>The middle column is empty</a:t>
            </a:r>
          </a:p>
        </p:txBody>
      </p:sp>
      <p:sp>
        <p:nvSpPr>
          <p:cNvPr id="11" name="item-525">
            <a:extLst xmlns:a="http://schemas.openxmlformats.org/drawingml/2006/main">
              <a:ext uri="{FF2B5EF4-FFF2-40B4-BE49-F238E27FC236}">
                <a16:creationId xmlns:a16="http://schemas.microsoft.com/office/drawing/2014/main" id="{04AF34CF-8961-477D-A98E-86ED11A210E1}"/>
              </a:ext>
            </a:extLst>
          </p:cNvPr>
          <p:cNvSpPr>
            <a:spLocks xmlns:a="http://schemas.openxmlformats.org/drawingml/2006/main" noGrp="1"/>
          </p:cNvSpPr>
          <p:nvPr/>
        </p:nvSpPr>
        <p:spPr>
          <a:xfrm xmlns:a="http://schemas.openxmlformats.org/drawingml/2006/main">
            <a:off x="2771775" y="44005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12" name="item-526">
            <a:extLst xmlns:a="http://schemas.openxmlformats.org/drawingml/2006/main">
              <a:ext uri="{FF2B5EF4-FFF2-40B4-BE49-F238E27FC236}">
                <a16:creationId xmlns:a16="http://schemas.microsoft.com/office/drawing/2014/main" id="{F11B4DC0-AD92-4782-B3B9-8C6DE9388DD8}"/>
              </a:ext>
            </a:extLst>
          </p:cNvPr>
          <p:cNvSpPr>
            <a:spLocks xmlns:a="http://schemas.openxmlformats.org/drawingml/2006/main" noGrp="1"/>
          </p:cNvSpPr>
          <p:nvPr/>
        </p:nvSpPr>
        <p:spPr>
          <a:xfrm xmlns:a="http://schemas.openxmlformats.org/drawingml/2006/main">
            <a:off x="2657475" y="44005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13" name="item-527">
            <a:extLst xmlns:a="http://schemas.openxmlformats.org/drawingml/2006/main">
              <a:ext uri="{FF2B5EF4-FFF2-40B4-BE49-F238E27FC236}">
                <a16:creationId xmlns:a16="http://schemas.microsoft.com/office/drawing/2014/main" id="{2D298872-EF25-46C8-8AA5-848CB9EA44A6}"/>
              </a:ext>
            </a:extLst>
          </p:cNvPr>
          <p:cNvSpPr>
            <a:spLocks xmlns:a="http://schemas.openxmlformats.org/drawingml/2006/main" noGrp="1"/>
          </p:cNvSpPr>
          <p:nvPr/>
        </p:nvSpPr>
        <p:spPr>
          <a:xfrm xmlns:a="http://schemas.openxmlformats.org/drawingml/2006/main">
            <a:off x="4114800" y="3943350"/>
            <a:ext cx="381000" cy="381000"/>
          </a:xfrm>
          <a:prstGeom xmlns:a="http://schemas.openxmlformats.org/drawingml/2006/main" prst="ellipse">
            <a:avLst/>
          </a:prstGeom>
          <a:solidFill xmlns:a="http://schemas.openxmlformats.org/drawingml/2006/main">
            <a:srgbClr val="C75247"/>
          </a:solidFill>
          <a:ln xmlns:a="http://schemas.openxmlformats.org/drawingml/2006/main" w="0">
            <a:noFill/>
          </a:ln>
        </p:spPr>
      </p:sp>
      <p:sp>
        <p:nvSpPr>
          <p:cNvPr id="14" name="item-528">
            <a:extLst xmlns:a="http://schemas.openxmlformats.org/drawingml/2006/main">
              <a:ext uri="{FF2B5EF4-FFF2-40B4-BE49-F238E27FC236}">
                <a16:creationId xmlns:a16="http://schemas.microsoft.com/office/drawing/2014/main" id="{75B25641-9538-4BF7-880D-18109C0DD4E5}"/>
              </a:ext>
            </a:extLst>
          </p:cNvPr>
          <p:cNvSpPr>
            <a:spLocks xmlns:a="http://schemas.openxmlformats.org/drawingml/2006/main" noGrp="1"/>
          </p:cNvSpPr>
          <p:nvPr/>
        </p:nvSpPr>
        <p:spPr>
          <a:xfrm xmlns:a="http://schemas.openxmlformats.org/drawingml/2006/main">
            <a:off x="4000500" y="3943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Tree>
    <p:extLst>
      <p:ext uri="{BB962C8B-B14F-4D97-AF65-F5344CB8AC3E}">
        <p14:creationId xmlns:p14="http://schemas.microsoft.com/office/powerpoint/2010/main" val="350668454"/>
      </p:ext>
    </p:extLst>
  </p:cSld>
</p:sld>
</file>

<file path=ppt/slides/slide3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55ED646A-074A-47CA-B257-4AEB065FDC23}"/>
              </a:ext>
            </a:extLst>
          </p:cNvPr>
          <p:cNvCxnSpPr>
            <a:stCxn xmlns:a="http://schemas.openxmlformats.org/drawingml/2006/main" id="11" idx="3"/>
            <a:endCxn xmlns:a="http://schemas.openxmlformats.org/drawingml/2006/main" id="15" idx="1"/>
          </p:cNvCxnSpPr>
          <p:nvPr/>
        </p:nvCxnSpPr>
        <p:spPr>
          <a:xfrm xmlns:a="http://schemas.openxmlformats.org/drawingml/2006/main">
            <a:off x="8679657" y="3100388"/>
            <a:ext cx="333374"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4" name="">
            <a:extLst xmlns:a="http://schemas.openxmlformats.org/drawingml/2006/main">
              <a:ext uri="{FF2B5EF4-FFF2-40B4-BE49-F238E27FC236}">
                <a16:creationId xmlns:a16="http://schemas.microsoft.com/office/drawing/2014/main" id="{2DB6AFB7-A52D-466A-A7E7-DB940730D573}"/>
              </a:ext>
            </a:extLst>
          </p:cNvPr>
          <p:cNvCxnSpPr>
            <a:stCxn xmlns:a="http://schemas.openxmlformats.org/drawingml/2006/main" id="7" idx="3"/>
            <a:endCxn xmlns:a="http://schemas.openxmlformats.org/drawingml/2006/main" id="11" idx="1"/>
          </p:cNvCxnSpPr>
          <p:nvPr/>
        </p:nvCxnSpPr>
        <p:spPr>
          <a:xfrm xmlns:a="http://schemas.openxmlformats.org/drawingml/2006/main">
            <a:off x="5929313" y="3100388"/>
            <a:ext cx="333375" cy="0"/>
          </a:xfrm>
          <a:prstGeom xmlns:a="http://schemas.openxmlformats.org/drawingml/2006/main" prst="straightConnector1">
            <a:avLst/>
          </a:prstGeom>
          <a:ln xmlns:a="http://schemas.openxmlformats.org/drawingml/2006/main" w="23813">
            <a:solidFill>
              <a:srgbClr val="477BBD"/>
            </a:solidFill>
            <a:tailEnd type="arrow" w="sm" len="sm"/>
          </a:ln>
        </p:spPr>
      </p:cxnSp>
      <p:cxnSp>
        <p:nvCxnSpPr>
          <p:cNvPr id="10" name="">
            <a:extLst xmlns:a="http://schemas.openxmlformats.org/drawingml/2006/main">
              <a:ext uri="{FF2B5EF4-FFF2-40B4-BE49-F238E27FC236}">
                <a16:creationId xmlns:a16="http://schemas.microsoft.com/office/drawing/2014/main" id="{55B8C5E6-D2FB-4758-B8E7-865719A19DCD}"/>
              </a:ext>
            </a:extLst>
          </p:cNvPr>
          <p:cNvCxnSpPr>
            <a:stCxn xmlns:a="http://schemas.openxmlformats.org/drawingml/2006/main" id="4" idx="3"/>
            <a:endCxn xmlns:a="http://schemas.openxmlformats.org/drawingml/2006/main" id="7" idx="1"/>
          </p:cNvCxnSpPr>
          <p:nvPr/>
        </p:nvCxnSpPr>
        <p:spPr>
          <a:xfrm xmlns:a="http://schemas.openxmlformats.org/drawingml/2006/main">
            <a:off x="3178969" y="3100388"/>
            <a:ext cx="333375" cy="0"/>
          </a:xfrm>
          <a:prstGeom xmlns:a="http://schemas.openxmlformats.org/drawingml/2006/main" prst="straightConnector1">
            <a:avLst/>
          </a:prstGeom>
          <a:ln xmlns:a="http://schemas.openxmlformats.org/drawingml/2006/main" w="23813">
            <a:solidFill>
              <a:srgbClr val="477BBD"/>
            </a:solidFill>
            <a:tailEnd type="arrow" w="sm" len="sm"/>
          </a:ln>
        </p:spPr>
      </p:cxnSp>
      <p:sp>
        <p:nvSpPr>
          <p:cNvPr id="20" name="item-529">
            <a:extLst xmlns:a="http://schemas.openxmlformats.org/drawingml/2006/main">
              <a:ext uri="{FF2B5EF4-FFF2-40B4-BE49-F238E27FC236}">
                <a16:creationId xmlns:a16="http://schemas.microsoft.com/office/drawing/2014/main" id="{BF7BFFF1-239F-42DB-8108-2D7E8C2BD01E}"/>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proposal-review X-ray</a:t>
            </a:r>
          </a:p>
        </p:txBody>
      </p:sp>
      <p:sp>
        <p:nvSpPr>
          <p:cNvPr id="2" name="item-530">
            <a:extLst xmlns:a="http://schemas.openxmlformats.org/drawingml/2006/main">
              <a:ext uri="{FF2B5EF4-FFF2-40B4-BE49-F238E27FC236}">
                <a16:creationId xmlns:a16="http://schemas.microsoft.com/office/drawing/2014/main" id="{D40C13F9-81AB-468B-8CAA-46D7A6993CEE}"/>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31">
            <a:extLst xmlns:a="http://schemas.openxmlformats.org/drawingml/2006/main">
              <a:ext uri="{FF2B5EF4-FFF2-40B4-BE49-F238E27FC236}">
                <a16:creationId xmlns:a16="http://schemas.microsoft.com/office/drawing/2014/main" id="{81B6E5B7-D29C-41AE-AA88-0E7D45EA8EF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38  ·  OPTIONAL</a:t>
            </a:r>
          </a:p>
        </p:txBody>
      </p:sp>
      <p:sp>
        <p:nvSpPr>
          <p:cNvPr id="4" name="item-532">
            <a:extLst xmlns:a="http://schemas.openxmlformats.org/drawingml/2006/main">
              <a:ext uri="{FF2B5EF4-FFF2-40B4-BE49-F238E27FC236}">
                <a16:creationId xmlns:a16="http://schemas.microsoft.com/office/drawing/2014/main" id="{021BB285-9D5B-4A08-BD99-6CB3D03295B2}"/>
              </a:ext>
            </a:extLst>
          </p:cNvPr>
          <p:cNvSpPr>
            <a:spLocks xmlns:a="http://schemas.openxmlformats.org/drawingml/2006/main" noGrp="1"/>
          </p:cNvSpPr>
          <p:nvPr/>
        </p:nvSpPr>
        <p:spPr>
          <a:xfrm xmlns:a="http://schemas.openxmlformats.org/drawingml/2006/main">
            <a:off x="762000" y="2266950"/>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477BBD"/>
            </a:solidFill>
          </a:ln>
        </p:spPr>
      </p:sp>
      <p:sp>
        <p:nvSpPr>
          <p:cNvPr id="5" name="item-533">
            <a:extLst xmlns:a="http://schemas.openxmlformats.org/drawingml/2006/main">
              <a:ext uri="{FF2B5EF4-FFF2-40B4-BE49-F238E27FC236}">
                <a16:creationId xmlns:a16="http://schemas.microsoft.com/office/drawing/2014/main" id="{DAA9E05A-2AC4-4281-B5CB-86F73DFE62CB}"/>
              </a:ext>
            </a:extLst>
          </p:cNvPr>
          <p:cNvSpPr>
            <a:spLocks xmlns:a="http://schemas.openxmlformats.org/drawingml/2006/main" noGrp="1"/>
          </p:cNvSpPr>
          <p:nvPr/>
        </p:nvSpPr>
        <p:spPr>
          <a:xfrm xmlns:a="http://schemas.openxmlformats.org/drawingml/2006/main">
            <a:off x="876300" y="2400300"/>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477BBD"/>
                </a:solidFill>
                <a:latin typeface="Arial"/>
                <a:ea typeface="Arial"/>
                <a:cs typeface="Arial"/>
              </a:defRPr>
            </a:defPPr>
            <a:lvl1pPr algn="ctr">
              <a:defRPr sz="2175" b="1">
                <a:solidFill>
                  <a:srgbClr val="477BBD"/>
                </a:solidFill>
                <a:latin typeface="Arial"/>
                <a:ea typeface="Arial"/>
                <a:cs typeface="Arial"/>
              </a:defRPr>
            </a:lvl1pPr>
            <a:lvl2pPr algn="ctr">
              <a:defRPr sz="2175" b="1">
                <a:solidFill>
                  <a:srgbClr val="477BBD"/>
                </a:solidFill>
                <a:latin typeface="Arial"/>
                <a:ea typeface="Arial"/>
                <a:cs typeface="Arial"/>
              </a:defRPr>
            </a:lvl2pPr>
            <a:lvl3pPr algn="ctr">
              <a:defRPr sz="2175" b="1">
                <a:solidFill>
                  <a:srgbClr val="477BBD"/>
                </a:solidFill>
                <a:latin typeface="Arial"/>
                <a:ea typeface="Arial"/>
                <a:cs typeface="Arial"/>
              </a:defRPr>
            </a:lvl3pPr>
            <a:lvl4pPr algn="ctr">
              <a:defRPr sz="2175" b="1">
                <a:solidFill>
                  <a:srgbClr val="477BBD"/>
                </a:solidFill>
                <a:latin typeface="Arial"/>
                <a:ea typeface="Arial"/>
                <a:cs typeface="Arial"/>
              </a:defRPr>
            </a:lvl4pPr>
            <a:lvl5pPr algn="ctr">
              <a:defRPr sz="2175" b="1">
                <a:solidFill>
                  <a:srgbClr val="477BBD"/>
                </a:solidFill>
                <a:latin typeface="Arial"/>
                <a:ea typeface="Arial"/>
                <a:cs typeface="Arial"/>
              </a:defRPr>
            </a:lvl5pPr>
            <a:lvl6pPr algn="ctr">
              <a:defRPr sz="2175" b="1">
                <a:solidFill>
                  <a:srgbClr val="477BBD"/>
                </a:solidFill>
                <a:latin typeface="Arial"/>
                <a:ea typeface="Arial"/>
                <a:cs typeface="Arial"/>
              </a:defRPr>
            </a:lvl6pPr>
            <a:lvl7pPr algn="ctr">
              <a:defRPr sz="2175" b="1">
                <a:solidFill>
                  <a:srgbClr val="477BBD"/>
                </a:solidFill>
                <a:latin typeface="Arial"/>
                <a:ea typeface="Arial"/>
                <a:cs typeface="Arial"/>
              </a:defRPr>
            </a:lvl7pPr>
            <a:lvl8pPr algn="ctr">
              <a:defRPr sz="2175" b="1">
                <a:solidFill>
                  <a:srgbClr val="477BBD"/>
                </a:solidFill>
                <a:latin typeface="Arial"/>
                <a:ea typeface="Arial"/>
                <a:cs typeface="Arial"/>
              </a:defRPr>
            </a:lvl8pPr>
            <a:lvl9pPr algn="ctr">
              <a:defRPr sz="2175" b="1">
                <a:solidFill>
                  <a:srgbClr val="477BBD"/>
                </a:solidFill>
                <a:latin typeface="Arial"/>
                <a:ea typeface="Arial"/>
                <a:cs typeface="Arial"/>
              </a:defRPr>
            </a:lvl9pPr>
          </a:lstStyle>
          <a:p xmlns:a="http://schemas.openxmlformats.org/drawingml/2006/main">
            <a:pPr algn="ctr">
              <a:defRPr sz="2175" b="1">
                <a:solidFill>
                  <a:srgbClr val="477BBD"/>
                </a:solidFill>
                <a:latin typeface="Arial"/>
                <a:ea typeface="Arial"/>
                <a:cs typeface="Arial"/>
              </a:defRPr>
            </a:pPr>
            <a:r>
              <a:rPr sz="2175" b="1">
                <a:solidFill>
                  <a:srgbClr val="477BBD"/>
                </a:solidFill>
                <a:latin typeface="Arial"/>
                <a:ea typeface="Arial"/>
                <a:cs typeface="Arial"/>
              </a:rPr>
              <a:t>Open tab</a:t>
            </a:r>
          </a:p>
        </p:txBody>
      </p:sp>
      <p:sp>
        <p:nvSpPr>
          <p:cNvPr id="6" name="item-534">
            <a:extLst xmlns:a="http://schemas.openxmlformats.org/drawingml/2006/main">
              <a:ext uri="{FF2B5EF4-FFF2-40B4-BE49-F238E27FC236}">
                <a16:creationId xmlns:a16="http://schemas.microsoft.com/office/drawing/2014/main" id="{8373BD85-BB7D-471D-A723-5E0CB8CECC45}"/>
              </a:ext>
            </a:extLst>
          </p:cNvPr>
          <p:cNvSpPr>
            <a:spLocks xmlns:a="http://schemas.openxmlformats.org/drawingml/2006/main" noGrp="1"/>
          </p:cNvSpPr>
          <p:nvPr/>
        </p:nvSpPr>
        <p:spPr>
          <a:xfrm xmlns:a="http://schemas.openxmlformats.org/drawingml/2006/main">
            <a:off x="914400" y="2876550"/>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The prepared viewer</a:t>
            </a:r>
          </a:p>
        </p:txBody>
      </p:sp>
      <p:sp>
        <p:nvSpPr>
          <p:cNvPr id="7" name="item-535">
            <a:extLst xmlns:a="http://schemas.openxmlformats.org/drawingml/2006/main">
              <a:ext uri="{FF2B5EF4-FFF2-40B4-BE49-F238E27FC236}">
                <a16:creationId xmlns:a16="http://schemas.microsoft.com/office/drawing/2014/main" id="{D8B93DA6-0BF8-49E5-B74D-ACC9A2B99A43}"/>
              </a:ext>
            </a:extLst>
          </p:cNvPr>
          <p:cNvSpPr>
            <a:spLocks xmlns:a="http://schemas.openxmlformats.org/drawingml/2006/main" noGrp="1"/>
          </p:cNvSpPr>
          <p:nvPr/>
        </p:nvSpPr>
        <p:spPr>
          <a:xfrm xmlns:a="http://schemas.openxmlformats.org/drawingml/2006/main">
            <a:off x="3512344" y="2266950"/>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8872B3"/>
            </a:solidFill>
          </a:ln>
        </p:spPr>
      </p:sp>
      <p:sp>
        <p:nvSpPr>
          <p:cNvPr id="8" name="item-536">
            <a:extLst xmlns:a="http://schemas.openxmlformats.org/drawingml/2006/main">
              <a:ext uri="{FF2B5EF4-FFF2-40B4-BE49-F238E27FC236}">
                <a16:creationId xmlns:a16="http://schemas.microsoft.com/office/drawing/2014/main" id="{CAE6F04F-C626-49BF-AD23-4259225417D7}"/>
              </a:ext>
            </a:extLst>
          </p:cNvPr>
          <p:cNvSpPr>
            <a:spLocks xmlns:a="http://schemas.openxmlformats.org/drawingml/2006/main" noGrp="1"/>
          </p:cNvSpPr>
          <p:nvPr/>
        </p:nvSpPr>
        <p:spPr>
          <a:xfrm xmlns:a="http://schemas.openxmlformats.org/drawingml/2006/main">
            <a:off x="3626644" y="2400300"/>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8872B3"/>
                </a:solidFill>
                <a:latin typeface="Arial"/>
                <a:ea typeface="Arial"/>
                <a:cs typeface="Arial"/>
              </a:defRPr>
            </a:defPPr>
            <a:lvl1pPr algn="ctr">
              <a:defRPr sz="2175" b="1">
                <a:solidFill>
                  <a:srgbClr val="8872B3"/>
                </a:solidFill>
                <a:latin typeface="Arial"/>
                <a:ea typeface="Arial"/>
                <a:cs typeface="Arial"/>
              </a:defRPr>
            </a:lvl1pPr>
            <a:lvl2pPr algn="ctr">
              <a:defRPr sz="2175" b="1">
                <a:solidFill>
                  <a:srgbClr val="8872B3"/>
                </a:solidFill>
                <a:latin typeface="Arial"/>
                <a:ea typeface="Arial"/>
                <a:cs typeface="Arial"/>
              </a:defRPr>
            </a:lvl2pPr>
            <a:lvl3pPr algn="ctr">
              <a:defRPr sz="2175" b="1">
                <a:solidFill>
                  <a:srgbClr val="8872B3"/>
                </a:solidFill>
                <a:latin typeface="Arial"/>
                <a:ea typeface="Arial"/>
                <a:cs typeface="Arial"/>
              </a:defRPr>
            </a:lvl3pPr>
            <a:lvl4pPr algn="ctr">
              <a:defRPr sz="2175" b="1">
                <a:solidFill>
                  <a:srgbClr val="8872B3"/>
                </a:solidFill>
                <a:latin typeface="Arial"/>
                <a:ea typeface="Arial"/>
                <a:cs typeface="Arial"/>
              </a:defRPr>
            </a:lvl4pPr>
            <a:lvl5pPr algn="ctr">
              <a:defRPr sz="2175" b="1">
                <a:solidFill>
                  <a:srgbClr val="8872B3"/>
                </a:solidFill>
                <a:latin typeface="Arial"/>
                <a:ea typeface="Arial"/>
                <a:cs typeface="Arial"/>
              </a:defRPr>
            </a:lvl5pPr>
            <a:lvl6pPr algn="ctr">
              <a:defRPr sz="2175" b="1">
                <a:solidFill>
                  <a:srgbClr val="8872B3"/>
                </a:solidFill>
                <a:latin typeface="Arial"/>
                <a:ea typeface="Arial"/>
                <a:cs typeface="Arial"/>
              </a:defRPr>
            </a:lvl6pPr>
            <a:lvl7pPr algn="ctr">
              <a:defRPr sz="2175" b="1">
                <a:solidFill>
                  <a:srgbClr val="8872B3"/>
                </a:solidFill>
                <a:latin typeface="Arial"/>
                <a:ea typeface="Arial"/>
                <a:cs typeface="Arial"/>
              </a:defRPr>
            </a:lvl7pPr>
            <a:lvl8pPr algn="ctr">
              <a:defRPr sz="2175" b="1">
                <a:solidFill>
                  <a:srgbClr val="8872B3"/>
                </a:solidFill>
                <a:latin typeface="Arial"/>
                <a:ea typeface="Arial"/>
                <a:cs typeface="Arial"/>
              </a:defRPr>
            </a:lvl8pPr>
            <a:lvl9pPr algn="ctr">
              <a:defRPr sz="2175" b="1">
                <a:solidFill>
                  <a:srgbClr val="8872B3"/>
                </a:solidFill>
                <a:latin typeface="Arial"/>
                <a:ea typeface="Arial"/>
                <a:cs typeface="Arial"/>
              </a:defRPr>
            </a:lvl9pPr>
          </a:lstStyle>
          <a:p xmlns:a="http://schemas.openxmlformats.org/drawingml/2006/main">
            <a:pPr algn="ctr">
              <a:defRPr sz="2175" b="1">
                <a:solidFill>
                  <a:srgbClr val="8872B3"/>
                </a:solidFill>
                <a:latin typeface="Arial"/>
                <a:ea typeface="Arial"/>
                <a:cs typeface="Arial"/>
              </a:defRPr>
            </a:pPr>
            <a:r>
              <a:rPr sz="2175" b="1">
                <a:solidFill>
                  <a:srgbClr val="8872B3"/>
                </a:solidFill>
                <a:latin typeface="Arial"/>
                <a:ea typeface="Arial"/>
                <a:cs typeface="Arial"/>
              </a:rPr>
              <a:t>Read screen</a:t>
            </a:r>
          </a:p>
        </p:txBody>
      </p:sp>
      <p:sp>
        <p:nvSpPr>
          <p:cNvPr id="9" name="item-537">
            <a:extLst xmlns:a="http://schemas.openxmlformats.org/drawingml/2006/main">
              <a:ext uri="{FF2B5EF4-FFF2-40B4-BE49-F238E27FC236}">
                <a16:creationId xmlns:a16="http://schemas.microsoft.com/office/drawing/2014/main" id="{42D4A4E7-5548-40E1-AFF1-41FBD0AA818E}"/>
              </a:ext>
            </a:extLst>
          </p:cNvPr>
          <p:cNvSpPr>
            <a:spLocks xmlns:a="http://schemas.openxmlformats.org/drawingml/2006/main" noGrp="1"/>
          </p:cNvSpPr>
          <p:nvPr/>
        </p:nvSpPr>
        <p:spPr>
          <a:xfrm xmlns:a="http://schemas.openxmlformats.org/drawingml/2006/main">
            <a:off x="3664744" y="2876550"/>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Find slide controls</a:t>
            </a:r>
          </a:p>
        </p:txBody>
      </p:sp>
      <p:sp>
        <p:nvSpPr>
          <p:cNvPr id="11" name="item-538">
            <a:extLst xmlns:a="http://schemas.openxmlformats.org/drawingml/2006/main">
              <a:ext uri="{FF2B5EF4-FFF2-40B4-BE49-F238E27FC236}">
                <a16:creationId xmlns:a16="http://schemas.microsoft.com/office/drawing/2014/main" id="{08598A77-33DA-4A05-B01C-E15D5B2A66A0}"/>
              </a:ext>
            </a:extLst>
          </p:cNvPr>
          <p:cNvSpPr>
            <a:spLocks xmlns:a="http://schemas.openxmlformats.org/drawingml/2006/main" noGrp="1"/>
          </p:cNvSpPr>
          <p:nvPr/>
        </p:nvSpPr>
        <p:spPr>
          <a:xfrm xmlns:a="http://schemas.openxmlformats.org/drawingml/2006/main">
            <a:off x="6262688" y="2266950"/>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B98030"/>
            </a:solidFill>
          </a:ln>
        </p:spPr>
      </p:sp>
      <p:sp>
        <p:nvSpPr>
          <p:cNvPr id="12" name="item-539">
            <a:extLst xmlns:a="http://schemas.openxmlformats.org/drawingml/2006/main">
              <a:ext uri="{FF2B5EF4-FFF2-40B4-BE49-F238E27FC236}">
                <a16:creationId xmlns:a16="http://schemas.microsoft.com/office/drawing/2014/main" id="{4AA089AE-432E-4C7F-B145-5099F2ED8BAD}"/>
              </a:ext>
            </a:extLst>
          </p:cNvPr>
          <p:cNvSpPr>
            <a:spLocks xmlns:a="http://schemas.openxmlformats.org/drawingml/2006/main" noGrp="1"/>
          </p:cNvSpPr>
          <p:nvPr/>
        </p:nvSpPr>
        <p:spPr>
          <a:xfrm xmlns:a="http://schemas.openxmlformats.org/drawingml/2006/main">
            <a:off x="6376988" y="2400300"/>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B98030"/>
                </a:solidFill>
                <a:latin typeface="Arial"/>
                <a:ea typeface="Arial"/>
                <a:cs typeface="Arial"/>
              </a:defRPr>
            </a:defPPr>
            <a:lvl1pPr algn="ctr">
              <a:defRPr sz="2175" b="1">
                <a:solidFill>
                  <a:srgbClr val="B98030"/>
                </a:solidFill>
                <a:latin typeface="Arial"/>
                <a:ea typeface="Arial"/>
                <a:cs typeface="Arial"/>
              </a:defRPr>
            </a:lvl1pPr>
            <a:lvl2pPr algn="ctr">
              <a:defRPr sz="2175" b="1">
                <a:solidFill>
                  <a:srgbClr val="B98030"/>
                </a:solidFill>
                <a:latin typeface="Arial"/>
                <a:ea typeface="Arial"/>
                <a:cs typeface="Arial"/>
              </a:defRPr>
            </a:lvl2pPr>
            <a:lvl3pPr algn="ctr">
              <a:defRPr sz="2175" b="1">
                <a:solidFill>
                  <a:srgbClr val="B98030"/>
                </a:solidFill>
                <a:latin typeface="Arial"/>
                <a:ea typeface="Arial"/>
                <a:cs typeface="Arial"/>
              </a:defRPr>
            </a:lvl3pPr>
            <a:lvl4pPr algn="ctr">
              <a:defRPr sz="2175" b="1">
                <a:solidFill>
                  <a:srgbClr val="B98030"/>
                </a:solidFill>
                <a:latin typeface="Arial"/>
                <a:ea typeface="Arial"/>
                <a:cs typeface="Arial"/>
              </a:defRPr>
            </a:lvl4pPr>
            <a:lvl5pPr algn="ctr">
              <a:defRPr sz="2175" b="1">
                <a:solidFill>
                  <a:srgbClr val="B98030"/>
                </a:solidFill>
                <a:latin typeface="Arial"/>
                <a:ea typeface="Arial"/>
                <a:cs typeface="Arial"/>
              </a:defRPr>
            </a:lvl5pPr>
            <a:lvl6pPr algn="ctr">
              <a:defRPr sz="2175" b="1">
                <a:solidFill>
                  <a:srgbClr val="B98030"/>
                </a:solidFill>
                <a:latin typeface="Arial"/>
                <a:ea typeface="Arial"/>
                <a:cs typeface="Arial"/>
              </a:defRPr>
            </a:lvl6pPr>
            <a:lvl7pPr algn="ctr">
              <a:defRPr sz="2175" b="1">
                <a:solidFill>
                  <a:srgbClr val="B98030"/>
                </a:solidFill>
                <a:latin typeface="Arial"/>
                <a:ea typeface="Arial"/>
                <a:cs typeface="Arial"/>
              </a:defRPr>
            </a:lvl7pPr>
            <a:lvl8pPr algn="ctr">
              <a:defRPr sz="2175" b="1">
                <a:solidFill>
                  <a:srgbClr val="B98030"/>
                </a:solidFill>
                <a:latin typeface="Arial"/>
                <a:ea typeface="Arial"/>
                <a:cs typeface="Arial"/>
              </a:defRPr>
            </a:lvl8pPr>
            <a:lvl9pPr algn="ctr">
              <a:defRPr sz="2175" b="1">
                <a:solidFill>
                  <a:srgbClr val="B98030"/>
                </a:solidFill>
                <a:latin typeface="Arial"/>
                <a:ea typeface="Arial"/>
                <a:cs typeface="Arial"/>
              </a:defRPr>
            </a:lvl9pPr>
          </a:lstStyle>
          <a:p xmlns:a="http://schemas.openxmlformats.org/drawingml/2006/main">
            <a:pPr algn="ctr">
              <a:defRPr sz="2175" b="1">
                <a:solidFill>
                  <a:srgbClr val="B98030"/>
                </a:solidFill>
                <a:latin typeface="Arial"/>
                <a:ea typeface="Arial"/>
                <a:cs typeface="Arial"/>
              </a:defRPr>
            </a:pPr>
            <a:r>
              <a:rPr sz="2175" b="1">
                <a:solidFill>
                  <a:srgbClr val="B98030"/>
                </a:solidFill>
                <a:latin typeface="Arial"/>
                <a:ea typeface="Arial"/>
                <a:cs typeface="Arial"/>
              </a:rPr>
              <a:t>Inspect</a:t>
            </a:r>
          </a:p>
        </p:txBody>
      </p:sp>
      <p:sp>
        <p:nvSpPr>
          <p:cNvPr id="13" name="item-540">
            <a:extLst xmlns:a="http://schemas.openxmlformats.org/drawingml/2006/main">
              <a:ext uri="{FF2B5EF4-FFF2-40B4-BE49-F238E27FC236}">
                <a16:creationId xmlns:a16="http://schemas.microsoft.com/office/drawing/2014/main" id="{F13608A3-8BFC-4CF6-926E-26106E38E4B0}"/>
              </a:ext>
            </a:extLst>
          </p:cNvPr>
          <p:cNvSpPr>
            <a:spLocks xmlns:a="http://schemas.openxmlformats.org/drawingml/2006/main" noGrp="1"/>
          </p:cNvSpPr>
          <p:nvPr/>
        </p:nvSpPr>
        <p:spPr>
          <a:xfrm xmlns:a="http://schemas.openxmlformats.org/drawingml/2006/main">
            <a:off x="6415088" y="2876550"/>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Capture each slide</a:t>
            </a:r>
          </a:p>
        </p:txBody>
      </p:sp>
      <p:sp>
        <p:nvSpPr>
          <p:cNvPr id="15" name="item-541">
            <a:extLst xmlns:a="http://schemas.openxmlformats.org/drawingml/2006/main">
              <a:ext uri="{FF2B5EF4-FFF2-40B4-BE49-F238E27FC236}">
                <a16:creationId xmlns:a16="http://schemas.microsoft.com/office/drawing/2014/main" id="{263212C3-1025-4FFA-8FBF-3866F054596F}"/>
              </a:ext>
            </a:extLst>
          </p:cNvPr>
          <p:cNvSpPr>
            <a:spLocks xmlns:a="http://schemas.openxmlformats.org/drawingml/2006/main" noGrp="1"/>
          </p:cNvSpPr>
          <p:nvPr/>
        </p:nvSpPr>
        <p:spPr>
          <a:xfrm xmlns:a="http://schemas.openxmlformats.org/drawingml/2006/main">
            <a:off x="9013031" y="2266950"/>
            <a:ext cx="2416969"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378775"/>
            </a:solidFill>
          </a:ln>
        </p:spPr>
      </p:sp>
      <p:sp>
        <p:nvSpPr>
          <p:cNvPr id="16" name="item-542">
            <a:extLst xmlns:a="http://schemas.openxmlformats.org/drawingml/2006/main">
              <a:ext uri="{FF2B5EF4-FFF2-40B4-BE49-F238E27FC236}">
                <a16:creationId xmlns:a16="http://schemas.microsoft.com/office/drawing/2014/main" id="{460895A1-CA92-4B7D-85A2-F297B69B1F7F}"/>
              </a:ext>
            </a:extLst>
          </p:cNvPr>
          <p:cNvSpPr>
            <a:spLocks xmlns:a="http://schemas.openxmlformats.org/drawingml/2006/main" noGrp="1"/>
          </p:cNvSpPr>
          <p:nvPr/>
        </p:nvSpPr>
        <p:spPr>
          <a:xfrm xmlns:a="http://schemas.openxmlformats.org/drawingml/2006/main">
            <a:off x="9127331" y="2400300"/>
            <a:ext cx="21883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78775"/>
                </a:solidFill>
                <a:latin typeface="Arial"/>
                <a:ea typeface="Arial"/>
                <a:cs typeface="Arial"/>
              </a:defRPr>
            </a:defPPr>
            <a:lvl1pPr algn="ctr">
              <a:defRPr sz="2175" b="1">
                <a:solidFill>
                  <a:srgbClr val="378775"/>
                </a:solidFill>
                <a:latin typeface="Arial"/>
                <a:ea typeface="Arial"/>
                <a:cs typeface="Arial"/>
              </a:defRPr>
            </a:lvl1pPr>
            <a:lvl2pPr algn="ctr">
              <a:defRPr sz="2175" b="1">
                <a:solidFill>
                  <a:srgbClr val="378775"/>
                </a:solidFill>
                <a:latin typeface="Arial"/>
                <a:ea typeface="Arial"/>
                <a:cs typeface="Arial"/>
              </a:defRPr>
            </a:lvl2pPr>
            <a:lvl3pPr algn="ctr">
              <a:defRPr sz="2175" b="1">
                <a:solidFill>
                  <a:srgbClr val="378775"/>
                </a:solidFill>
                <a:latin typeface="Arial"/>
                <a:ea typeface="Arial"/>
                <a:cs typeface="Arial"/>
              </a:defRPr>
            </a:lvl3pPr>
            <a:lvl4pPr algn="ctr">
              <a:defRPr sz="2175" b="1">
                <a:solidFill>
                  <a:srgbClr val="378775"/>
                </a:solidFill>
                <a:latin typeface="Arial"/>
                <a:ea typeface="Arial"/>
                <a:cs typeface="Arial"/>
              </a:defRPr>
            </a:lvl4pPr>
            <a:lvl5pPr algn="ctr">
              <a:defRPr sz="2175" b="1">
                <a:solidFill>
                  <a:srgbClr val="378775"/>
                </a:solidFill>
                <a:latin typeface="Arial"/>
                <a:ea typeface="Arial"/>
                <a:cs typeface="Arial"/>
              </a:defRPr>
            </a:lvl5pPr>
            <a:lvl6pPr algn="ctr">
              <a:defRPr sz="2175" b="1">
                <a:solidFill>
                  <a:srgbClr val="378775"/>
                </a:solidFill>
                <a:latin typeface="Arial"/>
                <a:ea typeface="Arial"/>
                <a:cs typeface="Arial"/>
              </a:defRPr>
            </a:lvl6pPr>
            <a:lvl7pPr algn="ctr">
              <a:defRPr sz="2175" b="1">
                <a:solidFill>
                  <a:srgbClr val="378775"/>
                </a:solidFill>
                <a:latin typeface="Arial"/>
                <a:ea typeface="Arial"/>
                <a:cs typeface="Arial"/>
              </a:defRPr>
            </a:lvl7pPr>
            <a:lvl8pPr algn="ctr">
              <a:defRPr sz="2175" b="1">
                <a:solidFill>
                  <a:srgbClr val="378775"/>
                </a:solidFill>
                <a:latin typeface="Arial"/>
                <a:ea typeface="Arial"/>
                <a:cs typeface="Arial"/>
              </a:defRPr>
            </a:lvl8pPr>
            <a:lvl9pPr algn="ctr">
              <a:defRPr sz="2175" b="1">
                <a:solidFill>
                  <a:srgbClr val="378775"/>
                </a:solidFill>
                <a:latin typeface="Arial"/>
                <a:ea typeface="Arial"/>
                <a:cs typeface="Arial"/>
              </a:defRPr>
            </a:lvl9pPr>
          </a:lstStyle>
          <a:p xmlns:a="http://schemas.openxmlformats.org/drawingml/2006/main">
            <a:pPr algn="ctr">
              <a:defRPr sz="2175" b="1">
                <a:solidFill>
                  <a:srgbClr val="378775"/>
                </a:solidFill>
                <a:latin typeface="Arial"/>
                <a:ea typeface="Arial"/>
                <a:cs typeface="Arial"/>
              </a:defRPr>
            </a:pPr>
            <a:r>
              <a:rPr sz="2175" b="1">
                <a:solidFill>
                  <a:srgbClr val="378775"/>
                </a:solidFill>
                <a:latin typeface="Arial"/>
                <a:ea typeface="Arial"/>
                <a:cs typeface="Arial"/>
              </a:rPr>
              <a:t>Report</a:t>
            </a:r>
          </a:p>
        </p:txBody>
      </p:sp>
      <p:sp>
        <p:nvSpPr>
          <p:cNvPr id="17" name="item-543">
            <a:extLst xmlns:a="http://schemas.openxmlformats.org/drawingml/2006/main">
              <a:ext uri="{FF2B5EF4-FFF2-40B4-BE49-F238E27FC236}">
                <a16:creationId xmlns:a16="http://schemas.microsoft.com/office/drawing/2014/main" id="{368C1BD5-0B73-4845-86BA-128FF26275A7}"/>
              </a:ext>
            </a:extLst>
          </p:cNvPr>
          <p:cNvSpPr>
            <a:spLocks xmlns:a="http://schemas.openxmlformats.org/drawingml/2006/main" noGrp="1"/>
          </p:cNvSpPr>
          <p:nvPr/>
        </p:nvSpPr>
        <p:spPr>
          <a:xfrm xmlns:a="http://schemas.openxmlformats.org/drawingml/2006/main">
            <a:off x="9165431" y="2876550"/>
            <a:ext cx="211216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0">
                <a:solidFill>
                  <a:srgbClr val="152D46"/>
                </a:solidFill>
                <a:latin typeface="Arial"/>
                <a:ea typeface="Arial"/>
                <a:cs typeface="Arial"/>
              </a:defRPr>
            </a:defPPr>
            <a:lvl1pPr algn="ctr">
              <a:defRPr sz="1650" b="0">
                <a:solidFill>
                  <a:srgbClr val="152D46"/>
                </a:solidFill>
                <a:latin typeface="Arial"/>
                <a:ea typeface="Arial"/>
                <a:cs typeface="Arial"/>
              </a:defRPr>
            </a:lvl1pPr>
            <a:lvl2pPr algn="ctr">
              <a:defRPr sz="1650" b="0">
                <a:solidFill>
                  <a:srgbClr val="152D46"/>
                </a:solidFill>
                <a:latin typeface="Arial"/>
                <a:ea typeface="Arial"/>
                <a:cs typeface="Arial"/>
              </a:defRPr>
            </a:lvl2pPr>
            <a:lvl3pPr algn="ctr">
              <a:defRPr sz="1650" b="0">
                <a:solidFill>
                  <a:srgbClr val="152D46"/>
                </a:solidFill>
                <a:latin typeface="Arial"/>
                <a:ea typeface="Arial"/>
                <a:cs typeface="Arial"/>
              </a:defRPr>
            </a:lvl3pPr>
            <a:lvl4pPr algn="ctr">
              <a:defRPr sz="1650" b="0">
                <a:solidFill>
                  <a:srgbClr val="152D46"/>
                </a:solidFill>
                <a:latin typeface="Arial"/>
                <a:ea typeface="Arial"/>
                <a:cs typeface="Arial"/>
              </a:defRPr>
            </a:lvl4pPr>
            <a:lvl5pPr algn="ctr">
              <a:defRPr sz="1650" b="0">
                <a:solidFill>
                  <a:srgbClr val="152D46"/>
                </a:solidFill>
                <a:latin typeface="Arial"/>
                <a:ea typeface="Arial"/>
                <a:cs typeface="Arial"/>
              </a:defRPr>
            </a:lvl5pPr>
            <a:lvl6pPr algn="ctr">
              <a:defRPr sz="1650" b="0">
                <a:solidFill>
                  <a:srgbClr val="152D46"/>
                </a:solidFill>
                <a:latin typeface="Arial"/>
                <a:ea typeface="Arial"/>
                <a:cs typeface="Arial"/>
              </a:defRPr>
            </a:lvl6pPr>
            <a:lvl7pPr algn="ctr">
              <a:defRPr sz="1650" b="0">
                <a:solidFill>
                  <a:srgbClr val="152D46"/>
                </a:solidFill>
                <a:latin typeface="Arial"/>
                <a:ea typeface="Arial"/>
                <a:cs typeface="Arial"/>
              </a:defRPr>
            </a:lvl7pPr>
            <a:lvl8pPr algn="ctr">
              <a:defRPr sz="1650" b="0">
                <a:solidFill>
                  <a:srgbClr val="152D46"/>
                </a:solidFill>
                <a:latin typeface="Arial"/>
                <a:ea typeface="Arial"/>
                <a:cs typeface="Arial"/>
              </a:defRPr>
            </a:lvl8pPr>
            <a:lvl9pPr algn="ctr">
              <a:defRPr sz="1650" b="0">
                <a:solidFill>
                  <a:srgbClr val="152D46"/>
                </a:solidFill>
                <a:latin typeface="Arial"/>
                <a:ea typeface="Arial"/>
                <a:cs typeface="Arial"/>
              </a:defRPr>
            </a:lvl9pPr>
          </a:lstStyle>
          <a:p xmlns:a="http://schemas.openxmlformats.org/drawingml/2006/main">
            <a:pPr algn="ctr">
              <a:defRPr sz="1650" b="0">
                <a:solidFill>
                  <a:srgbClr val="152D46"/>
                </a:solidFill>
                <a:latin typeface="Arial"/>
                <a:ea typeface="Arial"/>
                <a:cs typeface="Arial"/>
              </a:defRPr>
            </a:pPr>
            <a:r>
              <a:rPr sz="1650" b="0">
                <a:solidFill>
                  <a:srgbClr val="152D46"/>
                </a:solidFill>
                <a:latin typeface="Arial"/>
                <a:ea typeface="Arial"/>
                <a:cs typeface="Arial"/>
              </a:rPr>
              <a:t>Specific fixes by slide</a:t>
            </a:r>
          </a:p>
        </p:txBody>
      </p:sp>
      <p:sp>
        <p:nvSpPr>
          <p:cNvPr id="19" name="item-544">
            <a:extLst xmlns:a="http://schemas.openxmlformats.org/drawingml/2006/main">
              <a:ext uri="{FF2B5EF4-FFF2-40B4-BE49-F238E27FC236}">
                <a16:creationId xmlns:a16="http://schemas.microsoft.com/office/drawing/2014/main" id="{BE44A8A0-CB68-4601-A6B5-25C471C4712E}"/>
              </a:ext>
            </a:extLst>
          </p:cNvPr>
          <p:cNvSpPr>
            <a:spLocks xmlns:a="http://schemas.openxmlformats.org/drawingml/2006/main" noGrp="1"/>
          </p:cNvSpPr>
          <p:nvPr/>
        </p:nvSpPr>
        <p:spPr>
          <a:xfrm xmlns:a="http://schemas.openxmlformats.org/drawingml/2006/main">
            <a:off x="1714500" y="4981575"/>
            <a:ext cx="876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000" b="1">
                <a:solidFill>
                  <a:srgbClr val="378775"/>
                </a:solidFill>
                <a:latin typeface="Arial"/>
                <a:ea typeface="Arial"/>
                <a:cs typeface="Arial"/>
              </a:defRPr>
            </a:defPPr>
            <a:lvl1pPr algn="ctr">
              <a:defRPr sz="3000" b="1">
                <a:solidFill>
                  <a:srgbClr val="378775"/>
                </a:solidFill>
                <a:latin typeface="Arial"/>
                <a:ea typeface="Arial"/>
                <a:cs typeface="Arial"/>
              </a:defRPr>
            </a:lvl1pPr>
            <a:lvl2pPr algn="ctr">
              <a:defRPr sz="3000" b="1">
                <a:solidFill>
                  <a:srgbClr val="378775"/>
                </a:solidFill>
                <a:latin typeface="Arial"/>
                <a:ea typeface="Arial"/>
                <a:cs typeface="Arial"/>
              </a:defRPr>
            </a:lvl2pPr>
            <a:lvl3pPr algn="ctr">
              <a:defRPr sz="3000" b="1">
                <a:solidFill>
                  <a:srgbClr val="378775"/>
                </a:solidFill>
                <a:latin typeface="Arial"/>
                <a:ea typeface="Arial"/>
                <a:cs typeface="Arial"/>
              </a:defRPr>
            </a:lvl3pPr>
            <a:lvl4pPr algn="ctr">
              <a:defRPr sz="3000" b="1">
                <a:solidFill>
                  <a:srgbClr val="378775"/>
                </a:solidFill>
                <a:latin typeface="Arial"/>
                <a:ea typeface="Arial"/>
                <a:cs typeface="Arial"/>
              </a:defRPr>
            </a:lvl4pPr>
            <a:lvl5pPr algn="ctr">
              <a:defRPr sz="3000" b="1">
                <a:solidFill>
                  <a:srgbClr val="378775"/>
                </a:solidFill>
                <a:latin typeface="Arial"/>
                <a:ea typeface="Arial"/>
                <a:cs typeface="Arial"/>
              </a:defRPr>
            </a:lvl5pPr>
            <a:lvl6pPr algn="ctr">
              <a:defRPr sz="3000" b="1">
                <a:solidFill>
                  <a:srgbClr val="378775"/>
                </a:solidFill>
                <a:latin typeface="Arial"/>
                <a:ea typeface="Arial"/>
                <a:cs typeface="Arial"/>
              </a:defRPr>
            </a:lvl6pPr>
            <a:lvl7pPr algn="ctr">
              <a:defRPr sz="3000" b="1">
                <a:solidFill>
                  <a:srgbClr val="378775"/>
                </a:solidFill>
                <a:latin typeface="Arial"/>
                <a:ea typeface="Arial"/>
                <a:cs typeface="Arial"/>
              </a:defRPr>
            </a:lvl7pPr>
            <a:lvl8pPr algn="ctr">
              <a:defRPr sz="3000" b="1">
                <a:solidFill>
                  <a:srgbClr val="378775"/>
                </a:solidFill>
                <a:latin typeface="Arial"/>
                <a:ea typeface="Arial"/>
                <a:cs typeface="Arial"/>
              </a:defRPr>
            </a:lvl8pPr>
            <a:lvl9pPr algn="ctr">
              <a:defRPr sz="3000" b="1">
                <a:solidFill>
                  <a:srgbClr val="378775"/>
                </a:solidFill>
                <a:latin typeface="Arial"/>
                <a:ea typeface="Arial"/>
                <a:cs typeface="Arial"/>
              </a:defRPr>
            </a:lvl9pPr>
          </a:lstStyle>
          <a:p xmlns:a="http://schemas.openxmlformats.org/drawingml/2006/main">
            <a:pPr algn="ctr">
              <a:defRPr sz="3000" b="1">
                <a:solidFill>
                  <a:srgbClr val="378775"/>
                </a:solidFill>
                <a:latin typeface="Arial"/>
                <a:ea typeface="Arial"/>
                <a:cs typeface="Arial"/>
              </a:defRPr>
            </a:pPr>
            <a:r>
              <a:rPr sz="3000" b="1">
                <a:solidFill>
                  <a:srgbClr val="378775"/>
                </a:solidFill>
                <a:latin typeface="Arial"/>
                <a:ea typeface="Arial"/>
                <a:cs typeface="Arial"/>
              </a:rPr>
              <a:t>Five screenshots + review.md</a:t>
            </a:r>
          </a:p>
        </p:txBody>
      </p:sp>
    </p:spTree>
    <p:extLst>
      <p:ext uri="{BB962C8B-B14F-4D97-AF65-F5344CB8AC3E}">
        <p14:creationId xmlns:p14="http://schemas.microsoft.com/office/powerpoint/2010/main" val="810716669"/>
      </p:ext>
    </p:extLst>
  </p:cSld>
</p:sld>
</file>

<file path=ppt/slides/slide3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8" name="item-545">
            <a:extLst xmlns:a="http://schemas.openxmlformats.org/drawingml/2006/main">
              <a:ext uri="{FF2B5EF4-FFF2-40B4-BE49-F238E27FC236}">
                <a16:creationId xmlns:a16="http://schemas.microsoft.com/office/drawing/2014/main" id="{5A5BECCD-DCFA-4711-B4DB-A547F5342DDA}"/>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 valid file can still look wrong</a:t>
            </a:r>
          </a:p>
        </p:txBody>
      </p:sp>
      <p:sp>
        <p:nvSpPr>
          <p:cNvPr id="2" name="item-546">
            <a:extLst xmlns:a="http://schemas.openxmlformats.org/drawingml/2006/main">
              <a:ext uri="{FF2B5EF4-FFF2-40B4-BE49-F238E27FC236}">
                <a16:creationId xmlns:a16="http://schemas.microsoft.com/office/drawing/2014/main" id="{0719F5A8-A26C-4914-B483-763CFF235EB9}"/>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47">
            <a:extLst xmlns:a="http://schemas.openxmlformats.org/drawingml/2006/main">
              <a:ext uri="{FF2B5EF4-FFF2-40B4-BE49-F238E27FC236}">
                <a16:creationId xmlns:a16="http://schemas.microsoft.com/office/drawing/2014/main" id="{77166CA4-9310-4696-8448-8E31B747497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39  ·  OPTIONAL</a:t>
            </a:r>
          </a:p>
        </p:txBody>
      </p:sp>
      <p:pic>
        <p:nvPicPr>
          <p:cNvPr id="4" name="">
            <a:extLst xmlns:a="http://schemas.openxmlformats.org/drawingml/2006/main">
              <a:ext uri="{FF2B5EF4-FFF2-40B4-BE49-F238E27FC236}">
                <a16:creationId xmlns:a16="http://schemas.microsoft.com/office/drawing/2014/main" id="{720156ED-A110-4F67-BF77-EC4DA2BFE560}"/>
              </a:ext>
            </a:extLst>
          </p:cNvPr>
          <p:cNvPicPr>
            <a:picLocks xmlns:a="http://schemas.openxmlformats.org/drawingml/2006/main" noChangeAspect="1"/>
          </p:cNvPicPr>
          <p:nvPr/>
        </p:nvPicPr>
        <p:blipFill>
          <a:blip xmlns:r="http://schemas.openxmlformats.org/officeDocument/2006/relationships" xmlns:a="http://schemas.openxmlformats.org/drawingml/2006/main" r:embed="R4062e3d3c78b4489"/>
          <a:stretch xmlns:a="http://schemas.openxmlformats.org/drawingml/2006/main"/>
        </p:blipFill>
        <p:spPr>
          <a:xfrm xmlns:a="http://schemas.openxmlformats.org/drawingml/2006/main">
            <a:off x="723900" y="1688009"/>
            <a:ext cx="7781925" cy="4377333"/>
          </a:xfrm>
          <a:prstGeom xmlns:a="http://schemas.openxmlformats.org/drawingml/2006/main" prst="rect">
            <a:avLst/>
          </a:prstGeom>
        </p:spPr>
      </p:pic>
      <p:sp>
        <p:nvSpPr>
          <p:cNvPr id="5" name="item-548">
            <a:extLst xmlns:a="http://schemas.openxmlformats.org/drawingml/2006/main">
              <a:ext uri="{FF2B5EF4-FFF2-40B4-BE49-F238E27FC236}">
                <a16:creationId xmlns:a16="http://schemas.microsoft.com/office/drawing/2014/main" id="{B78EFA2E-FD7F-4471-A94D-7A7E651D305E}"/>
              </a:ext>
            </a:extLst>
          </p:cNvPr>
          <p:cNvSpPr>
            <a:spLocks xmlns:a="http://schemas.openxmlformats.org/drawingml/2006/main" noGrp="1"/>
          </p:cNvSpPr>
          <p:nvPr/>
        </p:nvSpPr>
        <p:spPr>
          <a:xfrm xmlns:a="http://schemas.openxmlformats.org/drawingml/2006/main">
            <a:off x="8924925" y="19716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1">
                <a:solidFill>
                  <a:srgbClr val="477BBD"/>
                </a:solidFill>
                <a:latin typeface="Arial"/>
                <a:ea typeface="Arial"/>
                <a:cs typeface="Arial"/>
              </a:defRPr>
            </a:defPPr>
            <a:lvl1pPr algn="l">
              <a:defRPr sz="2400" b="1">
                <a:solidFill>
                  <a:srgbClr val="477BBD"/>
                </a:solidFill>
                <a:latin typeface="Arial"/>
                <a:ea typeface="Arial"/>
                <a:cs typeface="Arial"/>
              </a:defRPr>
            </a:lvl1pPr>
            <a:lvl2pPr algn="l">
              <a:defRPr sz="2400" b="1">
                <a:solidFill>
                  <a:srgbClr val="477BBD"/>
                </a:solidFill>
                <a:latin typeface="Arial"/>
                <a:ea typeface="Arial"/>
                <a:cs typeface="Arial"/>
              </a:defRPr>
            </a:lvl2pPr>
            <a:lvl3pPr algn="l">
              <a:defRPr sz="2400" b="1">
                <a:solidFill>
                  <a:srgbClr val="477BBD"/>
                </a:solidFill>
                <a:latin typeface="Arial"/>
                <a:ea typeface="Arial"/>
                <a:cs typeface="Arial"/>
              </a:defRPr>
            </a:lvl3pPr>
            <a:lvl4pPr algn="l">
              <a:defRPr sz="2400" b="1">
                <a:solidFill>
                  <a:srgbClr val="477BBD"/>
                </a:solidFill>
                <a:latin typeface="Arial"/>
                <a:ea typeface="Arial"/>
                <a:cs typeface="Arial"/>
              </a:defRPr>
            </a:lvl4pPr>
            <a:lvl5pPr algn="l">
              <a:defRPr sz="2400" b="1">
                <a:solidFill>
                  <a:srgbClr val="477BBD"/>
                </a:solidFill>
                <a:latin typeface="Arial"/>
                <a:ea typeface="Arial"/>
                <a:cs typeface="Arial"/>
              </a:defRPr>
            </a:lvl5pPr>
            <a:lvl6pPr algn="l">
              <a:defRPr sz="2400" b="1">
                <a:solidFill>
                  <a:srgbClr val="477BBD"/>
                </a:solidFill>
                <a:latin typeface="Arial"/>
                <a:ea typeface="Arial"/>
                <a:cs typeface="Arial"/>
              </a:defRPr>
            </a:lvl6pPr>
            <a:lvl7pPr algn="l">
              <a:defRPr sz="2400" b="1">
                <a:solidFill>
                  <a:srgbClr val="477BBD"/>
                </a:solidFill>
                <a:latin typeface="Arial"/>
                <a:ea typeface="Arial"/>
                <a:cs typeface="Arial"/>
              </a:defRPr>
            </a:lvl7pPr>
            <a:lvl8pPr algn="l">
              <a:defRPr sz="2400" b="1">
                <a:solidFill>
                  <a:srgbClr val="477BBD"/>
                </a:solidFill>
                <a:latin typeface="Arial"/>
                <a:ea typeface="Arial"/>
                <a:cs typeface="Arial"/>
              </a:defRPr>
            </a:lvl8pPr>
            <a:lvl9pPr algn="l">
              <a:defRPr sz="2400" b="1">
                <a:solidFill>
                  <a:srgbClr val="477BBD"/>
                </a:solidFill>
                <a:latin typeface="Arial"/>
                <a:ea typeface="Arial"/>
                <a:cs typeface="Arial"/>
              </a:defRPr>
            </a:lvl9pPr>
          </a:lstStyle>
          <a:p xmlns:a="http://schemas.openxmlformats.org/drawingml/2006/main">
            <a:pPr algn="l">
              <a:defRPr sz="2400" b="1">
                <a:solidFill>
                  <a:srgbClr val="477BBD"/>
                </a:solidFill>
                <a:latin typeface="Arial"/>
                <a:ea typeface="Arial"/>
                <a:cs typeface="Arial"/>
              </a:defRPr>
            </a:pPr>
            <a:r>
              <a:rPr sz="2400" b="1">
                <a:solidFill>
                  <a:srgbClr val="477BBD"/>
                </a:solidFill>
                <a:latin typeface="Arial"/>
                <a:ea typeface="Arial"/>
                <a:cs typeface="Arial"/>
              </a:rPr>
              <a:t>The file opens</a:t>
            </a:r>
          </a:p>
        </p:txBody>
      </p:sp>
      <p:sp>
        <p:nvSpPr>
          <p:cNvPr id="6" name="item-549">
            <a:extLst xmlns:a="http://schemas.openxmlformats.org/drawingml/2006/main">
              <a:ext uri="{FF2B5EF4-FFF2-40B4-BE49-F238E27FC236}">
                <a16:creationId xmlns:a16="http://schemas.microsoft.com/office/drawing/2014/main" id="{CAA63AB8-4EF0-4A2D-9BEA-D88E1DE2B552}"/>
              </a:ext>
            </a:extLst>
          </p:cNvPr>
          <p:cNvSpPr>
            <a:spLocks xmlns:a="http://schemas.openxmlformats.org/drawingml/2006/main" noGrp="1"/>
          </p:cNvSpPr>
          <p:nvPr/>
        </p:nvSpPr>
        <p:spPr>
          <a:xfrm xmlns:a="http://schemas.openxmlformats.org/drawingml/2006/main">
            <a:off x="8924925" y="3267075"/>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625" b="1">
                <a:solidFill>
                  <a:srgbClr val="C75247"/>
                </a:solidFill>
                <a:latin typeface="Arial"/>
                <a:ea typeface="Arial"/>
                <a:cs typeface="Arial"/>
              </a:defRPr>
            </a:defPPr>
            <a:lvl1pPr algn="l">
              <a:defRPr sz="2625" b="1">
                <a:solidFill>
                  <a:srgbClr val="C75247"/>
                </a:solidFill>
                <a:latin typeface="Arial"/>
                <a:ea typeface="Arial"/>
                <a:cs typeface="Arial"/>
              </a:defRPr>
            </a:lvl1pPr>
            <a:lvl2pPr algn="l">
              <a:defRPr sz="2625" b="1">
                <a:solidFill>
                  <a:srgbClr val="C75247"/>
                </a:solidFill>
                <a:latin typeface="Arial"/>
                <a:ea typeface="Arial"/>
                <a:cs typeface="Arial"/>
              </a:defRPr>
            </a:lvl2pPr>
            <a:lvl3pPr algn="l">
              <a:defRPr sz="2625" b="1">
                <a:solidFill>
                  <a:srgbClr val="C75247"/>
                </a:solidFill>
                <a:latin typeface="Arial"/>
                <a:ea typeface="Arial"/>
                <a:cs typeface="Arial"/>
              </a:defRPr>
            </a:lvl3pPr>
            <a:lvl4pPr algn="l">
              <a:defRPr sz="2625" b="1">
                <a:solidFill>
                  <a:srgbClr val="C75247"/>
                </a:solidFill>
                <a:latin typeface="Arial"/>
                <a:ea typeface="Arial"/>
                <a:cs typeface="Arial"/>
              </a:defRPr>
            </a:lvl4pPr>
            <a:lvl5pPr algn="l">
              <a:defRPr sz="2625" b="1">
                <a:solidFill>
                  <a:srgbClr val="C75247"/>
                </a:solidFill>
                <a:latin typeface="Arial"/>
                <a:ea typeface="Arial"/>
                <a:cs typeface="Arial"/>
              </a:defRPr>
            </a:lvl5pPr>
            <a:lvl6pPr algn="l">
              <a:defRPr sz="2625" b="1">
                <a:solidFill>
                  <a:srgbClr val="C75247"/>
                </a:solidFill>
                <a:latin typeface="Arial"/>
                <a:ea typeface="Arial"/>
                <a:cs typeface="Arial"/>
              </a:defRPr>
            </a:lvl6pPr>
            <a:lvl7pPr algn="l">
              <a:defRPr sz="2625" b="1">
                <a:solidFill>
                  <a:srgbClr val="C75247"/>
                </a:solidFill>
                <a:latin typeface="Arial"/>
                <a:ea typeface="Arial"/>
                <a:cs typeface="Arial"/>
              </a:defRPr>
            </a:lvl7pPr>
            <a:lvl8pPr algn="l">
              <a:defRPr sz="2625" b="1">
                <a:solidFill>
                  <a:srgbClr val="C75247"/>
                </a:solidFill>
                <a:latin typeface="Arial"/>
                <a:ea typeface="Arial"/>
                <a:cs typeface="Arial"/>
              </a:defRPr>
            </a:lvl8pPr>
            <a:lvl9pPr algn="l">
              <a:defRPr sz="2625" b="1">
                <a:solidFill>
                  <a:srgbClr val="C75247"/>
                </a:solidFill>
                <a:latin typeface="Arial"/>
                <a:ea typeface="Arial"/>
                <a:cs typeface="Arial"/>
              </a:defRPr>
            </a:lvl9pPr>
          </a:lstStyle>
          <a:p xmlns:a="http://schemas.openxmlformats.org/drawingml/2006/main">
            <a:pPr algn="l">
              <a:defRPr sz="2625" b="1">
                <a:solidFill>
                  <a:srgbClr val="C75247"/>
                </a:solidFill>
                <a:latin typeface="Arial"/>
                <a:ea typeface="Arial"/>
                <a:cs typeface="Arial"/>
              </a:defRPr>
            </a:pPr>
            <a:r>
              <a:rPr sz="2625" b="1">
                <a:solidFill>
                  <a:srgbClr val="C75247"/>
                </a:solidFill>
                <a:latin typeface="Arial"/>
                <a:ea typeface="Arial"/>
                <a:cs typeface="Arial"/>
              </a:rPr>
              <a:t>The title clips</a:t>
            </a:r>
          </a:p>
        </p:txBody>
      </p:sp>
      <p:sp>
        <p:nvSpPr>
          <p:cNvPr id="7" name="item-550">
            <a:extLst xmlns:a="http://schemas.openxmlformats.org/drawingml/2006/main">
              <a:ext uri="{FF2B5EF4-FFF2-40B4-BE49-F238E27FC236}">
                <a16:creationId xmlns:a16="http://schemas.microsoft.com/office/drawing/2014/main" id="{58BB11E7-CA32-45F3-9908-90B0989E8B5C}"/>
              </a:ext>
            </a:extLst>
          </p:cNvPr>
          <p:cNvSpPr>
            <a:spLocks xmlns:a="http://schemas.openxmlformats.org/drawingml/2006/main" noGrp="1"/>
          </p:cNvSpPr>
          <p:nvPr/>
        </p:nvSpPr>
        <p:spPr>
          <a:xfrm xmlns:a="http://schemas.openxmlformats.org/drawingml/2006/main">
            <a:off x="8924925" y="4524375"/>
            <a:ext cx="2571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152D46"/>
                </a:solidFill>
                <a:latin typeface="Arial"/>
                <a:ea typeface="Arial"/>
                <a:cs typeface="Arial"/>
              </a:defRPr>
            </a:defPPr>
            <a:lvl1pPr algn="l">
              <a:defRPr sz="2100" b="0">
                <a:solidFill>
                  <a:srgbClr val="152D46"/>
                </a:solidFill>
                <a:latin typeface="Arial"/>
                <a:ea typeface="Arial"/>
                <a:cs typeface="Arial"/>
              </a:defRPr>
            </a:lvl1pPr>
            <a:lvl2pPr algn="l">
              <a:defRPr sz="2100" b="0">
                <a:solidFill>
                  <a:srgbClr val="152D46"/>
                </a:solidFill>
                <a:latin typeface="Arial"/>
                <a:ea typeface="Arial"/>
                <a:cs typeface="Arial"/>
              </a:defRPr>
            </a:lvl2pPr>
            <a:lvl3pPr algn="l">
              <a:defRPr sz="2100" b="0">
                <a:solidFill>
                  <a:srgbClr val="152D46"/>
                </a:solidFill>
                <a:latin typeface="Arial"/>
                <a:ea typeface="Arial"/>
                <a:cs typeface="Arial"/>
              </a:defRPr>
            </a:lvl3pPr>
            <a:lvl4pPr algn="l">
              <a:defRPr sz="2100" b="0">
                <a:solidFill>
                  <a:srgbClr val="152D46"/>
                </a:solidFill>
                <a:latin typeface="Arial"/>
                <a:ea typeface="Arial"/>
                <a:cs typeface="Arial"/>
              </a:defRPr>
            </a:lvl4pPr>
            <a:lvl5pPr algn="l">
              <a:defRPr sz="2100" b="0">
                <a:solidFill>
                  <a:srgbClr val="152D46"/>
                </a:solidFill>
                <a:latin typeface="Arial"/>
                <a:ea typeface="Arial"/>
                <a:cs typeface="Arial"/>
              </a:defRPr>
            </a:lvl5pPr>
            <a:lvl6pPr algn="l">
              <a:defRPr sz="2100" b="0">
                <a:solidFill>
                  <a:srgbClr val="152D46"/>
                </a:solidFill>
                <a:latin typeface="Arial"/>
                <a:ea typeface="Arial"/>
                <a:cs typeface="Arial"/>
              </a:defRPr>
            </a:lvl6pPr>
            <a:lvl7pPr algn="l">
              <a:defRPr sz="2100" b="0">
                <a:solidFill>
                  <a:srgbClr val="152D46"/>
                </a:solidFill>
                <a:latin typeface="Arial"/>
                <a:ea typeface="Arial"/>
                <a:cs typeface="Arial"/>
              </a:defRPr>
            </a:lvl7pPr>
            <a:lvl8pPr algn="l">
              <a:defRPr sz="2100" b="0">
                <a:solidFill>
                  <a:srgbClr val="152D46"/>
                </a:solidFill>
                <a:latin typeface="Arial"/>
                <a:ea typeface="Arial"/>
                <a:cs typeface="Arial"/>
              </a:defRPr>
            </a:lvl8pPr>
            <a:lvl9pPr algn="l">
              <a:defRPr sz="2100" b="0">
                <a:solidFill>
                  <a:srgbClr val="152D46"/>
                </a:solidFill>
                <a:latin typeface="Arial"/>
                <a:ea typeface="Arial"/>
                <a:cs typeface="Arial"/>
              </a:defRPr>
            </a:lvl9pPr>
          </a:lstStyle>
          <a:p xmlns:a="http://schemas.openxmlformats.org/drawingml/2006/main">
            <a:pPr algn="l">
              <a:defRPr sz="2100" b="0">
                <a:solidFill>
                  <a:srgbClr val="152D46"/>
                </a:solidFill>
                <a:latin typeface="Arial"/>
                <a:ea typeface="Arial"/>
                <a:cs typeface="Arial"/>
              </a:defRPr>
            </a:pPr>
            <a:r>
              <a:rPr sz="2100" b="0">
                <a:solidFill>
                  <a:srgbClr val="152D46"/>
                </a:solidFill>
                <a:latin typeface="Arial"/>
                <a:ea typeface="Arial"/>
                <a:cs typeface="Arial"/>
              </a:rPr>
              <a:t>Visual review catches a different class of issue</a:t>
            </a:r>
          </a:p>
        </p:txBody>
      </p:sp>
    </p:spTree>
    <p:extLst>
      <p:ext uri="{BB962C8B-B14F-4D97-AF65-F5344CB8AC3E}">
        <p14:creationId xmlns:p14="http://schemas.microsoft.com/office/powerpoint/2010/main" val="2061904059"/>
      </p:ext>
    </p:extLst>
  </p:cSld>
</p:sld>
</file>

<file path=ppt/slides/slide40.xml><?xml version="1.0" encoding="utf-8"?>
<p:sld xmlns:p="http://schemas.openxmlformats.org/presentationml/2006/main">
  <p:cSld>
    <p:bg>
      <p:bgPr>
        <a:solidFill xmlns:a="http://schemas.openxmlformats.org/drawingml/2006/main">
          <a:srgbClr val="E7EEE6"/>
        </a:solidFill>
      </p:bgPr>
    </p:bg>
    <p:spTree>
      <p:nvGrpSpPr>
        <p:cNvPr id="1" name=""/>
        <p:cNvGrpSpPr/>
        <p:nvPr/>
      </p:nvGrpSpPr>
      <p:grpSpPr>
        <a:xfrm xmlns:a="http://schemas.openxmlformats.org/drawingml/2006/main"/>
      </p:grpSpPr>
      <p:sp>
        <p:nvSpPr>
          <p:cNvPr id="8" name="item-551">
            <a:extLst xmlns:a="http://schemas.openxmlformats.org/drawingml/2006/main">
              <a:ext uri="{FF2B5EF4-FFF2-40B4-BE49-F238E27FC236}">
                <a16:creationId xmlns:a16="http://schemas.microsoft.com/office/drawing/2014/main" id="{04811D2F-40AC-4191-A36E-BB7C71930E00}"/>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Demo 2: act like a new customer</a:t>
            </a:r>
          </a:p>
        </p:txBody>
      </p:sp>
      <p:sp>
        <p:nvSpPr>
          <p:cNvPr id="2" name="item-552">
            <a:extLst xmlns:a="http://schemas.openxmlformats.org/drawingml/2006/main">
              <a:ext uri="{FF2B5EF4-FFF2-40B4-BE49-F238E27FC236}">
                <a16:creationId xmlns:a16="http://schemas.microsoft.com/office/drawing/2014/main" id="{F6D7F88F-DD1A-4A90-A961-81B07C50D560}"/>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53">
            <a:extLst xmlns:a="http://schemas.openxmlformats.org/drawingml/2006/main">
              <a:ext uri="{FF2B5EF4-FFF2-40B4-BE49-F238E27FC236}">
                <a16:creationId xmlns:a16="http://schemas.microsoft.com/office/drawing/2014/main" id="{74F02745-A543-4276-A71E-0B135F803AC8}"/>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40  ·  OPTIONAL</a:t>
            </a:r>
          </a:p>
        </p:txBody>
      </p:sp>
      <p:pic>
        <p:nvPicPr>
          <p:cNvPr id="4" name="">
            <a:extLst xmlns:a="http://schemas.openxmlformats.org/drawingml/2006/main">
              <a:ext uri="{FF2B5EF4-FFF2-40B4-BE49-F238E27FC236}">
                <a16:creationId xmlns:a16="http://schemas.microsoft.com/office/drawing/2014/main" id="{ECCA0574-51A0-4667-AB22-59E7EC3A11CE}"/>
              </a:ext>
            </a:extLst>
          </p:cNvPr>
          <p:cNvPicPr>
            <a:picLocks xmlns:a="http://schemas.openxmlformats.org/drawingml/2006/main" noChangeAspect="1"/>
          </p:cNvPicPr>
          <p:nvPr/>
        </p:nvPicPr>
        <p:blipFill>
          <a:blip xmlns:r="http://schemas.openxmlformats.org/officeDocument/2006/relationships" xmlns:a="http://schemas.openxmlformats.org/drawingml/2006/main" r:embed="Rd75bc98e21d744ef"/>
          <a:stretch xmlns:a="http://schemas.openxmlformats.org/drawingml/2006/main"/>
        </p:blipFill>
        <p:spPr>
          <a:xfrm xmlns:a="http://schemas.openxmlformats.org/drawingml/2006/main">
            <a:off x="1527682" y="1666875"/>
            <a:ext cx="5279010" cy="4000500"/>
          </a:xfrm>
          <a:prstGeom xmlns:a="http://schemas.openxmlformats.org/drawingml/2006/main" prst="rect">
            <a:avLst/>
          </a:prstGeom>
        </p:spPr>
      </p:pic>
      <p:sp>
        <p:nvSpPr>
          <p:cNvPr id="5" name="item-554">
            <a:extLst xmlns:a="http://schemas.openxmlformats.org/drawingml/2006/main">
              <a:ext uri="{FF2B5EF4-FFF2-40B4-BE49-F238E27FC236}">
                <a16:creationId xmlns:a16="http://schemas.microsoft.com/office/drawing/2014/main" id="{7A3A7046-4070-411A-BE0C-40872F3850FA}"/>
              </a:ext>
            </a:extLst>
          </p:cNvPr>
          <p:cNvSpPr>
            <a:spLocks xmlns:a="http://schemas.openxmlformats.org/drawingml/2006/main" noGrp="1"/>
          </p:cNvSpPr>
          <p:nvPr/>
        </p:nvSpPr>
        <p:spPr>
          <a:xfrm xmlns:a="http://schemas.openxmlformats.org/drawingml/2006/main">
            <a:off x="8191500" y="1657350"/>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625" b="1">
                <a:solidFill>
                  <a:srgbClr val="152D46"/>
                </a:solidFill>
                <a:latin typeface="Arial"/>
                <a:ea typeface="Arial"/>
                <a:cs typeface="Arial"/>
              </a:defRPr>
            </a:defPPr>
            <a:lvl1pPr algn="l">
              <a:defRPr sz="2625" b="1">
                <a:solidFill>
                  <a:srgbClr val="152D46"/>
                </a:solidFill>
                <a:latin typeface="Arial"/>
                <a:ea typeface="Arial"/>
                <a:cs typeface="Arial"/>
              </a:defRPr>
            </a:lvl1pPr>
            <a:lvl2pPr algn="l">
              <a:defRPr sz="2625" b="1">
                <a:solidFill>
                  <a:srgbClr val="152D46"/>
                </a:solidFill>
                <a:latin typeface="Arial"/>
                <a:ea typeface="Arial"/>
                <a:cs typeface="Arial"/>
              </a:defRPr>
            </a:lvl2pPr>
            <a:lvl3pPr algn="l">
              <a:defRPr sz="2625" b="1">
                <a:solidFill>
                  <a:srgbClr val="152D46"/>
                </a:solidFill>
                <a:latin typeface="Arial"/>
                <a:ea typeface="Arial"/>
                <a:cs typeface="Arial"/>
              </a:defRPr>
            </a:lvl3pPr>
            <a:lvl4pPr algn="l">
              <a:defRPr sz="2625" b="1">
                <a:solidFill>
                  <a:srgbClr val="152D46"/>
                </a:solidFill>
                <a:latin typeface="Arial"/>
                <a:ea typeface="Arial"/>
                <a:cs typeface="Arial"/>
              </a:defRPr>
            </a:lvl4pPr>
            <a:lvl5pPr algn="l">
              <a:defRPr sz="2625" b="1">
                <a:solidFill>
                  <a:srgbClr val="152D46"/>
                </a:solidFill>
                <a:latin typeface="Arial"/>
                <a:ea typeface="Arial"/>
                <a:cs typeface="Arial"/>
              </a:defRPr>
            </a:lvl5pPr>
            <a:lvl6pPr algn="l">
              <a:defRPr sz="2625" b="1">
                <a:solidFill>
                  <a:srgbClr val="152D46"/>
                </a:solidFill>
                <a:latin typeface="Arial"/>
                <a:ea typeface="Arial"/>
                <a:cs typeface="Arial"/>
              </a:defRPr>
            </a:lvl6pPr>
            <a:lvl7pPr algn="l">
              <a:defRPr sz="2625" b="1">
                <a:solidFill>
                  <a:srgbClr val="152D46"/>
                </a:solidFill>
                <a:latin typeface="Arial"/>
                <a:ea typeface="Arial"/>
                <a:cs typeface="Arial"/>
              </a:defRPr>
            </a:lvl7pPr>
            <a:lvl8pPr algn="l">
              <a:defRPr sz="2625" b="1">
                <a:solidFill>
                  <a:srgbClr val="152D46"/>
                </a:solidFill>
                <a:latin typeface="Arial"/>
                <a:ea typeface="Arial"/>
                <a:cs typeface="Arial"/>
              </a:defRPr>
            </a:lvl8pPr>
            <a:lvl9pPr algn="l">
              <a:defRPr sz="2625" b="1">
                <a:solidFill>
                  <a:srgbClr val="152D46"/>
                </a:solidFill>
                <a:latin typeface="Arial"/>
                <a:ea typeface="Arial"/>
                <a:cs typeface="Arial"/>
              </a:defRPr>
            </a:lvl9pPr>
          </a:lstStyle>
          <a:p xmlns:a="http://schemas.openxmlformats.org/drawingml/2006/main">
            <a:pPr algn="l">
              <a:defRPr sz="2625" b="1">
                <a:solidFill>
                  <a:srgbClr val="152D46"/>
                </a:solidFill>
                <a:latin typeface="Arial"/>
                <a:ea typeface="Arial"/>
                <a:cs typeface="Arial"/>
              </a:defRPr>
            </a:pPr>
            <a:r>
              <a:rPr sz="2625" b="1">
                <a:solidFill>
                  <a:srgbClr val="152D46"/>
                </a:solidFill>
                <a:latin typeface="Arial"/>
                <a:ea typeface="Arial"/>
                <a:cs typeface="Arial"/>
              </a:rPr>
              <a:t>A services firm’s intake form</a:t>
            </a:r>
          </a:p>
        </p:txBody>
      </p:sp>
      <p:sp>
        <p:nvSpPr>
          <p:cNvPr id="6" name="item-555">
            <a:extLst xmlns:a="http://schemas.openxmlformats.org/drawingml/2006/main">
              <a:ext uri="{FF2B5EF4-FFF2-40B4-BE49-F238E27FC236}">
                <a16:creationId xmlns:a16="http://schemas.microsoft.com/office/drawing/2014/main" id="{A1CCC9F5-90A6-4E5A-84C1-6E34F163AA9C}"/>
              </a:ext>
            </a:extLst>
          </p:cNvPr>
          <p:cNvSpPr>
            <a:spLocks xmlns:a="http://schemas.openxmlformats.org/drawingml/2006/main" noGrp="1"/>
          </p:cNvSpPr>
          <p:nvPr/>
        </p:nvSpPr>
        <p:spPr>
          <a:xfrm xmlns:a="http://schemas.openxmlformats.org/drawingml/2006/main">
            <a:off x="8191500" y="305752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152D46"/>
                </a:solidFill>
                <a:latin typeface="Arial"/>
                <a:ea typeface="Arial"/>
                <a:cs typeface="Arial"/>
              </a:defRPr>
            </a:defPPr>
            <a:lvl1pPr algn="l">
              <a:defRPr sz="2250" b="0">
                <a:solidFill>
                  <a:srgbClr val="152D46"/>
                </a:solidFill>
                <a:latin typeface="Arial"/>
                <a:ea typeface="Arial"/>
                <a:cs typeface="Arial"/>
              </a:defRPr>
            </a:lvl1pPr>
            <a:lvl2pPr algn="l">
              <a:defRPr sz="2250" b="0">
                <a:solidFill>
                  <a:srgbClr val="152D46"/>
                </a:solidFill>
                <a:latin typeface="Arial"/>
                <a:ea typeface="Arial"/>
                <a:cs typeface="Arial"/>
              </a:defRPr>
            </a:lvl2pPr>
            <a:lvl3pPr algn="l">
              <a:defRPr sz="2250" b="0">
                <a:solidFill>
                  <a:srgbClr val="152D46"/>
                </a:solidFill>
                <a:latin typeface="Arial"/>
                <a:ea typeface="Arial"/>
                <a:cs typeface="Arial"/>
              </a:defRPr>
            </a:lvl3pPr>
            <a:lvl4pPr algn="l">
              <a:defRPr sz="2250" b="0">
                <a:solidFill>
                  <a:srgbClr val="152D46"/>
                </a:solidFill>
                <a:latin typeface="Arial"/>
                <a:ea typeface="Arial"/>
                <a:cs typeface="Arial"/>
              </a:defRPr>
            </a:lvl4pPr>
            <a:lvl5pPr algn="l">
              <a:defRPr sz="2250" b="0">
                <a:solidFill>
                  <a:srgbClr val="152D46"/>
                </a:solidFill>
                <a:latin typeface="Arial"/>
                <a:ea typeface="Arial"/>
                <a:cs typeface="Arial"/>
              </a:defRPr>
            </a:lvl5pPr>
            <a:lvl6pPr algn="l">
              <a:defRPr sz="2250" b="0">
                <a:solidFill>
                  <a:srgbClr val="152D46"/>
                </a:solidFill>
                <a:latin typeface="Arial"/>
                <a:ea typeface="Arial"/>
                <a:cs typeface="Arial"/>
              </a:defRPr>
            </a:lvl6pPr>
            <a:lvl7pPr algn="l">
              <a:defRPr sz="2250" b="0">
                <a:solidFill>
                  <a:srgbClr val="152D46"/>
                </a:solidFill>
                <a:latin typeface="Arial"/>
                <a:ea typeface="Arial"/>
                <a:cs typeface="Arial"/>
              </a:defRPr>
            </a:lvl7pPr>
            <a:lvl8pPr algn="l">
              <a:defRPr sz="2250" b="0">
                <a:solidFill>
                  <a:srgbClr val="152D46"/>
                </a:solidFill>
                <a:latin typeface="Arial"/>
                <a:ea typeface="Arial"/>
                <a:cs typeface="Arial"/>
              </a:defRPr>
            </a:lvl8pPr>
            <a:lvl9pPr algn="l">
              <a:defRPr sz="2250" b="0">
                <a:solidFill>
                  <a:srgbClr val="152D46"/>
                </a:solidFill>
                <a:latin typeface="Arial"/>
                <a:ea typeface="Arial"/>
                <a:cs typeface="Arial"/>
              </a:defRPr>
            </a:lvl9pPr>
          </a:lstStyle>
          <a:p xmlns:a="http://schemas.openxmlformats.org/drawingml/2006/main">
            <a:pPr algn="l">
              <a:defRPr sz="2250" b="0">
                <a:solidFill>
                  <a:srgbClr val="152D46"/>
                </a:solidFill>
                <a:latin typeface="Arial"/>
                <a:ea typeface="Arial"/>
                <a:cs typeface="Arial"/>
              </a:defRPr>
            </a:pPr>
            <a:r>
              <a:rPr sz="2250" b="0">
                <a:solidFill>
                  <a:srgbClr val="152D46"/>
                </a:solidFill>
                <a:latin typeface="Arial"/>
                <a:ea typeface="Arial"/>
                <a:cs typeface="Arial"/>
              </a:rPr>
              <a:t>One bad email</a:t>
            </a:r>
          </a:p>
          <a:p xmlns:a="http://schemas.openxmlformats.org/drawingml/2006/main">
            <a:pPr algn="l">
              <a:defRPr sz="2250" b="0">
                <a:solidFill>
                  <a:srgbClr val="152D46"/>
                </a:solidFill>
                <a:latin typeface="Arial"/>
                <a:ea typeface="Arial"/>
                <a:cs typeface="Arial"/>
              </a:defRPr>
            </a:pPr>
            <a:r>
              <a:rPr sz="2250" b="0">
                <a:solidFill>
                  <a:srgbClr val="152D46"/>
                </a:solidFill>
                <a:latin typeface="Arial"/>
                <a:ea typeface="Arial"/>
                <a:cs typeface="Arial"/>
              </a:rPr>
              <a:t>One correction</a:t>
            </a:r>
          </a:p>
          <a:p xmlns:a="http://schemas.openxmlformats.org/drawingml/2006/main">
            <a:pPr algn="l">
              <a:defRPr sz="2250" b="0">
                <a:solidFill>
                  <a:srgbClr val="152D46"/>
                </a:solidFill>
                <a:latin typeface="Arial"/>
                <a:ea typeface="Arial"/>
                <a:cs typeface="Arial"/>
              </a:defRPr>
            </a:pPr>
            <a:r>
              <a:rPr sz="2250" b="0">
                <a:solidFill>
                  <a:srgbClr val="152D46"/>
                </a:solidFill>
                <a:latin typeface="Arial"/>
                <a:ea typeface="Arial"/>
                <a:cs typeface="Arial"/>
              </a:rPr>
              <a:t>One confirmed request</a:t>
            </a:r>
          </a:p>
        </p:txBody>
      </p:sp>
      <p:sp>
        <p:nvSpPr>
          <p:cNvPr id="7" name="item-556">
            <a:extLst xmlns:a="http://schemas.openxmlformats.org/drawingml/2006/main">
              <a:ext uri="{FF2B5EF4-FFF2-40B4-BE49-F238E27FC236}">
                <a16:creationId xmlns:a16="http://schemas.microsoft.com/office/drawing/2014/main" id="{77A7F42A-365B-4119-86D2-F90970DC81E8}"/>
              </a:ext>
            </a:extLst>
          </p:cNvPr>
          <p:cNvSpPr>
            <a:spLocks xmlns:a="http://schemas.openxmlformats.org/drawingml/2006/main" noGrp="1"/>
          </p:cNvSpPr>
          <p:nvPr/>
        </p:nvSpPr>
        <p:spPr>
          <a:xfrm xmlns:a="http://schemas.openxmlformats.org/drawingml/2006/main">
            <a:off x="762000" y="58197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Chat: 40 · Demo 2 — Test client intake</a:t>
            </a:r>
          </a:p>
        </p:txBody>
      </p:sp>
    </p:spTree>
    <p:extLst>
      <p:ext uri="{BB962C8B-B14F-4D97-AF65-F5344CB8AC3E}">
        <p14:creationId xmlns:p14="http://schemas.microsoft.com/office/powerpoint/2010/main" val="421246375"/>
      </p:ext>
    </p:extLst>
  </p:cSld>
</p:sld>
</file>

<file path=ppt/slides/slide41.xml><?xml version="1.0" encoding="utf-8"?>
<p:sld xmlns:p="http://schemas.openxmlformats.org/presentationml/2006/main">
  <p:cSld>
    <p:bg>
      <p:bgPr>
        <a:solidFill xmlns:a="http://schemas.openxmlformats.org/drawingml/2006/main">
          <a:srgbClr val="E7EEE6"/>
        </a:solidFill>
      </p:bgPr>
    </p:bg>
    <p:spTree>
      <p:nvGrpSpPr>
        <p:cNvPr id="1" name=""/>
        <p:cNvGrpSpPr/>
        <p:nvPr/>
      </p:nvGrpSpPr>
      <p:grpSpPr>
        <a:xfrm xmlns:a="http://schemas.openxmlformats.org/drawingml/2006/main"/>
      </p:grpSpPr>
      <p:sp>
        <p:nvSpPr>
          <p:cNvPr id="7" name="item-557">
            <a:extLst xmlns:a="http://schemas.openxmlformats.org/drawingml/2006/main">
              <a:ext uri="{FF2B5EF4-FFF2-40B4-BE49-F238E27FC236}">
                <a16:creationId xmlns:a16="http://schemas.microsoft.com/office/drawing/2014/main" id="{55ED3B61-76D7-43DD-A92C-513E2FF167E6}"/>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exact request</a:t>
            </a:r>
          </a:p>
        </p:txBody>
      </p:sp>
      <p:sp>
        <p:nvSpPr>
          <p:cNvPr id="2" name="item-558">
            <a:extLst xmlns:a="http://schemas.openxmlformats.org/drawingml/2006/main">
              <a:ext uri="{FF2B5EF4-FFF2-40B4-BE49-F238E27FC236}">
                <a16:creationId xmlns:a16="http://schemas.microsoft.com/office/drawing/2014/main" id="{17183A1E-ABE9-4F42-A7A7-9AFAE64E7EBB}"/>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59">
            <a:extLst xmlns:a="http://schemas.openxmlformats.org/drawingml/2006/main">
              <a:ext uri="{FF2B5EF4-FFF2-40B4-BE49-F238E27FC236}">
                <a16:creationId xmlns:a16="http://schemas.microsoft.com/office/drawing/2014/main" id="{DD752FF5-C9AB-459E-ABCF-D718E67ED214}"/>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41  ·  OPTIONAL</a:t>
            </a:r>
          </a:p>
        </p:txBody>
      </p:sp>
      <p:sp>
        <p:nvSpPr>
          <p:cNvPr id="4" name="item-560">
            <a:extLst xmlns:a="http://schemas.openxmlformats.org/drawingml/2006/main">
              <a:ext uri="{FF2B5EF4-FFF2-40B4-BE49-F238E27FC236}">
                <a16:creationId xmlns:a16="http://schemas.microsoft.com/office/drawing/2014/main" id="{50023476-267C-4715-ADE9-F10BF01E668F}"/>
              </a:ext>
            </a:extLst>
          </p:cNvPr>
          <p:cNvSpPr>
            <a:spLocks xmlns:a="http://schemas.openxmlformats.org/drawingml/2006/main" noGrp="1"/>
          </p:cNvSpPr>
          <p:nvPr/>
        </p:nvSpPr>
        <p:spPr>
          <a:xfrm xmlns:a="http://schemas.openxmlformats.org/drawingml/2006/main">
            <a:off x="800100" y="1333500"/>
            <a:ext cx="1059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Paste into the matching staged chat, or say “Run the live demo”</a:t>
            </a:r>
          </a:p>
        </p:txBody>
      </p:sp>
      <p:sp>
        <p:nvSpPr>
          <p:cNvPr id="5" name="item-561">
            <a:extLst xmlns:a="http://schemas.openxmlformats.org/drawingml/2006/main">
              <a:ext uri="{FF2B5EF4-FFF2-40B4-BE49-F238E27FC236}">
                <a16:creationId xmlns:a16="http://schemas.microsoft.com/office/drawing/2014/main" id="{4FC31D24-5CF8-4E28-BCA0-CF5B9B19593E}"/>
              </a:ext>
            </a:extLst>
          </p:cNvPr>
          <p:cNvSpPr>
            <a:spLocks xmlns:a="http://schemas.openxmlformats.org/drawingml/2006/main" noGrp="1"/>
          </p:cNvSpPr>
          <p:nvPr/>
        </p:nvSpPr>
        <p:spPr>
          <a:xfrm xmlns:a="http://schemas.openxmlformats.org/drawingml/2006/main">
            <a:off x="800100" y="1971675"/>
            <a:ext cx="10591800" cy="373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152D46"/>
                </a:solidFill>
                <a:latin typeface="Arial"/>
                <a:ea typeface="Arial"/>
                <a:cs typeface="Arial"/>
              </a:defRPr>
            </a:defPPr>
            <a:lvl1pPr algn="l">
              <a:defRPr sz="2025" b="0">
                <a:solidFill>
                  <a:srgbClr val="152D46"/>
                </a:solidFill>
                <a:latin typeface="Arial"/>
                <a:ea typeface="Arial"/>
                <a:cs typeface="Arial"/>
              </a:defRPr>
            </a:lvl1pPr>
            <a:lvl2pPr algn="l">
              <a:defRPr sz="2025" b="0">
                <a:solidFill>
                  <a:srgbClr val="152D46"/>
                </a:solidFill>
                <a:latin typeface="Arial"/>
                <a:ea typeface="Arial"/>
                <a:cs typeface="Arial"/>
              </a:defRPr>
            </a:lvl2pPr>
            <a:lvl3pPr algn="l">
              <a:defRPr sz="2025" b="0">
                <a:solidFill>
                  <a:srgbClr val="152D46"/>
                </a:solidFill>
                <a:latin typeface="Arial"/>
                <a:ea typeface="Arial"/>
                <a:cs typeface="Arial"/>
              </a:defRPr>
            </a:lvl3pPr>
            <a:lvl4pPr algn="l">
              <a:defRPr sz="2025" b="0">
                <a:solidFill>
                  <a:srgbClr val="152D46"/>
                </a:solidFill>
                <a:latin typeface="Arial"/>
                <a:ea typeface="Arial"/>
                <a:cs typeface="Arial"/>
              </a:defRPr>
            </a:lvl4pPr>
            <a:lvl5pPr algn="l">
              <a:defRPr sz="2025" b="0">
                <a:solidFill>
                  <a:srgbClr val="152D46"/>
                </a:solidFill>
                <a:latin typeface="Arial"/>
                <a:ea typeface="Arial"/>
                <a:cs typeface="Arial"/>
              </a:defRPr>
            </a:lvl5pPr>
            <a:lvl6pPr algn="l">
              <a:defRPr sz="2025" b="0">
                <a:solidFill>
                  <a:srgbClr val="152D46"/>
                </a:solidFill>
                <a:latin typeface="Arial"/>
                <a:ea typeface="Arial"/>
                <a:cs typeface="Arial"/>
              </a:defRPr>
            </a:lvl6pPr>
            <a:lvl7pPr algn="l">
              <a:defRPr sz="2025" b="0">
                <a:solidFill>
                  <a:srgbClr val="152D46"/>
                </a:solidFill>
                <a:latin typeface="Arial"/>
                <a:ea typeface="Arial"/>
                <a:cs typeface="Arial"/>
              </a:defRPr>
            </a:lvl7pPr>
            <a:lvl8pPr algn="l">
              <a:defRPr sz="2025" b="0">
                <a:solidFill>
                  <a:srgbClr val="152D46"/>
                </a:solidFill>
                <a:latin typeface="Arial"/>
                <a:ea typeface="Arial"/>
                <a:cs typeface="Arial"/>
              </a:defRPr>
            </a:lvl8pPr>
            <a:lvl9pPr algn="l">
              <a:defRPr sz="2025" b="0">
                <a:solidFill>
                  <a:srgbClr val="152D46"/>
                </a:solidFill>
                <a:latin typeface="Arial"/>
                <a:ea typeface="Arial"/>
                <a:cs typeface="Arial"/>
              </a:defRPr>
            </a:lvl9pPr>
          </a:lstStyle>
          <a:p xmlns:a="http://schemas.openxmlformats.org/drawingml/2006/main">
            <a:pPr algn="l">
              <a:defRPr sz="2025" b="0">
                <a:solidFill>
                  <a:srgbClr val="152D46"/>
                </a:solidFill>
                <a:latin typeface="Arial"/>
                <a:ea typeface="Arial"/>
                <a:cs typeface="Arial"/>
              </a:defRPr>
            </a:pPr>
            <a:r>
              <a:rPr sz="2025" b="0">
                <a:solidFill>
                  <a:srgbClr val="152D46"/>
                </a:solidFill>
                <a:latin typeface="Arial"/>
                <a:ea typeface="Arial"/>
                <a:cs typeface="Arial"/>
              </a:rPr>
              <a:t>Use Computer Use in the built-in internal browser (@Browser) to test http://127.0.0.1:4355/02-client-intake/portal/. Dismiss the training notice. Enter Alex Morgan, Northpine Goods, Website audit, $5,000–$10,000, and the brief: We want to understand why customers abandon our enquiry form. First try the invalid email alex-at-northpine.example and check the visible validation. Correct it to alex@northpine.example. Review the details, then submit this local demo request. Save screenshots of the validation, review and confirmation in output/. Write output/test-report.md with what happened and the receipt reference. Use visible controls; do not bypass the UI or change the site code. Do not use Chrome, another external browser, or existing personal browser tabs.</a:t>
            </a:r>
          </a:p>
        </p:txBody>
      </p:sp>
      <p:sp>
        <p:nvSpPr>
          <p:cNvPr id="6" name="item-562">
            <a:extLst xmlns:a="http://schemas.openxmlformats.org/drawingml/2006/main">
              <a:ext uri="{FF2B5EF4-FFF2-40B4-BE49-F238E27FC236}">
                <a16:creationId xmlns:a16="http://schemas.microsoft.com/office/drawing/2014/main" id="{3EA4FEA0-EA05-4382-B865-0D61D222CF6B}"/>
              </a:ext>
            </a:extLst>
          </p:cNvPr>
          <p:cNvSpPr>
            <a:spLocks xmlns:a="http://schemas.openxmlformats.org/drawingml/2006/main" noGrp="1"/>
          </p:cNvSpPr>
          <p:nvPr/>
        </p:nvSpPr>
        <p:spPr>
          <a:xfrm xmlns:a="http://schemas.openxmlformats.org/drawingml/2006/main">
            <a:off x="800100" y="5867400"/>
            <a:ext cx="1059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Copyable file: demos/02-client-intake/PROMPT.txt</a:t>
            </a:r>
          </a:p>
        </p:txBody>
      </p:sp>
    </p:spTree>
    <p:extLst>
      <p:ext uri="{BB962C8B-B14F-4D97-AF65-F5344CB8AC3E}">
        <p14:creationId xmlns:p14="http://schemas.microsoft.com/office/powerpoint/2010/main" val="753034909"/>
      </p:ext>
    </p:extLst>
  </p:cSld>
</p:sld>
</file>

<file path=ppt/slides/slide4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0" name="item-563">
            <a:extLst xmlns:a="http://schemas.openxmlformats.org/drawingml/2006/main">
              <a:ext uri="{FF2B5EF4-FFF2-40B4-BE49-F238E27FC236}">
                <a16:creationId xmlns:a16="http://schemas.microsoft.com/office/drawing/2014/main" id="{AA7BC00B-D659-47BD-9D3C-96F56DBFDC16}"/>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An error is part of this test</a:t>
            </a:r>
          </a:p>
        </p:txBody>
      </p:sp>
      <p:sp>
        <p:nvSpPr>
          <p:cNvPr id="2" name="item-564">
            <a:extLst xmlns:a="http://schemas.openxmlformats.org/drawingml/2006/main">
              <a:ext uri="{FF2B5EF4-FFF2-40B4-BE49-F238E27FC236}">
                <a16:creationId xmlns:a16="http://schemas.microsoft.com/office/drawing/2014/main" id="{A63AF9D0-B55F-43D6-9AF6-6A4205D7702E}"/>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65">
            <a:extLst xmlns:a="http://schemas.openxmlformats.org/drawingml/2006/main">
              <a:ext uri="{FF2B5EF4-FFF2-40B4-BE49-F238E27FC236}">
                <a16:creationId xmlns:a16="http://schemas.microsoft.com/office/drawing/2014/main" id="{DC323577-5291-4A6B-A2CD-7532865686C1}"/>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42  ·  OPTIONAL</a:t>
            </a:r>
          </a:p>
        </p:txBody>
      </p:sp>
      <p:pic>
        <p:nvPicPr>
          <p:cNvPr id="4" name="">
            <a:extLst xmlns:a="http://schemas.openxmlformats.org/drawingml/2006/main">
              <a:ext uri="{FF2B5EF4-FFF2-40B4-BE49-F238E27FC236}">
                <a16:creationId xmlns:a16="http://schemas.microsoft.com/office/drawing/2014/main" id="{CBFDD2FF-01F2-4F5D-A5B2-E8E00B6CCB6C}"/>
              </a:ext>
            </a:extLst>
          </p:cNvPr>
          <p:cNvPicPr>
            <a:picLocks xmlns:a="http://schemas.openxmlformats.org/drawingml/2006/main" noChangeAspect="1"/>
          </p:cNvPicPr>
          <p:nvPr/>
        </p:nvPicPr>
        <p:blipFill>
          <a:blip xmlns:r="http://schemas.openxmlformats.org/officeDocument/2006/relationships" xmlns:a="http://schemas.openxmlformats.org/drawingml/2006/main" r:embed="Re591073de2ed420c"/>
          <a:stretch xmlns:a="http://schemas.openxmlformats.org/drawingml/2006/main"/>
        </p:blipFill>
        <p:spPr>
          <a:xfrm xmlns:a="http://schemas.openxmlformats.org/drawingml/2006/main">
            <a:off x="1619250" y="1571625"/>
            <a:ext cx="6096000" cy="4619625"/>
          </a:xfrm>
          <a:prstGeom xmlns:a="http://schemas.openxmlformats.org/drawingml/2006/main" prst="rect">
            <a:avLst/>
          </a:prstGeom>
        </p:spPr>
      </p:pic>
      <p:sp>
        <p:nvSpPr>
          <p:cNvPr id="5" name="item-566">
            <a:extLst xmlns:a="http://schemas.openxmlformats.org/drawingml/2006/main">
              <a:ext uri="{FF2B5EF4-FFF2-40B4-BE49-F238E27FC236}">
                <a16:creationId xmlns:a16="http://schemas.microsoft.com/office/drawing/2014/main" id="{2990E298-8FC5-4A9F-AD5E-55F3BDA56180}"/>
              </a:ext>
            </a:extLst>
          </p:cNvPr>
          <p:cNvSpPr>
            <a:spLocks xmlns:a="http://schemas.openxmlformats.org/drawingml/2006/main" noGrp="1"/>
          </p:cNvSpPr>
          <p:nvPr/>
        </p:nvSpPr>
        <p:spPr>
          <a:xfrm xmlns:a="http://schemas.openxmlformats.org/drawingml/2006/main">
            <a:off x="9144000" y="1971675"/>
            <a:ext cx="381000" cy="381000"/>
          </a:xfrm>
          <a:prstGeom xmlns:a="http://schemas.openxmlformats.org/drawingml/2006/main" prst="ellipse">
            <a:avLst/>
          </a:prstGeom>
          <a:solidFill xmlns:a="http://schemas.openxmlformats.org/drawingml/2006/main">
            <a:srgbClr val="C75247"/>
          </a:solidFill>
          <a:ln xmlns:a="http://schemas.openxmlformats.org/drawingml/2006/main" w="0">
            <a:noFill/>
          </a:ln>
        </p:spPr>
      </p:sp>
      <p:sp>
        <p:nvSpPr>
          <p:cNvPr id="6" name="item-567">
            <a:extLst xmlns:a="http://schemas.openxmlformats.org/drawingml/2006/main">
              <a:ext uri="{FF2B5EF4-FFF2-40B4-BE49-F238E27FC236}">
                <a16:creationId xmlns:a16="http://schemas.microsoft.com/office/drawing/2014/main" id="{B63E0583-4175-4636-BBEA-02B60162044D}"/>
              </a:ext>
            </a:extLst>
          </p:cNvPr>
          <p:cNvSpPr>
            <a:spLocks xmlns:a="http://schemas.openxmlformats.org/drawingml/2006/main" noGrp="1"/>
          </p:cNvSpPr>
          <p:nvPr/>
        </p:nvSpPr>
        <p:spPr>
          <a:xfrm xmlns:a="http://schemas.openxmlformats.org/drawingml/2006/main">
            <a:off x="9029700" y="19716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7" name="item-568">
            <a:extLst xmlns:a="http://schemas.openxmlformats.org/drawingml/2006/main">
              <a:ext uri="{FF2B5EF4-FFF2-40B4-BE49-F238E27FC236}">
                <a16:creationId xmlns:a16="http://schemas.microsoft.com/office/drawing/2014/main" id="{4A45FF4B-9D4F-409B-8971-C722A520CAD1}"/>
              </a:ext>
            </a:extLst>
          </p:cNvPr>
          <p:cNvSpPr>
            <a:spLocks xmlns:a="http://schemas.openxmlformats.org/drawingml/2006/main" noGrp="1"/>
          </p:cNvSpPr>
          <p:nvPr/>
        </p:nvSpPr>
        <p:spPr>
          <a:xfrm xmlns:a="http://schemas.openxmlformats.org/drawingml/2006/main">
            <a:off x="9667875" y="193357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C75247"/>
                </a:solidFill>
                <a:latin typeface="Arial"/>
                <a:ea typeface="Arial"/>
                <a:cs typeface="Arial"/>
              </a:defRPr>
            </a:defPPr>
            <a:lvl1pPr algn="l">
              <a:defRPr sz="1875" b="1">
                <a:solidFill>
                  <a:srgbClr val="C75247"/>
                </a:solidFill>
                <a:latin typeface="Arial"/>
                <a:ea typeface="Arial"/>
                <a:cs typeface="Arial"/>
              </a:defRPr>
            </a:lvl1pPr>
            <a:lvl2pPr algn="l">
              <a:defRPr sz="1875" b="1">
                <a:solidFill>
                  <a:srgbClr val="C75247"/>
                </a:solidFill>
                <a:latin typeface="Arial"/>
                <a:ea typeface="Arial"/>
                <a:cs typeface="Arial"/>
              </a:defRPr>
            </a:lvl2pPr>
            <a:lvl3pPr algn="l">
              <a:defRPr sz="1875" b="1">
                <a:solidFill>
                  <a:srgbClr val="C75247"/>
                </a:solidFill>
                <a:latin typeface="Arial"/>
                <a:ea typeface="Arial"/>
                <a:cs typeface="Arial"/>
              </a:defRPr>
            </a:lvl3pPr>
            <a:lvl4pPr algn="l">
              <a:defRPr sz="1875" b="1">
                <a:solidFill>
                  <a:srgbClr val="C75247"/>
                </a:solidFill>
                <a:latin typeface="Arial"/>
                <a:ea typeface="Arial"/>
                <a:cs typeface="Arial"/>
              </a:defRPr>
            </a:lvl4pPr>
            <a:lvl5pPr algn="l">
              <a:defRPr sz="1875" b="1">
                <a:solidFill>
                  <a:srgbClr val="C75247"/>
                </a:solidFill>
                <a:latin typeface="Arial"/>
                <a:ea typeface="Arial"/>
                <a:cs typeface="Arial"/>
              </a:defRPr>
            </a:lvl5pPr>
            <a:lvl6pPr algn="l">
              <a:defRPr sz="1875" b="1">
                <a:solidFill>
                  <a:srgbClr val="C75247"/>
                </a:solidFill>
                <a:latin typeface="Arial"/>
                <a:ea typeface="Arial"/>
                <a:cs typeface="Arial"/>
              </a:defRPr>
            </a:lvl6pPr>
            <a:lvl7pPr algn="l">
              <a:defRPr sz="1875" b="1">
                <a:solidFill>
                  <a:srgbClr val="C75247"/>
                </a:solidFill>
                <a:latin typeface="Arial"/>
                <a:ea typeface="Arial"/>
                <a:cs typeface="Arial"/>
              </a:defRPr>
            </a:lvl7pPr>
            <a:lvl8pPr algn="l">
              <a:defRPr sz="1875" b="1">
                <a:solidFill>
                  <a:srgbClr val="C75247"/>
                </a:solidFill>
                <a:latin typeface="Arial"/>
                <a:ea typeface="Arial"/>
                <a:cs typeface="Arial"/>
              </a:defRPr>
            </a:lvl8pPr>
            <a:lvl9pPr algn="l">
              <a:defRPr sz="1875" b="1">
                <a:solidFill>
                  <a:srgbClr val="C75247"/>
                </a:solidFill>
                <a:latin typeface="Arial"/>
                <a:ea typeface="Arial"/>
                <a:cs typeface="Arial"/>
              </a:defRPr>
            </a:lvl9pPr>
          </a:lstStyle>
          <a:p xmlns:a="http://schemas.openxmlformats.org/drawingml/2006/main">
            <a:pPr algn="l">
              <a:defRPr sz="1875" b="1">
                <a:solidFill>
                  <a:srgbClr val="C75247"/>
                </a:solidFill>
                <a:latin typeface="Arial"/>
                <a:ea typeface="Arial"/>
                <a:cs typeface="Arial"/>
              </a:defRPr>
            </a:pPr>
            <a:r>
              <a:rPr sz="1875" b="1">
                <a:solidFill>
                  <a:srgbClr val="C75247"/>
                </a:solidFill>
                <a:latin typeface="Arial"/>
                <a:ea typeface="Arial"/>
                <a:cs typeface="Arial"/>
              </a:rPr>
              <a:t>Invalid email entered deliberately</a:t>
            </a:r>
          </a:p>
        </p:txBody>
      </p:sp>
      <p:sp>
        <p:nvSpPr>
          <p:cNvPr id="8" name="item-569">
            <a:extLst xmlns:a="http://schemas.openxmlformats.org/drawingml/2006/main">
              <a:ext uri="{FF2B5EF4-FFF2-40B4-BE49-F238E27FC236}">
                <a16:creationId xmlns:a16="http://schemas.microsoft.com/office/drawing/2014/main" id="{03AFF16E-9EF7-4558-9B52-4B430A76DF1E}"/>
              </a:ext>
            </a:extLst>
          </p:cNvPr>
          <p:cNvSpPr>
            <a:spLocks xmlns:a="http://schemas.openxmlformats.org/drawingml/2006/main" noGrp="1"/>
          </p:cNvSpPr>
          <p:nvPr/>
        </p:nvSpPr>
        <p:spPr>
          <a:xfrm xmlns:a="http://schemas.openxmlformats.org/drawingml/2006/main">
            <a:off x="9144000" y="3248025"/>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9" name="item-570">
            <a:extLst xmlns:a="http://schemas.openxmlformats.org/drawingml/2006/main">
              <a:ext uri="{FF2B5EF4-FFF2-40B4-BE49-F238E27FC236}">
                <a16:creationId xmlns:a16="http://schemas.microsoft.com/office/drawing/2014/main" id="{3CE76640-6479-4700-AC9F-351765743CC1}"/>
              </a:ext>
            </a:extLst>
          </p:cNvPr>
          <p:cNvSpPr>
            <a:spLocks xmlns:a="http://schemas.openxmlformats.org/drawingml/2006/main" noGrp="1"/>
          </p:cNvSpPr>
          <p:nvPr/>
        </p:nvSpPr>
        <p:spPr>
          <a:xfrm xmlns:a="http://schemas.openxmlformats.org/drawingml/2006/main">
            <a:off x="9029700" y="32480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item-571">
            <a:extLst xmlns:a="http://schemas.openxmlformats.org/drawingml/2006/main">
              <a:ext uri="{FF2B5EF4-FFF2-40B4-BE49-F238E27FC236}">
                <a16:creationId xmlns:a16="http://schemas.microsoft.com/office/drawing/2014/main" id="{8F8901DB-D356-4800-A178-8EAC9D5CF9C6}"/>
              </a:ext>
            </a:extLst>
          </p:cNvPr>
          <p:cNvSpPr>
            <a:spLocks xmlns:a="http://schemas.openxmlformats.org/drawingml/2006/main" noGrp="1"/>
          </p:cNvSpPr>
          <p:nvPr/>
        </p:nvSpPr>
        <p:spPr>
          <a:xfrm xmlns:a="http://schemas.openxmlformats.org/drawingml/2006/main">
            <a:off x="9667875" y="32099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477BBD"/>
                </a:solidFill>
                <a:latin typeface="Arial"/>
                <a:ea typeface="Arial"/>
                <a:cs typeface="Arial"/>
              </a:defRPr>
            </a:defPPr>
            <a:lvl1pPr algn="l">
              <a:defRPr sz="1875" b="1">
                <a:solidFill>
                  <a:srgbClr val="477BBD"/>
                </a:solidFill>
                <a:latin typeface="Arial"/>
                <a:ea typeface="Arial"/>
                <a:cs typeface="Arial"/>
              </a:defRPr>
            </a:lvl1pPr>
            <a:lvl2pPr algn="l">
              <a:defRPr sz="1875" b="1">
                <a:solidFill>
                  <a:srgbClr val="477BBD"/>
                </a:solidFill>
                <a:latin typeface="Arial"/>
                <a:ea typeface="Arial"/>
                <a:cs typeface="Arial"/>
              </a:defRPr>
            </a:lvl2pPr>
            <a:lvl3pPr algn="l">
              <a:defRPr sz="1875" b="1">
                <a:solidFill>
                  <a:srgbClr val="477BBD"/>
                </a:solidFill>
                <a:latin typeface="Arial"/>
                <a:ea typeface="Arial"/>
                <a:cs typeface="Arial"/>
              </a:defRPr>
            </a:lvl3pPr>
            <a:lvl4pPr algn="l">
              <a:defRPr sz="1875" b="1">
                <a:solidFill>
                  <a:srgbClr val="477BBD"/>
                </a:solidFill>
                <a:latin typeface="Arial"/>
                <a:ea typeface="Arial"/>
                <a:cs typeface="Arial"/>
              </a:defRPr>
            </a:lvl4pPr>
            <a:lvl5pPr algn="l">
              <a:defRPr sz="1875" b="1">
                <a:solidFill>
                  <a:srgbClr val="477BBD"/>
                </a:solidFill>
                <a:latin typeface="Arial"/>
                <a:ea typeface="Arial"/>
                <a:cs typeface="Arial"/>
              </a:defRPr>
            </a:lvl5pPr>
            <a:lvl6pPr algn="l">
              <a:defRPr sz="1875" b="1">
                <a:solidFill>
                  <a:srgbClr val="477BBD"/>
                </a:solidFill>
                <a:latin typeface="Arial"/>
                <a:ea typeface="Arial"/>
                <a:cs typeface="Arial"/>
              </a:defRPr>
            </a:lvl6pPr>
            <a:lvl7pPr algn="l">
              <a:defRPr sz="1875" b="1">
                <a:solidFill>
                  <a:srgbClr val="477BBD"/>
                </a:solidFill>
                <a:latin typeface="Arial"/>
                <a:ea typeface="Arial"/>
                <a:cs typeface="Arial"/>
              </a:defRPr>
            </a:lvl7pPr>
            <a:lvl8pPr algn="l">
              <a:defRPr sz="1875" b="1">
                <a:solidFill>
                  <a:srgbClr val="477BBD"/>
                </a:solidFill>
                <a:latin typeface="Arial"/>
                <a:ea typeface="Arial"/>
                <a:cs typeface="Arial"/>
              </a:defRPr>
            </a:lvl8pPr>
            <a:lvl9pPr algn="l">
              <a:defRPr sz="1875" b="1">
                <a:solidFill>
                  <a:srgbClr val="477BBD"/>
                </a:solidFill>
                <a:latin typeface="Arial"/>
                <a:ea typeface="Arial"/>
                <a:cs typeface="Arial"/>
              </a:defRPr>
            </a:lvl9pPr>
          </a:lstStyle>
          <a:p xmlns:a="http://schemas.openxmlformats.org/drawingml/2006/main">
            <a:pPr algn="l">
              <a:defRPr sz="1875" b="1">
                <a:solidFill>
                  <a:srgbClr val="477BBD"/>
                </a:solidFill>
                <a:latin typeface="Arial"/>
                <a:ea typeface="Arial"/>
                <a:cs typeface="Arial"/>
              </a:defRPr>
            </a:pPr>
            <a:r>
              <a:rPr sz="1875" b="1">
                <a:solidFill>
                  <a:srgbClr val="477BBD"/>
                </a:solidFill>
                <a:latin typeface="Arial"/>
                <a:ea typeface="Arial"/>
                <a:cs typeface="Arial"/>
              </a:rPr>
              <a:t>Observe the validation</a:t>
            </a:r>
          </a:p>
        </p:txBody>
      </p:sp>
      <p:sp>
        <p:nvSpPr>
          <p:cNvPr id="11" name="item-572">
            <a:extLst xmlns:a="http://schemas.openxmlformats.org/drawingml/2006/main">
              <a:ext uri="{FF2B5EF4-FFF2-40B4-BE49-F238E27FC236}">
                <a16:creationId xmlns:a16="http://schemas.microsoft.com/office/drawing/2014/main" id="{4BE52EE9-CF93-40C8-991C-FAA310B26F22}"/>
              </a:ext>
            </a:extLst>
          </p:cNvPr>
          <p:cNvSpPr>
            <a:spLocks xmlns:a="http://schemas.openxmlformats.org/drawingml/2006/main" noGrp="1"/>
          </p:cNvSpPr>
          <p:nvPr/>
        </p:nvSpPr>
        <p:spPr>
          <a:xfrm xmlns:a="http://schemas.openxmlformats.org/drawingml/2006/main">
            <a:off x="9144000" y="45910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2" name="item-573">
            <a:extLst xmlns:a="http://schemas.openxmlformats.org/drawingml/2006/main">
              <a:ext uri="{FF2B5EF4-FFF2-40B4-BE49-F238E27FC236}">
                <a16:creationId xmlns:a16="http://schemas.microsoft.com/office/drawing/2014/main" id="{16C9E52C-C4DE-494C-A002-1C729A16C439}"/>
              </a:ext>
            </a:extLst>
          </p:cNvPr>
          <p:cNvSpPr>
            <a:spLocks xmlns:a="http://schemas.openxmlformats.org/drawingml/2006/main" noGrp="1"/>
          </p:cNvSpPr>
          <p:nvPr/>
        </p:nvSpPr>
        <p:spPr>
          <a:xfrm xmlns:a="http://schemas.openxmlformats.org/drawingml/2006/main">
            <a:off x="9029700" y="4591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3" name="item-574">
            <a:extLst xmlns:a="http://schemas.openxmlformats.org/drawingml/2006/main">
              <a:ext uri="{FF2B5EF4-FFF2-40B4-BE49-F238E27FC236}">
                <a16:creationId xmlns:a16="http://schemas.microsoft.com/office/drawing/2014/main" id="{D93A66C1-D4E7-4F5B-BDE1-3A37099B313D}"/>
              </a:ext>
            </a:extLst>
          </p:cNvPr>
          <p:cNvSpPr>
            <a:spLocks xmlns:a="http://schemas.openxmlformats.org/drawingml/2006/main" noGrp="1"/>
          </p:cNvSpPr>
          <p:nvPr/>
        </p:nvSpPr>
        <p:spPr>
          <a:xfrm xmlns:a="http://schemas.openxmlformats.org/drawingml/2006/main">
            <a:off x="9667875" y="45529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378775"/>
                </a:solidFill>
                <a:latin typeface="Arial"/>
                <a:ea typeface="Arial"/>
                <a:cs typeface="Arial"/>
              </a:defRPr>
            </a:defPPr>
            <a:lvl1pPr algn="l">
              <a:defRPr sz="1875" b="1">
                <a:solidFill>
                  <a:srgbClr val="378775"/>
                </a:solidFill>
                <a:latin typeface="Arial"/>
                <a:ea typeface="Arial"/>
                <a:cs typeface="Arial"/>
              </a:defRPr>
            </a:lvl1pPr>
            <a:lvl2pPr algn="l">
              <a:defRPr sz="1875" b="1">
                <a:solidFill>
                  <a:srgbClr val="378775"/>
                </a:solidFill>
                <a:latin typeface="Arial"/>
                <a:ea typeface="Arial"/>
                <a:cs typeface="Arial"/>
              </a:defRPr>
            </a:lvl2pPr>
            <a:lvl3pPr algn="l">
              <a:defRPr sz="1875" b="1">
                <a:solidFill>
                  <a:srgbClr val="378775"/>
                </a:solidFill>
                <a:latin typeface="Arial"/>
                <a:ea typeface="Arial"/>
                <a:cs typeface="Arial"/>
              </a:defRPr>
            </a:lvl3pPr>
            <a:lvl4pPr algn="l">
              <a:defRPr sz="1875" b="1">
                <a:solidFill>
                  <a:srgbClr val="378775"/>
                </a:solidFill>
                <a:latin typeface="Arial"/>
                <a:ea typeface="Arial"/>
                <a:cs typeface="Arial"/>
              </a:defRPr>
            </a:lvl4pPr>
            <a:lvl5pPr algn="l">
              <a:defRPr sz="1875" b="1">
                <a:solidFill>
                  <a:srgbClr val="378775"/>
                </a:solidFill>
                <a:latin typeface="Arial"/>
                <a:ea typeface="Arial"/>
                <a:cs typeface="Arial"/>
              </a:defRPr>
            </a:lvl5pPr>
            <a:lvl6pPr algn="l">
              <a:defRPr sz="1875" b="1">
                <a:solidFill>
                  <a:srgbClr val="378775"/>
                </a:solidFill>
                <a:latin typeface="Arial"/>
                <a:ea typeface="Arial"/>
                <a:cs typeface="Arial"/>
              </a:defRPr>
            </a:lvl6pPr>
            <a:lvl7pPr algn="l">
              <a:defRPr sz="1875" b="1">
                <a:solidFill>
                  <a:srgbClr val="378775"/>
                </a:solidFill>
                <a:latin typeface="Arial"/>
                <a:ea typeface="Arial"/>
                <a:cs typeface="Arial"/>
              </a:defRPr>
            </a:lvl7pPr>
            <a:lvl8pPr algn="l">
              <a:defRPr sz="1875" b="1">
                <a:solidFill>
                  <a:srgbClr val="378775"/>
                </a:solidFill>
                <a:latin typeface="Arial"/>
                <a:ea typeface="Arial"/>
                <a:cs typeface="Arial"/>
              </a:defRPr>
            </a:lvl8pPr>
            <a:lvl9pPr algn="l">
              <a:defRPr sz="1875" b="1">
                <a:solidFill>
                  <a:srgbClr val="378775"/>
                </a:solidFill>
                <a:latin typeface="Arial"/>
                <a:ea typeface="Arial"/>
                <a:cs typeface="Arial"/>
              </a:defRPr>
            </a:lvl9pPr>
          </a:lstStyle>
          <a:p xmlns:a="http://schemas.openxmlformats.org/drawingml/2006/main">
            <a:pPr algn="l">
              <a:defRPr sz="1875" b="1">
                <a:solidFill>
                  <a:srgbClr val="378775"/>
                </a:solidFill>
                <a:latin typeface="Arial"/>
                <a:ea typeface="Arial"/>
                <a:cs typeface="Arial"/>
              </a:defRPr>
            </a:pPr>
            <a:r>
              <a:rPr sz="1875" b="1">
                <a:solidFill>
                  <a:srgbClr val="378775"/>
                </a:solidFill>
                <a:latin typeface="Arial"/>
                <a:ea typeface="Arial"/>
                <a:cs typeface="Arial"/>
              </a:rPr>
              <a:t>Correct and continue</a:t>
            </a:r>
          </a:p>
        </p:txBody>
      </p:sp>
      <p:sp>
        <p:nvSpPr>
          <p:cNvPr id="14" name="item-575">
            <a:extLst xmlns:a="http://schemas.openxmlformats.org/drawingml/2006/main">
              <a:ext uri="{FF2B5EF4-FFF2-40B4-BE49-F238E27FC236}">
                <a16:creationId xmlns:a16="http://schemas.microsoft.com/office/drawing/2014/main" id="{9FF08D53-DA5F-4A20-B9EC-2A255EBA8B19}"/>
              </a:ext>
            </a:extLst>
          </p:cNvPr>
          <p:cNvSpPr>
            <a:spLocks xmlns:a="http://schemas.openxmlformats.org/drawingml/2006/main" noGrp="1"/>
          </p:cNvSpPr>
          <p:nvPr/>
        </p:nvSpPr>
        <p:spPr>
          <a:xfrm xmlns:a="http://schemas.openxmlformats.org/drawingml/2006/main">
            <a:off x="6858000" y="3943350"/>
            <a:ext cx="381000" cy="381000"/>
          </a:xfrm>
          <a:prstGeom xmlns:a="http://schemas.openxmlformats.org/drawingml/2006/main" prst="ellipse">
            <a:avLst/>
          </a:prstGeom>
          <a:solidFill xmlns:a="http://schemas.openxmlformats.org/drawingml/2006/main">
            <a:srgbClr val="C75247"/>
          </a:solidFill>
          <a:ln xmlns:a="http://schemas.openxmlformats.org/drawingml/2006/main" w="0">
            <a:noFill/>
          </a:ln>
        </p:spPr>
      </p:sp>
      <p:sp>
        <p:nvSpPr>
          <p:cNvPr id="15" name="item-576">
            <a:extLst xmlns:a="http://schemas.openxmlformats.org/drawingml/2006/main">
              <a:ext uri="{FF2B5EF4-FFF2-40B4-BE49-F238E27FC236}">
                <a16:creationId xmlns:a16="http://schemas.microsoft.com/office/drawing/2014/main" id="{91842B9F-95FE-4105-90BF-F94E9D6DFCE6}"/>
              </a:ext>
            </a:extLst>
          </p:cNvPr>
          <p:cNvSpPr>
            <a:spLocks xmlns:a="http://schemas.openxmlformats.org/drawingml/2006/main" noGrp="1"/>
          </p:cNvSpPr>
          <p:nvPr/>
        </p:nvSpPr>
        <p:spPr>
          <a:xfrm xmlns:a="http://schemas.openxmlformats.org/drawingml/2006/main">
            <a:off x="6743700" y="3943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16" name="item-577">
            <a:extLst xmlns:a="http://schemas.openxmlformats.org/drawingml/2006/main">
              <a:ext uri="{FF2B5EF4-FFF2-40B4-BE49-F238E27FC236}">
                <a16:creationId xmlns:a16="http://schemas.microsoft.com/office/drawing/2014/main" id="{87207DA8-A55A-478C-881B-3149798B2590}"/>
              </a:ext>
            </a:extLst>
          </p:cNvPr>
          <p:cNvSpPr>
            <a:spLocks xmlns:a="http://schemas.openxmlformats.org/drawingml/2006/main" noGrp="1"/>
          </p:cNvSpPr>
          <p:nvPr/>
        </p:nvSpPr>
        <p:spPr>
          <a:xfrm xmlns:a="http://schemas.openxmlformats.org/drawingml/2006/main">
            <a:off x="6305550" y="43243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17" name="item-578">
            <a:extLst xmlns:a="http://schemas.openxmlformats.org/drawingml/2006/main">
              <a:ext uri="{FF2B5EF4-FFF2-40B4-BE49-F238E27FC236}">
                <a16:creationId xmlns:a16="http://schemas.microsoft.com/office/drawing/2014/main" id="{94D128E5-8294-4DBD-8217-E21DED929CC7}"/>
              </a:ext>
            </a:extLst>
          </p:cNvPr>
          <p:cNvSpPr>
            <a:spLocks xmlns:a="http://schemas.openxmlformats.org/drawingml/2006/main" noGrp="1"/>
          </p:cNvSpPr>
          <p:nvPr/>
        </p:nvSpPr>
        <p:spPr>
          <a:xfrm xmlns:a="http://schemas.openxmlformats.org/drawingml/2006/main">
            <a:off x="6191250" y="43243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8" name="item-579">
            <a:extLst xmlns:a="http://schemas.openxmlformats.org/drawingml/2006/main">
              <a:ext uri="{FF2B5EF4-FFF2-40B4-BE49-F238E27FC236}">
                <a16:creationId xmlns:a16="http://schemas.microsoft.com/office/drawing/2014/main" id="{4FDC2F65-B328-4F0D-B81A-717AFFD942F0}"/>
              </a:ext>
            </a:extLst>
          </p:cNvPr>
          <p:cNvSpPr>
            <a:spLocks xmlns:a="http://schemas.openxmlformats.org/drawingml/2006/main" noGrp="1"/>
          </p:cNvSpPr>
          <p:nvPr/>
        </p:nvSpPr>
        <p:spPr>
          <a:xfrm xmlns:a="http://schemas.openxmlformats.org/drawingml/2006/main">
            <a:off x="2076450" y="5629275"/>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9" name="item-580">
            <a:extLst xmlns:a="http://schemas.openxmlformats.org/drawingml/2006/main">
              <a:ext uri="{FF2B5EF4-FFF2-40B4-BE49-F238E27FC236}">
                <a16:creationId xmlns:a16="http://schemas.microsoft.com/office/drawing/2014/main" id="{3F7F526C-9BCA-4CB9-982F-9E69895EFF46}"/>
              </a:ext>
            </a:extLst>
          </p:cNvPr>
          <p:cNvSpPr>
            <a:spLocks xmlns:a="http://schemas.openxmlformats.org/drawingml/2006/main" noGrp="1"/>
          </p:cNvSpPr>
          <p:nvPr/>
        </p:nvSpPr>
        <p:spPr>
          <a:xfrm xmlns:a="http://schemas.openxmlformats.org/drawingml/2006/main">
            <a:off x="1962150" y="56292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Tree>
    <p:extLst>
      <p:ext uri="{BB962C8B-B14F-4D97-AF65-F5344CB8AC3E}">
        <p14:creationId xmlns:p14="http://schemas.microsoft.com/office/powerpoint/2010/main" val="50841965"/>
      </p:ext>
    </p:extLst>
  </p:cSld>
</p:sld>
</file>

<file path=ppt/slides/slide4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8" name="item-581">
            <a:extLst xmlns:a="http://schemas.openxmlformats.org/drawingml/2006/main">
              <a:ext uri="{FF2B5EF4-FFF2-40B4-BE49-F238E27FC236}">
                <a16:creationId xmlns:a16="http://schemas.microsoft.com/office/drawing/2014/main" id="{849EDDBF-47AB-4D43-A705-350CD0DD3A14}"/>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confirmation is the evidence</a:t>
            </a:r>
          </a:p>
        </p:txBody>
      </p:sp>
      <p:sp>
        <p:nvSpPr>
          <p:cNvPr id="2" name="item-582">
            <a:extLst xmlns:a="http://schemas.openxmlformats.org/drawingml/2006/main">
              <a:ext uri="{FF2B5EF4-FFF2-40B4-BE49-F238E27FC236}">
                <a16:creationId xmlns:a16="http://schemas.microsoft.com/office/drawing/2014/main" id="{EB3B80EA-E9D3-4E37-A824-4D419C47FF01}"/>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83">
            <a:extLst xmlns:a="http://schemas.openxmlformats.org/drawingml/2006/main">
              <a:ext uri="{FF2B5EF4-FFF2-40B4-BE49-F238E27FC236}">
                <a16:creationId xmlns:a16="http://schemas.microsoft.com/office/drawing/2014/main" id="{80846AF9-A4CD-49BB-9F3D-D2A9D25377BA}"/>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43  ·  OPTIONAL</a:t>
            </a:r>
          </a:p>
        </p:txBody>
      </p:sp>
      <p:pic>
        <p:nvPicPr>
          <p:cNvPr id="4" name="">
            <a:extLst xmlns:a="http://schemas.openxmlformats.org/drawingml/2006/main">
              <a:ext uri="{FF2B5EF4-FFF2-40B4-BE49-F238E27FC236}">
                <a16:creationId xmlns:a16="http://schemas.microsoft.com/office/drawing/2014/main" id="{9FA91D6B-F274-44C6-84AC-79B81CB42C11}"/>
              </a:ext>
            </a:extLst>
          </p:cNvPr>
          <p:cNvPicPr>
            <a:picLocks xmlns:a="http://schemas.openxmlformats.org/drawingml/2006/main" noChangeAspect="1"/>
          </p:cNvPicPr>
          <p:nvPr/>
        </p:nvPicPr>
        <p:blipFill>
          <a:blip xmlns:r="http://schemas.openxmlformats.org/officeDocument/2006/relationships" xmlns:a="http://schemas.openxmlformats.org/drawingml/2006/main" r:embed="R6687d9cd33e043ce"/>
          <a:stretch xmlns:a="http://schemas.openxmlformats.org/drawingml/2006/main"/>
        </p:blipFill>
        <p:spPr>
          <a:xfrm xmlns:a="http://schemas.openxmlformats.org/drawingml/2006/main">
            <a:off x="2445314" y="1609725"/>
            <a:ext cx="3872372" cy="4181475"/>
          </a:xfrm>
          <a:prstGeom xmlns:a="http://schemas.openxmlformats.org/drawingml/2006/main" prst="rect">
            <a:avLst/>
          </a:prstGeom>
        </p:spPr>
      </p:pic>
      <p:sp>
        <p:nvSpPr>
          <p:cNvPr id="5" name="item-584">
            <a:extLst xmlns:a="http://schemas.openxmlformats.org/drawingml/2006/main">
              <a:ext uri="{FF2B5EF4-FFF2-40B4-BE49-F238E27FC236}">
                <a16:creationId xmlns:a16="http://schemas.microsoft.com/office/drawing/2014/main" id="{49012EE5-94BD-48AC-8C1C-6B6D2F591514}"/>
              </a:ext>
            </a:extLst>
          </p:cNvPr>
          <p:cNvSpPr>
            <a:spLocks xmlns:a="http://schemas.openxmlformats.org/drawingml/2006/main" noGrp="1"/>
          </p:cNvSpPr>
          <p:nvPr/>
        </p:nvSpPr>
        <p:spPr>
          <a:xfrm xmlns:a="http://schemas.openxmlformats.org/drawingml/2006/main">
            <a:off x="8420100" y="1962150"/>
            <a:ext cx="3076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3600" b="1">
                <a:solidFill>
                  <a:srgbClr val="378775"/>
                </a:solidFill>
                <a:latin typeface="Arial"/>
                <a:ea typeface="Arial"/>
                <a:cs typeface="Arial"/>
              </a:defRPr>
            </a:defPPr>
            <a:lvl1pPr algn="l">
              <a:defRPr sz="3600" b="1">
                <a:solidFill>
                  <a:srgbClr val="378775"/>
                </a:solidFill>
                <a:latin typeface="Arial"/>
                <a:ea typeface="Arial"/>
                <a:cs typeface="Arial"/>
              </a:defRPr>
            </a:lvl1pPr>
            <a:lvl2pPr algn="l">
              <a:defRPr sz="3600" b="1">
                <a:solidFill>
                  <a:srgbClr val="378775"/>
                </a:solidFill>
                <a:latin typeface="Arial"/>
                <a:ea typeface="Arial"/>
                <a:cs typeface="Arial"/>
              </a:defRPr>
            </a:lvl2pPr>
            <a:lvl3pPr algn="l">
              <a:defRPr sz="3600" b="1">
                <a:solidFill>
                  <a:srgbClr val="378775"/>
                </a:solidFill>
                <a:latin typeface="Arial"/>
                <a:ea typeface="Arial"/>
                <a:cs typeface="Arial"/>
              </a:defRPr>
            </a:lvl3pPr>
            <a:lvl4pPr algn="l">
              <a:defRPr sz="3600" b="1">
                <a:solidFill>
                  <a:srgbClr val="378775"/>
                </a:solidFill>
                <a:latin typeface="Arial"/>
                <a:ea typeface="Arial"/>
                <a:cs typeface="Arial"/>
              </a:defRPr>
            </a:lvl4pPr>
            <a:lvl5pPr algn="l">
              <a:defRPr sz="3600" b="1">
                <a:solidFill>
                  <a:srgbClr val="378775"/>
                </a:solidFill>
                <a:latin typeface="Arial"/>
                <a:ea typeface="Arial"/>
                <a:cs typeface="Arial"/>
              </a:defRPr>
            </a:lvl5pPr>
            <a:lvl6pPr algn="l">
              <a:defRPr sz="3600" b="1">
                <a:solidFill>
                  <a:srgbClr val="378775"/>
                </a:solidFill>
                <a:latin typeface="Arial"/>
                <a:ea typeface="Arial"/>
                <a:cs typeface="Arial"/>
              </a:defRPr>
            </a:lvl6pPr>
            <a:lvl7pPr algn="l">
              <a:defRPr sz="3600" b="1">
                <a:solidFill>
                  <a:srgbClr val="378775"/>
                </a:solidFill>
                <a:latin typeface="Arial"/>
                <a:ea typeface="Arial"/>
                <a:cs typeface="Arial"/>
              </a:defRPr>
            </a:lvl7pPr>
            <a:lvl8pPr algn="l">
              <a:defRPr sz="3600" b="1">
                <a:solidFill>
                  <a:srgbClr val="378775"/>
                </a:solidFill>
                <a:latin typeface="Arial"/>
                <a:ea typeface="Arial"/>
                <a:cs typeface="Arial"/>
              </a:defRPr>
            </a:lvl8pPr>
            <a:lvl9pPr algn="l">
              <a:defRPr sz="3600" b="1">
                <a:solidFill>
                  <a:srgbClr val="378775"/>
                </a:solidFill>
                <a:latin typeface="Arial"/>
                <a:ea typeface="Arial"/>
                <a:cs typeface="Arial"/>
              </a:defRPr>
            </a:lvl9pPr>
          </a:lstStyle>
          <a:p xmlns:a="http://schemas.openxmlformats.org/drawingml/2006/main">
            <a:pPr algn="l">
              <a:defRPr sz="3600" b="1">
                <a:solidFill>
                  <a:srgbClr val="378775"/>
                </a:solidFill>
                <a:latin typeface="Arial"/>
                <a:ea typeface="Arial"/>
                <a:cs typeface="Arial"/>
              </a:defRPr>
            </a:pPr>
            <a:r>
              <a:rPr sz="3600" b="1">
                <a:solidFill>
                  <a:srgbClr val="378775"/>
                </a:solidFill>
                <a:latin typeface="Arial"/>
                <a:ea typeface="Arial"/>
                <a:cs typeface="Arial"/>
              </a:rPr>
              <a:t>NP-1042</a:t>
            </a:r>
          </a:p>
        </p:txBody>
      </p:sp>
      <p:sp>
        <p:nvSpPr>
          <p:cNvPr id="6" name="item-585">
            <a:extLst xmlns:a="http://schemas.openxmlformats.org/drawingml/2006/main">
              <a:ext uri="{FF2B5EF4-FFF2-40B4-BE49-F238E27FC236}">
                <a16:creationId xmlns:a16="http://schemas.microsoft.com/office/drawing/2014/main" id="{DBC5E3A5-1209-4920-8771-B534EF406CD2}"/>
              </a:ext>
            </a:extLst>
          </p:cNvPr>
          <p:cNvSpPr>
            <a:spLocks xmlns:a="http://schemas.openxmlformats.org/drawingml/2006/main" noGrp="1"/>
          </p:cNvSpPr>
          <p:nvPr/>
        </p:nvSpPr>
        <p:spPr>
          <a:xfrm xmlns:a="http://schemas.openxmlformats.org/drawingml/2006/main">
            <a:off x="8420100" y="3190875"/>
            <a:ext cx="3076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0">
                <a:solidFill>
                  <a:srgbClr val="152D46"/>
                </a:solidFill>
                <a:latin typeface="Arial"/>
                <a:ea typeface="Arial"/>
                <a:cs typeface="Arial"/>
              </a:defRPr>
            </a:defPPr>
            <a:lvl1pPr algn="l">
              <a:defRPr sz="2400" b="0">
                <a:solidFill>
                  <a:srgbClr val="152D46"/>
                </a:solidFill>
                <a:latin typeface="Arial"/>
                <a:ea typeface="Arial"/>
                <a:cs typeface="Arial"/>
              </a:defRPr>
            </a:lvl1pPr>
            <a:lvl2pPr algn="l">
              <a:defRPr sz="2400" b="0">
                <a:solidFill>
                  <a:srgbClr val="152D46"/>
                </a:solidFill>
                <a:latin typeface="Arial"/>
                <a:ea typeface="Arial"/>
                <a:cs typeface="Arial"/>
              </a:defRPr>
            </a:lvl2pPr>
            <a:lvl3pPr algn="l">
              <a:defRPr sz="2400" b="0">
                <a:solidFill>
                  <a:srgbClr val="152D46"/>
                </a:solidFill>
                <a:latin typeface="Arial"/>
                <a:ea typeface="Arial"/>
                <a:cs typeface="Arial"/>
              </a:defRPr>
            </a:lvl3pPr>
            <a:lvl4pPr algn="l">
              <a:defRPr sz="2400" b="0">
                <a:solidFill>
                  <a:srgbClr val="152D46"/>
                </a:solidFill>
                <a:latin typeface="Arial"/>
                <a:ea typeface="Arial"/>
                <a:cs typeface="Arial"/>
              </a:defRPr>
            </a:lvl4pPr>
            <a:lvl5pPr algn="l">
              <a:defRPr sz="2400" b="0">
                <a:solidFill>
                  <a:srgbClr val="152D46"/>
                </a:solidFill>
                <a:latin typeface="Arial"/>
                <a:ea typeface="Arial"/>
                <a:cs typeface="Arial"/>
              </a:defRPr>
            </a:lvl5pPr>
            <a:lvl6pPr algn="l">
              <a:defRPr sz="2400" b="0">
                <a:solidFill>
                  <a:srgbClr val="152D46"/>
                </a:solidFill>
                <a:latin typeface="Arial"/>
                <a:ea typeface="Arial"/>
                <a:cs typeface="Arial"/>
              </a:defRPr>
            </a:lvl6pPr>
            <a:lvl7pPr algn="l">
              <a:defRPr sz="2400" b="0">
                <a:solidFill>
                  <a:srgbClr val="152D46"/>
                </a:solidFill>
                <a:latin typeface="Arial"/>
                <a:ea typeface="Arial"/>
                <a:cs typeface="Arial"/>
              </a:defRPr>
            </a:lvl7pPr>
            <a:lvl8pPr algn="l">
              <a:defRPr sz="2400" b="0">
                <a:solidFill>
                  <a:srgbClr val="152D46"/>
                </a:solidFill>
                <a:latin typeface="Arial"/>
                <a:ea typeface="Arial"/>
                <a:cs typeface="Arial"/>
              </a:defRPr>
            </a:lvl8pPr>
            <a:lvl9pPr algn="l">
              <a:defRPr sz="2400" b="0">
                <a:solidFill>
                  <a:srgbClr val="152D46"/>
                </a:solidFill>
                <a:latin typeface="Arial"/>
                <a:ea typeface="Arial"/>
                <a:cs typeface="Arial"/>
              </a:defRPr>
            </a:lvl9pPr>
          </a:lstStyle>
          <a:p xmlns:a="http://schemas.openxmlformats.org/drawingml/2006/main">
            <a:pPr algn="l">
              <a:defRPr sz="2400" b="0">
                <a:solidFill>
                  <a:srgbClr val="152D46"/>
                </a:solidFill>
                <a:latin typeface="Arial"/>
                <a:ea typeface="Arial"/>
                <a:cs typeface="Arial"/>
              </a:defRPr>
            </a:pPr>
            <a:r>
              <a:rPr sz="2400" b="0">
                <a:solidFill>
                  <a:srgbClr val="152D46"/>
                </a:solidFill>
                <a:latin typeface="Arial"/>
                <a:ea typeface="Arial"/>
                <a:cs typeface="Arial"/>
              </a:rPr>
              <a:t>The receipt reference belongs in the report</a:t>
            </a:r>
          </a:p>
        </p:txBody>
      </p:sp>
      <p:sp>
        <p:nvSpPr>
          <p:cNvPr id="7" name="item-586">
            <a:extLst xmlns:a="http://schemas.openxmlformats.org/drawingml/2006/main">
              <a:ext uri="{FF2B5EF4-FFF2-40B4-BE49-F238E27FC236}">
                <a16:creationId xmlns:a16="http://schemas.microsoft.com/office/drawing/2014/main" id="{3E2DF004-0A48-416E-888C-B1461B204972}"/>
              </a:ext>
            </a:extLst>
          </p:cNvPr>
          <p:cNvSpPr>
            <a:spLocks xmlns:a="http://schemas.openxmlformats.org/drawingml/2006/main" noGrp="1"/>
          </p:cNvSpPr>
          <p:nvPr/>
        </p:nvSpPr>
        <p:spPr>
          <a:xfrm xmlns:a="http://schemas.openxmlformats.org/drawingml/2006/main">
            <a:off x="8420100" y="4924425"/>
            <a:ext cx="30765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687282"/>
                </a:solidFill>
                <a:latin typeface="Arial"/>
                <a:ea typeface="Arial"/>
                <a:cs typeface="Arial"/>
              </a:defRPr>
            </a:defPPr>
            <a:lvl1pPr algn="l">
              <a:defRPr sz="1875" b="0">
                <a:solidFill>
                  <a:srgbClr val="687282"/>
                </a:solidFill>
                <a:latin typeface="Arial"/>
                <a:ea typeface="Arial"/>
                <a:cs typeface="Arial"/>
              </a:defRPr>
            </a:lvl1pPr>
            <a:lvl2pPr algn="l">
              <a:defRPr sz="1875" b="0">
                <a:solidFill>
                  <a:srgbClr val="687282"/>
                </a:solidFill>
                <a:latin typeface="Arial"/>
                <a:ea typeface="Arial"/>
                <a:cs typeface="Arial"/>
              </a:defRPr>
            </a:lvl2pPr>
            <a:lvl3pPr algn="l">
              <a:defRPr sz="1875" b="0">
                <a:solidFill>
                  <a:srgbClr val="687282"/>
                </a:solidFill>
                <a:latin typeface="Arial"/>
                <a:ea typeface="Arial"/>
                <a:cs typeface="Arial"/>
              </a:defRPr>
            </a:lvl3pPr>
            <a:lvl4pPr algn="l">
              <a:defRPr sz="1875" b="0">
                <a:solidFill>
                  <a:srgbClr val="687282"/>
                </a:solidFill>
                <a:latin typeface="Arial"/>
                <a:ea typeface="Arial"/>
                <a:cs typeface="Arial"/>
              </a:defRPr>
            </a:lvl4pPr>
            <a:lvl5pPr algn="l">
              <a:defRPr sz="1875" b="0">
                <a:solidFill>
                  <a:srgbClr val="687282"/>
                </a:solidFill>
                <a:latin typeface="Arial"/>
                <a:ea typeface="Arial"/>
                <a:cs typeface="Arial"/>
              </a:defRPr>
            </a:lvl5pPr>
            <a:lvl6pPr algn="l">
              <a:defRPr sz="1875" b="0">
                <a:solidFill>
                  <a:srgbClr val="687282"/>
                </a:solidFill>
                <a:latin typeface="Arial"/>
                <a:ea typeface="Arial"/>
                <a:cs typeface="Arial"/>
              </a:defRPr>
            </a:lvl6pPr>
            <a:lvl7pPr algn="l">
              <a:defRPr sz="1875" b="0">
                <a:solidFill>
                  <a:srgbClr val="687282"/>
                </a:solidFill>
                <a:latin typeface="Arial"/>
                <a:ea typeface="Arial"/>
                <a:cs typeface="Arial"/>
              </a:defRPr>
            </a:lvl7pPr>
            <a:lvl8pPr algn="l">
              <a:defRPr sz="1875" b="0">
                <a:solidFill>
                  <a:srgbClr val="687282"/>
                </a:solidFill>
                <a:latin typeface="Arial"/>
                <a:ea typeface="Arial"/>
                <a:cs typeface="Arial"/>
              </a:defRPr>
            </a:lvl8pPr>
            <a:lvl9pPr algn="l">
              <a:defRPr sz="1875" b="0">
                <a:solidFill>
                  <a:srgbClr val="687282"/>
                </a:solidFill>
                <a:latin typeface="Arial"/>
                <a:ea typeface="Arial"/>
                <a:cs typeface="Arial"/>
              </a:defRPr>
            </a:lvl9pPr>
          </a:lstStyle>
          <a:p xmlns:a="http://schemas.openxmlformats.org/drawingml/2006/main">
            <a:pPr algn="l">
              <a:defRPr sz="1875" b="0">
                <a:solidFill>
                  <a:srgbClr val="687282"/>
                </a:solidFill>
                <a:latin typeface="Arial"/>
                <a:ea typeface="Arial"/>
                <a:cs typeface="Arial"/>
              </a:defRPr>
            </a:pPr>
            <a:r>
              <a:rPr sz="1875" b="0">
                <a:solidFill>
                  <a:srgbClr val="687282"/>
                </a:solidFill>
                <a:latin typeface="Arial"/>
                <a:ea typeface="Arial"/>
                <a:cs typeface="Arial"/>
              </a:rPr>
              <a:t>This training form sends no email</a:t>
            </a:r>
          </a:p>
        </p:txBody>
      </p:sp>
    </p:spTree>
    <p:extLst>
      <p:ext uri="{BB962C8B-B14F-4D97-AF65-F5344CB8AC3E}">
        <p14:creationId xmlns:p14="http://schemas.microsoft.com/office/powerpoint/2010/main" val="1830005637"/>
      </p:ext>
    </p:extLst>
  </p:cSld>
</p:sld>
</file>

<file path=ppt/slides/slide44.xml><?xml version="1.0" encoding="utf-8"?>
<p:sld xmlns:p="http://schemas.openxmlformats.org/presentationml/2006/main">
  <p:cSld>
    <p:bg>
      <p:bgPr>
        <a:solidFill xmlns:a="http://schemas.openxmlformats.org/drawingml/2006/main">
          <a:srgbClr val="E7EEE6"/>
        </a:solidFill>
      </p:bgPr>
    </p:bg>
    <p:spTree>
      <p:nvGrpSpPr>
        <p:cNvPr id="1" name=""/>
        <p:cNvGrpSpPr/>
        <p:nvPr/>
      </p:nvGrpSpPr>
      <p:grpSpPr>
        <a:xfrm xmlns:a="http://schemas.openxmlformats.org/drawingml/2006/main"/>
      </p:grpSpPr>
      <p:sp>
        <p:nvSpPr>
          <p:cNvPr id="8" name="item-587">
            <a:extLst xmlns:a="http://schemas.openxmlformats.org/drawingml/2006/main">
              <a:ext uri="{FF2B5EF4-FFF2-40B4-BE49-F238E27FC236}">
                <a16:creationId xmlns:a16="http://schemas.microsoft.com/office/drawing/2014/main" id="{C05323D8-07DF-4EE8-AC80-DEE7E5E12FEB}"/>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Demo 3: the records you need</a:t>
            </a:r>
          </a:p>
        </p:txBody>
      </p:sp>
      <p:sp>
        <p:nvSpPr>
          <p:cNvPr id="2" name="item-588">
            <a:extLst xmlns:a="http://schemas.openxmlformats.org/drawingml/2006/main">
              <a:ext uri="{FF2B5EF4-FFF2-40B4-BE49-F238E27FC236}">
                <a16:creationId xmlns:a16="http://schemas.microsoft.com/office/drawing/2014/main" id="{5167675A-FFE6-41F2-98BA-4AD5C874B618}"/>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89">
            <a:extLst xmlns:a="http://schemas.openxmlformats.org/drawingml/2006/main">
              <a:ext uri="{FF2B5EF4-FFF2-40B4-BE49-F238E27FC236}">
                <a16:creationId xmlns:a16="http://schemas.microsoft.com/office/drawing/2014/main" id="{556E4DBB-1131-4DBF-9F2C-7448B6DCE995}"/>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44  ·  OPTIONAL</a:t>
            </a:r>
          </a:p>
        </p:txBody>
      </p:sp>
      <p:pic>
        <p:nvPicPr>
          <p:cNvPr id="4" name="">
            <a:extLst xmlns:a="http://schemas.openxmlformats.org/drawingml/2006/main">
              <a:ext uri="{FF2B5EF4-FFF2-40B4-BE49-F238E27FC236}">
                <a16:creationId xmlns:a16="http://schemas.microsoft.com/office/drawing/2014/main" id="{FDF3F99C-B3FC-4160-8DAA-6FF42972399E}"/>
              </a:ext>
            </a:extLst>
          </p:cNvPr>
          <p:cNvPicPr>
            <a:picLocks xmlns:a="http://schemas.openxmlformats.org/drawingml/2006/main" noChangeAspect="1"/>
          </p:cNvPicPr>
          <p:nvPr/>
        </p:nvPicPr>
        <p:blipFill>
          <a:blip xmlns:r="http://schemas.openxmlformats.org/officeDocument/2006/relationships" xmlns:a="http://schemas.openxmlformats.org/drawingml/2006/main" r:embed="R3d5db38de8a44500"/>
          <a:stretch xmlns:a="http://schemas.openxmlformats.org/drawingml/2006/main"/>
        </p:blipFill>
        <p:spPr>
          <a:xfrm xmlns:a="http://schemas.openxmlformats.org/drawingml/2006/main">
            <a:off x="1780018" y="1600200"/>
            <a:ext cx="5869714" cy="4076700"/>
          </a:xfrm>
          <a:prstGeom xmlns:a="http://schemas.openxmlformats.org/drawingml/2006/main" prst="rect">
            <a:avLst/>
          </a:prstGeom>
        </p:spPr>
      </p:pic>
      <p:sp>
        <p:nvSpPr>
          <p:cNvPr id="5" name="item-590">
            <a:extLst xmlns:a="http://schemas.openxmlformats.org/drawingml/2006/main">
              <a:ext uri="{FF2B5EF4-FFF2-40B4-BE49-F238E27FC236}">
                <a16:creationId xmlns:a16="http://schemas.microsoft.com/office/drawing/2014/main" id="{F98CA51F-EF6D-4C9E-B722-6FFA9A44952B}"/>
              </a:ext>
            </a:extLst>
          </p:cNvPr>
          <p:cNvSpPr>
            <a:spLocks xmlns:a="http://schemas.openxmlformats.org/drawingml/2006/main" noGrp="1"/>
          </p:cNvSpPr>
          <p:nvPr/>
        </p:nvSpPr>
        <p:spPr>
          <a:xfrm xmlns:a="http://schemas.openxmlformats.org/drawingml/2006/main">
            <a:off x="9096375" y="185737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52D46"/>
                </a:solidFill>
                <a:latin typeface="Arial"/>
                <a:ea typeface="Arial"/>
                <a:cs typeface="Arial"/>
              </a:defRPr>
            </a:defPPr>
            <a:lvl1pPr algn="l">
              <a:defRPr sz="2550" b="1">
                <a:solidFill>
                  <a:srgbClr val="152D46"/>
                </a:solidFill>
                <a:latin typeface="Arial"/>
                <a:ea typeface="Arial"/>
                <a:cs typeface="Arial"/>
              </a:defRPr>
            </a:lvl1pPr>
            <a:lvl2pPr algn="l">
              <a:defRPr sz="2550" b="1">
                <a:solidFill>
                  <a:srgbClr val="152D46"/>
                </a:solidFill>
                <a:latin typeface="Arial"/>
                <a:ea typeface="Arial"/>
                <a:cs typeface="Arial"/>
              </a:defRPr>
            </a:lvl2pPr>
            <a:lvl3pPr algn="l">
              <a:defRPr sz="2550" b="1">
                <a:solidFill>
                  <a:srgbClr val="152D46"/>
                </a:solidFill>
                <a:latin typeface="Arial"/>
                <a:ea typeface="Arial"/>
                <a:cs typeface="Arial"/>
              </a:defRPr>
            </a:lvl3pPr>
            <a:lvl4pPr algn="l">
              <a:defRPr sz="2550" b="1">
                <a:solidFill>
                  <a:srgbClr val="152D46"/>
                </a:solidFill>
                <a:latin typeface="Arial"/>
                <a:ea typeface="Arial"/>
                <a:cs typeface="Arial"/>
              </a:defRPr>
            </a:lvl4pPr>
            <a:lvl5pPr algn="l">
              <a:defRPr sz="2550" b="1">
                <a:solidFill>
                  <a:srgbClr val="152D46"/>
                </a:solidFill>
                <a:latin typeface="Arial"/>
                <a:ea typeface="Arial"/>
                <a:cs typeface="Arial"/>
              </a:defRPr>
            </a:lvl5pPr>
            <a:lvl6pPr algn="l">
              <a:defRPr sz="2550" b="1">
                <a:solidFill>
                  <a:srgbClr val="152D46"/>
                </a:solidFill>
                <a:latin typeface="Arial"/>
                <a:ea typeface="Arial"/>
                <a:cs typeface="Arial"/>
              </a:defRPr>
            </a:lvl6pPr>
            <a:lvl7pPr algn="l">
              <a:defRPr sz="2550" b="1">
                <a:solidFill>
                  <a:srgbClr val="152D46"/>
                </a:solidFill>
                <a:latin typeface="Arial"/>
                <a:ea typeface="Arial"/>
                <a:cs typeface="Arial"/>
              </a:defRPr>
            </a:lvl7pPr>
            <a:lvl8pPr algn="l">
              <a:defRPr sz="2550" b="1">
                <a:solidFill>
                  <a:srgbClr val="152D46"/>
                </a:solidFill>
                <a:latin typeface="Arial"/>
                <a:ea typeface="Arial"/>
                <a:cs typeface="Arial"/>
              </a:defRPr>
            </a:lvl8pPr>
            <a:lvl9pPr algn="l">
              <a:defRPr sz="2550" b="1">
                <a:solidFill>
                  <a:srgbClr val="152D46"/>
                </a:solidFill>
                <a:latin typeface="Arial"/>
                <a:ea typeface="Arial"/>
                <a:cs typeface="Arial"/>
              </a:defRPr>
            </a:lvl9pPr>
          </a:lstStyle>
          <a:p xmlns:a="http://schemas.openxmlformats.org/drawingml/2006/main">
            <a:pPr algn="l">
              <a:defRPr sz="2550" b="1">
                <a:solidFill>
                  <a:srgbClr val="152D46"/>
                </a:solidFill>
                <a:latin typeface="Arial"/>
                <a:ea typeface="Arial"/>
                <a:cs typeface="Arial"/>
              </a:defRPr>
            </a:pPr>
            <a:r>
              <a:rPr sz="2550" b="1">
                <a:solidFill>
                  <a:srgbClr val="152D46"/>
                </a:solidFill>
                <a:latin typeface="Arial"/>
                <a:ea typeface="Arial"/>
                <a:cs typeface="Arial"/>
              </a:rPr>
              <a:t>An operations portal</a:t>
            </a:r>
          </a:p>
        </p:txBody>
      </p:sp>
      <p:sp>
        <p:nvSpPr>
          <p:cNvPr id="6" name="item-591">
            <a:extLst xmlns:a="http://schemas.openxmlformats.org/drawingml/2006/main">
              <a:ext uri="{FF2B5EF4-FFF2-40B4-BE49-F238E27FC236}">
                <a16:creationId xmlns:a16="http://schemas.microsoft.com/office/drawing/2014/main" id="{BC560A1A-A8DC-491A-9373-7D9702781D2A}"/>
              </a:ext>
            </a:extLst>
          </p:cNvPr>
          <p:cNvSpPr>
            <a:spLocks xmlns:a="http://schemas.openxmlformats.org/drawingml/2006/main" noGrp="1"/>
          </p:cNvSpPr>
          <p:nvPr/>
        </p:nvSpPr>
        <p:spPr>
          <a:xfrm xmlns:a="http://schemas.openxmlformats.org/drawingml/2006/main">
            <a:off x="9096375" y="3286125"/>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152D46"/>
                </a:solidFill>
                <a:latin typeface="Arial"/>
                <a:ea typeface="Arial"/>
                <a:cs typeface="Arial"/>
              </a:defRPr>
            </a:defPPr>
            <a:lvl1pPr algn="l">
              <a:defRPr sz="2175" b="0">
                <a:solidFill>
                  <a:srgbClr val="152D46"/>
                </a:solidFill>
                <a:latin typeface="Arial"/>
                <a:ea typeface="Arial"/>
                <a:cs typeface="Arial"/>
              </a:defRPr>
            </a:lvl1pPr>
            <a:lvl2pPr algn="l">
              <a:defRPr sz="2175" b="0">
                <a:solidFill>
                  <a:srgbClr val="152D46"/>
                </a:solidFill>
                <a:latin typeface="Arial"/>
                <a:ea typeface="Arial"/>
                <a:cs typeface="Arial"/>
              </a:defRPr>
            </a:lvl2pPr>
            <a:lvl3pPr algn="l">
              <a:defRPr sz="2175" b="0">
                <a:solidFill>
                  <a:srgbClr val="152D46"/>
                </a:solidFill>
                <a:latin typeface="Arial"/>
                <a:ea typeface="Arial"/>
                <a:cs typeface="Arial"/>
              </a:defRPr>
            </a:lvl3pPr>
            <a:lvl4pPr algn="l">
              <a:defRPr sz="2175" b="0">
                <a:solidFill>
                  <a:srgbClr val="152D46"/>
                </a:solidFill>
                <a:latin typeface="Arial"/>
                <a:ea typeface="Arial"/>
                <a:cs typeface="Arial"/>
              </a:defRPr>
            </a:lvl4pPr>
            <a:lvl5pPr algn="l">
              <a:defRPr sz="2175" b="0">
                <a:solidFill>
                  <a:srgbClr val="152D46"/>
                </a:solidFill>
                <a:latin typeface="Arial"/>
                <a:ea typeface="Arial"/>
                <a:cs typeface="Arial"/>
              </a:defRPr>
            </a:lvl5pPr>
            <a:lvl6pPr algn="l">
              <a:defRPr sz="2175" b="0">
                <a:solidFill>
                  <a:srgbClr val="152D46"/>
                </a:solidFill>
                <a:latin typeface="Arial"/>
                <a:ea typeface="Arial"/>
                <a:cs typeface="Arial"/>
              </a:defRPr>
            </a:lvl6pPr>
            <a:lvl7pPr algn="l">
              <a:defRPr sz="2175" b="0">
                <a:solidFill>
                  <a:srgbClr val="152D46"/>
                </a:solidFill>
                <a:latin typeface="Arial"/>
                <a:ea typeface="Arial"/>
                <a:cs typeface="Arial"/>
              </a:defRPr>
            </a:lvl7pPr>
            <a:lvl8pPr algn="l">
              <a:defRPr sz="2175" b="0">
                <a:solidFill>
                  <a:srgbClr val="152D46"/>
                </a:solidFill>
                <a:latin typeface="Arial"/>
                <a:ea typeface="Arial"/>
                <a:cs typeface="Arial"/>
              </a:defRPr>
            </a:lvl8pPr>
            <a:lvl9pPr algn="l">
              <a:defRPr sz="2175" b="0">
                <a:solidFill>
                  <a:srgbClr val="152D46"/>
                </a:solidFill>
                <a:latin typeface="Arial"/>
                <a:ea typeface="Arial"/>
                <a:cs typeface="Arial"/>
              </a:defRPr>
            </a:lvl9pPr>
          </a:lstStyle>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East region</a:t>
            </a:r>
          </a:p>
          <a:p xmlns:a="http://schemas.openxmlformats.org/drawingml/2006/main">
            <a:pPr algn="l">
              <a:defRPr sz="2175" b="0">
                <a:solidFill>
                  <a:srgbClr val="152D46"/>
                </a:solidFill>
                <a:latin typeface="Arial"/>
                <a:ea typeface="Arial"/>
                <a:cs typeface="Arial"/>
              </a:defRPr>
            </a:pPr>
            <a:r>
              <a:rPr sz="2175" b="0">
                <a:solidFill>
                  <a:srgbClr val="152D46"/>
                </a:solidFill>
                <a:latin typeface="Arial"/>
                <a:ea typeface="Arial"/>
                <a:cs typeface="Arial"/>
              </a:rPr>
              <a:t>Awaiting review</a:t>
            </a:r>
          </a:p>
        </p:txBody>
      </p:sp>
      <p:sp>
        <p:nvSpPr>
          <p:cNvPr id="7" name="item-592">
            <a:extLst xmlns:a="http://schemas.openxmlformats.org/drawingml/2006/main">
              <a:ext uri="{FF2B5EF4-FFF2-40B4-BE49-F238E27FC236}">
                <a16:creationId xmlns:a16="http://schemas.microsoft.com/office/drawing/2014/main" id="{0F2EBCE9-8D8D-4B46-9B76-C703420E31F2}"/>
              </a:ext>
            </a:extLst>
          </p:cNvPr>
          <p:cNvSpPr>
            <a:spLocks xmlns:a="http://schemas.openxmlformats.org/drawingml/2006/main" noGrp="1"/>
          </p:cNvSpPr>
          <p:nvPr/>
        </p:nvSpPr>
        <p:spPr>
          <a:xfrm xmlns:a="http://schemas.openxmlformats.org/drawingml/2006/main">
            <a:off x="762000" y="59150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Chat: 44 · Demo 3 — Export filtered orders</a:t>
            </a:r>
          </a:p>
        </p:txBody>
      </p:sp>
    </p:spTree>
    <p:extLst>
      <p:ext uri="{BB962C8B-B14F-4D97-AF65-F5344CB8AC3E}">
        <p14:creationId xmlns:p14="http://schemas.microsoft.com/office/powerpoint/2010/main" val="378170865"/>
      </p:ext>
    </p:extLst>
  </p:cSld>
</p:sld>
</file>

<file path=ppt/slides/slide45.xml><?xml version="1.0" encoding="utf-8"?>
<p:sld xmlns:p="http://schemas.openxmlformats.org/presentationml/2006/main">
  <p:cSld>
    <p:bg>
      <p:bgPr>
        <a:solidFill xmlns:a="http://schemas.openxmlformats.org/drawingml/2006/main">
          <a:srgbClr val="E7EEE6"/>
        </a:solidFill>
      </p:bgPr>
    </p:bg>
    <p:spTree>
      <p:nvGrpSpPr>
        <p:cNvPr id="1" name=""/>
        <p:cNvGrpSpPr/>
        <p:nvPr/>
      </p:nvGrpSpPr>
      <p:grpSpPr>
        <a:xfrm xmlns:a="http://schemas.openxmlformats.org/drawingml/2006/main"/>
      </p:grpSpPr>
      <p:sp>
        <p:nvSpPr>
          <p:cNvPr id="7" name="item-593">
            <a:extLst xmlns:a="http://schemas.openxmlformats.org/drawingml/2006/main">
              <a:ext uri="{FF2B5EF4-FFF2-40B4-BE49-F238E27FC236}">
                <a16:creationId xmlns:a16="http://schemas.microsoft.com/office/drawing/2014/main" id="{1CC1DD74-5E58-40AA-8D40-85005DC71D26}"/>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The exact request</a:t>
            </a:r>
          </a:p>
        </p:txBody>
      </p:sp>
      <p:sp>
        <p:nvSpPr>
          <p:cNvPr id="2" name="item-594">
            <a:extLst xmlns:a="http://schemas.openxmlformats.org/drawingml/2006/main">
              <a:ext uri="{FF2B5EF4-FFF2-40B4-BE49-F238E27FC236}">
                <a16:creationId xmlns:a16="http://schemas.microsoft.com/office/drawing/2014/main" id="{72C8929D-45F3-4C54-9751-89FF8E632045}"/>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595">
            <a:extLst xmlns:a="http://schemas.openxmlformats.org/drawingml/2006/main">
              <a:ext uri="{FF2B5EF4-FFF2-40B4-BE49-F238E27FC236}">
                <a16:creationId xmlns:a16="http://schemas.microsoft.com/office/drawing/2014/main" id="{D46E218F-09DE-48FC-A994-015BFD227270}"/>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45  ·  OPTIONAL</a:t>
            </a:r>
          </a:p>
        </p:txBody>
      </p:sp>
      <p:sp>
        <p:nvSpPr>
          <p:cNvPr id="4" name="item-596">
            <a:extLst xmlns:a="http://schemas.openxmlformats.org/drawingml/2006/main">
              <a:ext uri="{FF2B5EF4-FFF2-40B4-BE49-F238E27FC236}">
                <a16:creationId xmlns:a16="http://schemas.microsoft.com/office/drawing/2014/main" id="{052FD59D-FDCB-4887-942D-95231732D58E}"/>
              </a:ext>
            </a:extLst>
          </p:cNvPr>
          <p:cNvSpPr>
            <a:spLocks xmlns:a="http://schemas.openxmlformats.org/drawingml/2006/main" noGrp="1"/>
          </p:cNvSpPr>
          <p:nvPr/>
        </p:nvSpPr>
        <p:spPr>
          <a:xfrm xmlns:a="http://schemas.openxmlformats.org/drawingml/2006/main">
            <a:off x="800100" y="1333500"/>
            <a:ext cx="1059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Paste into the matching staged chat, or say “Run the live demo”</a:t>
            </a:r>
          </a:p>
        </p:txBody>
      </p:sp>
      <p:sp>
        <p:nvSpPr>
          <p:cNvPr id="5" name="item-597">
            <a:extLst xmlns:a="http://schemas.openxmlformats.org/drawingml/2006/main">
              <a:ext uri="{FF2B5EF4-FFF2-40B4-BE49-F238E27FC236}">
                <a16:creationId xmlns:a16="http://schemas.microsoft.com/office/drawing/2014/main" id="{326D6202-3943-4224-AB61-526A04ADB80B}"/>
              </a:ext>
            </a:extLst>
          </p:cNvPr>
          <p:cNvSpPr>
            <a:spLocks xmlns:a="http://schemas.openxmlformats.org/drawingml/2006/main" noGrp="1"/>
          </p:cNvSpPr>
          <p:nvPr/>
        </p:nvSpPr>
        <p:spPr>
          <a:xfrm xmlns:a="http://schemas.openxmlformats.org/drawingml/2006/main">
            <a:off x="800100" y="1971675"/>
            <a:ext cx="10591800" cy="373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152D46"/>
                </a:solidFill>
                <a:latin typeface="Arial"/>
                <a:ea typeface="Arial"/>
                <a:cs typeface="Arial"/>
              </a:defRPr>
            </a:defPPr>
            <a:lvl1pPr algn="l">
              <a:defRPr sz="2025" b="0">
                <a:solidFill>
                  <a:srgbClr val="152D46"/>
                </a:solidFill>
                <a:latin typeface="Arial"/>
                <a:ea typeface="Arial"/>
                <a:cs typeface="Arial"/>
              </a:defRPr>
            </a:lvl1pPr>
            <a:lvl2pPr algn="l">
              <a:defRPr sz="2025" b="0">
                <a:solidFill>
                  <a:srgbClr val="152D46"/>
                </a:solidFill>
                <a:latin typeface="Arial"/>
                <a:ea typeface="Arial"/>
                <a:cs typeface="Arial"/>
              </a:defRPr>
            </a:lvl2pPr>
            <a:lvl3pPr algn="l">
              <a:defRPr sz="2025" b="0">
                <a:solidFill>
                  <a:srgbClr val="152D46"/>
                </a:solidFill>
                <a:latin typeface="Arial"/>
                <a:ea typeface="Arial"/>
                <a:cs typeface="Arial"/>
              </a:defRPr>
            </a:lvl3pPr>
            <a:lvl4pPr algn="l">
              <a:defRPr sz="2025" b="0">
                <a:solidFill>
                  <a:srgbClr val="152D46"/>
                </a:solidFill>
                <a:latin typeface="Arial"/>
                <a:ea typeface="Arial"/>
                <a:cs typeface="Arial"/>
              </a:defRPr>
            </a:lvl4pPr>
            <a:lvl5pPr algn="l">
              <a:defRPr sz="2025" b="0">
                <a:solidFill>
                  <a:srgbClr val="152D46"/>
                </a:solidFill>
                <a:latin typeface="Arial"/>
                <a:ea typeface="Arial"/>
                <a:cs typeface="Arial"/>
              </a:defRPr>
            </a:lvl5pPr>
            <a:lvl6pPr algn="l">
              <a:defRPr sz="2025" b="0">
                <a:solidFill>
                  <a:srgbClr val="152D46"/>
                </a:solidFill>
                <a:latin typeface="Arial"/>
                <a:ea typeface="Arial"/>
                <a:cs typeface="Arial"/>
              </a:defRPr>
            </a:lvl6pPr>
            <a:lvl7pPr algn="l">
              <a:defRPr sz="2025" b="0">
                <a:solidFill>
                  <a:srgbClr val="152D46"/>
                </a:solidFill>
                <a:latin typeface="Arial"/>
                <a:ea typeface="Arial"/>
                <a:cs typeface="Arial"/>
              </a:defRPr>
            </a:lvl7pPr>
            <a:lvl8pPr algn="l">
              <a:defRPr sz="2025" b="0">
                <a:solidFill>
                  <a:srgbClr val="152D46"/>
                </a:solidFill>
                <a:latin typeface="Arial"/>
                <a:ea typeface="Arial"/>
                <a:cs typeface="Arial"/>
              </a:defRPr>
            </a:lvl8pPr>
            <a:lvl9pPr algn="l">
              <a:defRPr sz="2025" b="0">
                <a:solidFill>
                  <a:srgbClr val="152D46"/>
                </a:solidFill>
                <a:latin typeface="Arial"/>
                <a:ea typeface="Arial"/>
                <a:cs typeface="Arial"/>
              </a:defRPr>
            </a:lvl9pPr>
          </a:lstStyle>
          <a:p xmlns:a="http://schemas.openxmlformats.org/drawingml/2006/main">
            <a:pPr algn="l">
              <a:defRPr sz="2025" b="0">
                <a:solidFill>
                  <a:srgbClr val="152D46"/>
                </a:solidFill>
                <a:latin typeface="Arial"/>
                <a:ea typeface="Arial"/>
                <a:cs typeface="Arial"/>
              </a:defRPr>
            </a:pPr>
            <a:r>
              <a:rPr sz="2025" b="0">
                <a:solidFill>
                  <a:srgbClr val="152D46"/>
                </a:solidFill>
                <a:latin typeface="Arial"/>
                <a:ea typeface="Arial"/>
                <a:cs typeface="Arial"/>
              </a:rPr>
              <a:t>Use Computer Use in the built-in internal browser (@Browser) to open http://127.0.0.1:4355/03-export-orders/portal/. Show only East region orders with status Awaiting review, apply the filters, then export the current view using the website controls. Check the export confirmation before downloading. Save a screenshot of the filtered table in output/. Copy the downloaded CSV into output/service-orders.csv, then inspect that downloaded file and write output/export-check.md with its row count, order IDs and total amount. Do not fetch the page data, read the source or generate a substitute CSV. Report any step you could not complete. Do not use Chrome, another external browser, or existing personal browser tabs.</a:t>
            </a:r>
          </a:p>
        </p:txBody>
      </p:sp>
      <p:sp>
        <p:nvSpPr>
          <p:cNvPr id="6" name="item-598">
            <a:extLst xmlns:a="http://schemas.openxmlformats.org/drawingml/2006/main">
              <a:ext uri="{FF2B5EF4-FFF2-40B4-BE49-F238E27FC236}">
                <a16:creationId xmlns:a16="http://schemas.microsoft.com/office/drawing/2014/main" id="{BC7F6149-0B7B-434B-B1EA-82852A838FFF}"/>
              </a:ext>
            </a:extLst>
          </p:cNvPr>
          <p:cNvSpPr>
            <a:spLocks xmlns:a="http://schemas.openxmlformats.org/drawingml/2006/main" noGrp="1"/>
          </p:cNvSpPr>
          <p:nvPr/>
        </p:nvSpPr>
        <p:spPr>
          <a:xfrm xmlns:a="http://schemas.openxmlformats.org/drawingml/2006/main">
            <a:off x="800100" y="5867400"/>
            <a:ext cx="10591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Copyable file: demos/03-export-orders/PROMPT.txt</a:t>
            </a:r>
          </a:p>
        </p:txBody>
      </p:sp>
    </p:spTree>
    <p:extLst>
      <p:ext uri="{BB962C8B-B14F-4D97-AF65-F5344CB8AC3E}">
        <p14:creationId xmlns:p14="http://schemas.microsoft.com/office/powerpoint/2010/main" val="228061932"/>
      </p:ext>
    </p:extLst>
  </p:cSld>
</p:sld>
</file>

<file path=ppt/slides/slide4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8" name="item-599">
            <a:extLst xmlns:a="http://schemas.openxmlformats.org/drawingml/2006/main">
              <a:ext uri="{FF2B5EF4-FFF2-40B4-BE49-F238E27FC236}">
                <a16:creationId xmlns:a16="http://schemas.microsoft.com/office/drawing/2014/main" id="{DBF7EA06-1B44-47D9-BB94-405D3BC26994}"/>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Does the file match the screen?</a:t>
            </a:r>
          </a:p>
        </p:txBody>
      </p:sp>
      <p:sp>
        <p:nvSpPr>
          <p:cNvPr id="2" name="item-600">
            <a:extLst xmlns:a="http://schemas.openxmlformats.org/drawingml/2006/main">
              <a:ext uri="{FF2B5EF4-FFF2-40B4-BE49-F238E27FC236}">
                <a16:creationId xmlns:a16="http://schemas.microsoft.com/office/drawing/2014/main" id="{D5DAFA1B-6B84-4771-BBDF-644AC81BE344}"/>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601">
            <a:extLst xmlns:a="http://schemas.openxmlformats.org/drawingml/2006/main">
              <a:ext uri="{FF2B5EF4-FFF2-40B4-BE49-F238E27FC236}">
                <a16:creationId xmlns:a16="http://schemas.microsoft.com/office/drawing/2014/main" id="{40F9BEB3-CE5F-4B1B-93D5-8689D42AF35C}"/>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46  ·  OPTIONAL</a:t>
            </a:r>
          </a:p>
        </p:txBody>
      </p:sp>
      <p:pic>
        <p:nvPicPr>
          <p:cNvPr id="4" name="">
            <a:extLst xmlns:a="http://schemas.openxmlformats.org/drawingml/2006/main">
              <a:ext uri="{FF2B5EF4-FFF2-40B4-BE49-F238E27FC236}">
                <a16:creationId xmlns:a16="http://schemas.microsoft.com/office/drawing/2014/main" id="{3F56056C-A3B1-4C67-B153-7D633073A544}"/>
              </a:ext>
            </a:extLst>
          </p:cNvPr>
          <p:cNvPicPr>
            <a:picLocks xmlns:a="http://schemas.openxmlformats.org/drawingml/2006/main" noChangeAspect="1"/>
          </p:cNvPicPr>
          <p:nvPr/>
        </p:nvPicPr>
        <p:blipFill>
          <a:blip xmlns:r="http://schemas.openxmlformats.org/officeDocument/2006/relationships" xmlns:a="http://schemas.openxmlformats.org/drawingml/2006/main" r:embed="R640ba6db39274553"/>
          <a:stretch xmlns:a="http://schemas.openxmlformats.org/drawingml/2006/main"/>
        </p:blipFill>
        <p:spPr>
          <a:xfrm xmlns:a="http://schemas.openxmlformats.org/drawingml/2006/main">
            <a:off x="1242407" y="1838325"/>
            <a:ext cx="5554286" cy="3857625"/>
          </a:xfrm>
          <a:prstGeom xmlns:a="http://schemas.openxmlformats.org/drawingml/2006/main" prst="rect">
            <a:avLst/>
          </a:prstGeom>
        </p:spPr>
      </p:pic>
      <p:sp>
        <p:nvSpPr>
          <p:cNvPr id="5" name="item-602">
            <a:extLst xmlns:a="http://schemas.openxmlformats.org/drawingml/2006/main">
              <a:ext uri="{FF2B5EF4-FFF2-40B4-BE49-F238E27FC236}">
                <a16:creationId xmlns:a16="http://schemas.microsoft.com/office/drawing/2014/main" id="{E8D40BDC-1D25-4C83-93BD-A1A5F1BCF6D2}"/>
              </a:ext>
            </a:extLst>
          </p:cNvPr>
          <p:cNvSpPr>
            <a:spLocks xmlns:a="http://schemas.openxmlformats.org/drawingml/2006/main" noGrp="1"/>
          </p:cNvSpPr>
          <p:nvPr/>
        </p:nvSpPr>
        <p:spPr>
          <a:xfrm xmlns:a="http://schemas.openxmlformats.org/drawingml/2006/main">
            <a:off x="7848600" y="2047875"/>
            <a:ext cx="3714750" cy="3057525"/>
          </a:xfrm>
          <a:prstGeom xmlns:a="http://schemas.openxmlformats.org/drawingml/2006/main" prst="rect">
            <a:avLst/>
          </a:prstGeom>
          <a:solidFill xmlns:a="http://schemas.openxmlformats.org/drawingml/2006/main">
            <a:srgbClr val="152D46"/>
          </a:solidFill>
          <a:ln xmlns:a="http://schemas.openxmlformats.org/drawingml/2006/main" w="0">
            <a:noFill/>
          </a:ln>
        </p:spPr>
      </p:sp>
      <p:sp>
        <p:nvSpPr>
          <p:cNvPr id="6" name="item-603">
            <a:extLst xmlns:a="http://schemas.openxmlformats.org/drawingml/2006/main">
              <a:ext uri="{FF2B5EF4-FFF2-40B4-BE49-F238E27FC236}">
                <a16:creationId xmlns:a16="http://schemas.microsoft.com/office/drawing/2014/main" id="{31F00AAF-E2D2-4C17-A81D-2023CB554ADC}"/>
              </a:ext>
            </a:extLst>
          </p:cNvPr>
          <p:cNvSpPr>
            <a:spLocks xmlns:a="http://schemas.openxmlformats.org/drawingml/2006/main" noGrp="1"/>
          </p:cNvSpPr>
          <p:nvPr/>
        </p:nvSpPr>
        <p:spPr>
          <a:xfrm xmlns:a="http://schemas.openxmlformats.org/drawingml/2006/main">
            <a:off x="8115300" y="2238375"/>
            <a:ext cx="3181350" cy="2676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FFFFFF"/>
                </a:solidFill>
                <a:latin typeface="Courier New"/>
                <a:ea typeface="Courier New"/>
                <a:cs typeface="Courier New"/>
              </a:defRPr>
            </a:defPPr>
            <a:lvl1pPr algn="l">
              <a:defRPr sz="2025" b="0">
                <a:solidFill>
                  <a:srgbClr val="FFFFFF"/>
                </a:solidFill>
                <a:latin typeface="Courier New"/>
                <a:ea typeface="Courier New"/>
                <a:cs typeface="Courier New"/>
              </a:defRPr>
            </a:lvl1pPr>
            <a:lvl2pPr algn="l">
              <a:defRPr sz="2025" b="0">
                <a:solidFill>
                  <a:srgbClr val="FFFFFF"/>
                </a:solidFill>
                <a:latin typeface="Courier New"/>
                <a:ea typeface="Courier New"/>
                <a:cs typeface="Courier New"/>
              </a:defRPr>
            </a:lvl2pPr>
            <a:lvl3pPr algn="l">
              <a:defRPr sz="2025" b="0">
                <a:solidFill>
                  <a:srgbClr val="FFFFFF"/>
                </a:solidFill>
                <a:latin typeface="Courier New"/>
                <a:ea typeface="Courier New"/>
                <a:cs typeface="Courier New"/>
              </a:defRPr>
            </a:lvl3pPr>
            <a:lvl4pPr algn="l">
              <a:defRPr sz="2025" b="0">
                <a:solidFill>
                  <a:srgbClr val="FFFFFF"/>
                </a:solidFill>
                <a:latin typeface="Courier New"/>
                <a:ea typeface="Courier New"/>
                <a:cs typeface="Courier New"/>
              </a:defRPr>
            </a:lvl4pPr>
            <a:lvl5pPr algn="l">
              <a:defRPr sz="2025" b="0">
                <a:solidFill>
                  <a:srgbClr val="FFFFFF"/>
                </a:solidFill>
                <a:latin typeface="Courier New"/>
                <a:ea typeface="Courier New"/>
                <a:cs typeface="Courier New"/>
              </a:defRPr>
            </a:lvl5pPr>
            <a:lvl6pPr algn="l">
              <a:defRPr sz="2025" b="0">
                <a:solidFill>
                  <a:srgbClr val="FFFFFF"/>
                </a:solidFill>
                <a:latin typeface="Courier New"/>
                <a:ea typeface="Courier New"/>
                <a:cs typeface="Courier New"/>
              </a:defRPr>
            </a:lvl6pPr>
            <a:lvl7pPr algn="l">
              <a:defRPr sz="2025" b="0">
                <a:solidFill>
                  <a:srgbClr val="FFFFFF"/>
                </a:solidFill>
                <a:latin typeface="Courier New"/>
                <a:ea typeface="Courier New"/>
                <a:cs typeface="Courier New"/>
              </a:defRPr>
            </a:lvl7pPr>
            <a:lvl8pPr algn="l">
              <a:defRPr sz="2025" b="0">
                <a:solidFill>
                  <a:srgbClr val="FFFFFF"/>
                </a:solidFill>
                <a:latin typeface="Courier New"/>
                <a:ea typeface="Courier New"/>
                <a:cs typeface="Courier New"/>
              </a:defRPr>
            </a:lvl8pPr>
            <a:lvl9pPr algn="l">
              <a:defRPr sz="2025" b="0">
                <a:solidFill>
                  <a:srgbClr val="FFFFFF"/>
                </a:solidFill>
                <a:latin typeface="Courier New"/>
                <a:ea typeface="Courier New"/>
                <a:cs typeface="Courier New"/>
              </a:defRPr>
            </a:lvl9pPr>
          </a:lstStyle>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order_id   amount</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SO-104        840</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SO-107      1,250</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SO-109        560</a:t>
            </a:r>
          </a:p>
          <a:p xmlns:a="http://schemas.openxmlformats.org/drawingml/2006/main">
            <a:r>
              <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3 rows     2,650</a:t>
            </a:r>
          </a:p>
        </p:txBody>
      </p:sp>
      <p:sp>
        <p:nvSpPr>
          <p:cNvPr id="7" name="item-604">
            <a:extLst xmlns:a="http://schemas.openxmlformats.org/drawingml/2006/main">
              <a:ext uri="{FF2B5EF4-FFF2-40B4-BE49-F238E27FC236}">
                <a16:creationId xmlns:a16="http://schemas.microsoft.com/office/drawing/2014/main" id="{A11FE2CD-FD0A-487A-84AD-9BA68AA6BE7F}"/>
              </a:ext>
            </a:extLst>
          </p:cNvPr>
          <p:cNvSpPr>
            <a:spLocks xmlns:a="http://schemas.openxmlformats.org/drawingml/2006/main" noGrp="1"/>
          </p:cNvSpPr>
          <p:nvPr/>
        </p:nvSpPr>
        <p:spPr>
          <a:xfrm xmlns:a="http://schemas.openxmlformats.org/drawingml/2006/main">
            <a:off x="742950" y="58959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378775"/>
                </a:solidFill>
                <a:latin typeface="Arial"/>
                <a:ea typeface="Arial"/>
                <a:cs typeface="Arial"/>
              </a:defRPr>
            </a:defPPr>
            <a:lvl1pPr algn="l">
              <a:defRPr sz="1725" b="0">
                <a:solidFill>
                  <a:srgbClr val="378775"/>
                </a:solidFill>
                <a:latin typeface="Arial"/>
                <a:ea typeface="Arial"/>
                <a:cs typeface="Arial"/>
              </a:defRPr>
            </a:lvl1pPr>
            <a:lvl2pPr algn="l">
              <a:defRPr sz="1725" b="0">
                <a:solidFill>
                  <a:srgbClr val="378775"/>
                </a:solidFill>
                <a:latin typeface="Arial"/>
                <a:ea typeface="Arial"/>
                <a:cs typeface="Arial"/>
              </a:defRPr>
            </a:lvl2pPr>
            <a:lvl3pPr algn="l">
              <a:defRPr sz="1725" b="0">
                <a:solidFill>
                  <a:srgbClr val="378775"/>
                </a:solidFill>
                <a:latin typeface="Arial"/>
                <a:ea typeface="Arial"/>
                <a:cs typeface="Arial"/>
              </a:defRPr>
            </a:lvl3pPr>
            <a:lvl4pPr algn="l">
              <a:defRPr sz="1725" b="0">
                <a:solidFill>
                  <a:srgbClr val="378775"/>
                </a:solidFill>
                <a:latin typeface="Arial"/>
                <a:ea typeface="Arial"/>
                <a:cs typeface="Arial"/>
              </a:defRPr>
            </a:lvl4pPr>
            <a:lvl5pPr algn="l">
              <a:defRPr sz="1725" b="0">
                <a:solidFill>
                  <a:srgbClr val="378775"/>
                </a:solidFill>
                <a:latin typeface="Arial"/>
                <a:ea typeface="Arial"/>
                <a:cs typeface="Arial"/>
              </a:defRPr>
            </a:lvl5pPr>
            <a:lvl6pPr algn="l">
              <a:defRPr sz="1725" b="0">
                <a:solidFill>
                  <a:srgbClr val="378775"/>
                </a:solidFill>
                <a:latin typeface="Arial"/>
                <a:ea typeface="Arial"/>
                <a:cs typeface="Arial"/>
              </a:defRPr>
            </a:lvl6pPr>
            <a:lvl7pPr algn="l">
              <a:defRPr sz="1725" b="0">
                <a:solidFill>
                  <a:srgbClr val="378775"/>
                </a:solidFill>
                <a:latin typeface="Arial"/>
                <a:ea typeface="Arial"/>
                <a:cs typeface="Arial"/>
              </a:defRPr>
            </a:lvl7pPr>
            <a:lvl8pPr algn="l">
              <a:defRPr sz="1725" b="0">
                <a:solidFill>
                  <a:srgbClr val="378775"/>
                </a:solidFill>
                <a:latin typeface="Arial"/>
                <a:ea typeface="Arial"/>
                <a:cs typeface="Arial"/>
              </a:defRPr>
            </a:lvl8pPr>
            <a:lvl9pPr algn="l">
              <a:defRPr sz="1725" b="0">
                <a:solidFill>
                  <a:srgbClr val="378775"/>
                </a:solidFill>
                <a:latin typeface="Arial"/>
                <a:ea typeface="Arial"/>
                <a:cs typeface="Arial"/>
              </a:defRPr>
            </a:lvl9pPr>
          </a:lstStyle>
          <a:p xmlns:a="http://schemas.openxmlformats.org/drawingml/2006/main">
            <a:pPr algn="l">
              <a:defRPr sz="1725" b="0">
                <a:solidFill>
                  <a:srgbClr val="378775"/>
                </a:solidFill>
                <a:latin typeface="Arial"/>
                <a:ea typeface="Arial"/>
                <a:cs typeface="Arial"/>
              </a:defRPr>
            </a:pPr>
            <a:r>
              <a:rPr sz="1725" b="0">
                <a:solidFill>
                  <a:srgbClr val="378775"/>
                </a:solidFill>
                <a:latin typeface="Arial"/>
                <a:ea typeface="Arial"/>
                <a:cs typeface="Arial"/>
              </a:rPr>
              <a:t>Rehearsal result · compare with the live download</a:t>
            </a:r>
          </a:p>
        </p:txBody>
      </p:sp>
    </p:spTree>
    <p:extLst>
      <p:ext uri="{BB962C8B-B14F-4D97-AF65-F5344CB8AC3E}">
        <p14:creationId xmlns:p14="http://schemas.microsoft.com/office/powerpoint/2010/main" val="1088969143"/>
      </p:ext>
    </p:extLst>
  </p:cSld>
</p:sld>
</file>

<file path=ppt/slides/slide4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0" name="item-605">
            <a:extLst xmlns:a="http://schemas.openxmlformats.org/drawingml/2006/main">
              <a:ext uri="{FF2B5EF4-FFF2-40B4-BE49-F238E27FC236}">
                <a16:creationId xmlns:a16="http://schemas.microsoft.com/office/drawing/2014/main" id="{1C83EEE8-ECF9-4A7E-B63A-0CCA34CF3037}"/>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Reading a useful action trace</a:t>
            </a:r>
          </a:p>
        </p:txBody>
      </p:sp>
      <p:sp>
        <p:nvSpPr>
          <p:cNvPr id="2" name="item-606">
            <a:extLst xmlns:a="http://schemas.openxmlformats.org/drawingml/2006/main">
              <a:ext uri="{FF2B5EF4-FFF2-40B4-BE49-F238E27FC236}">
                <a16:creationId xmlns:a16="http://schemas.microsoft.com/office/drawing/2014/main" id="{4EDA121A-D5D2-4794-B51F-244C53FFE3F2}"/>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607">
            <a:extLst xmlns:a="http://schemas.openxmlformats.org/drawingml/2006/main">
              <a:ext uri="{FF2B5EF4-FFF2-40B4-BE49-F238E27FC236}">
                <a16:creationId xmlns:a16="http://schemas.microsoft.com/office/drawing/2014/main" id="{45A4EBA5-9910-49F4-BB33-AB5DFA0C27C4}"/>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47  ·  OPTIONAL</a:t>
            </a:r>
          </a:p>
        </p:txBody>
      </p:sp>
      <p:sp>
        <p:nvSpPr>
          <p:cNvPr id="4" name="item-608">
            <a:extLst xmlns:a="http://schemas.openxmlformats.org/drawingml/2006/main">
              <a:ext uri="{FF2B5EF4-FFF2-40B4-BE49-F238E27FC236}">
                <a16:creationId xmlns:a16="http://schemas.microsoft.com/office/drawing/2014/main" id="{15369F9C-822E-4E26-B000-04773264C132}"/>
              </a:ext>
            </a:extLst>
          </p:cNvPr>
          <p:cNvSpPr>
            <a:spLocks xmlns:a="http://schemas.openxmlformats.org/drawingml/2006/main" noGrp="1"/>
          </p:cNvSpPr>
          <p:nvPr/>
        </p:nvSpPr>
        <p:spPr>
          <a:xfrm xmlns:a="http://schemas.openxmlformats.org/drawingml/2006/main">
            <a:off x="857250" y="1771650"/>
            <a:ext cx="381000" cy="381000"/>
          </a:xfrm>
          <a:prstGeom xmlns:a="http://schemas.openxmlformats.org/drawingml/2006/main" prst="ellipse">
            <a:avLst/>
          </a:prstGeom>
          <a:solidFill xmlns:a="http://schemas.openxmlformats.org/drawingml/2006/main">
            <a:srgbClr val="477BBD"/>
          </a:solidFill>
          <a:ln xmlns:a="http://schemas.openxmlformats.org/drawingml/2006/main" w="0">
            <a:noFill/>
          </a:ln>
        </p:spPr>
      </p:sp>
      <p:sp>
        <p:nvSpPr>
          <p:cNvPr id="5" name="item-609">
            <a:extLst xmlns:a="http://schemas.openxmlformats.org/drawingml/2006/main">
              <a:ext uri="{FF2B5EF4-FFF2-40B4-BE49-F238E27FC236}">
                <a16:creationId xmlns:a16="http://schemas.microsoft.com/office/drawing/2014/main" id="{3DFC5384-4A6D-45DF-9105-8543F90A3EB8}"/>
              </a:ext>
            </a:extLst>
          </p:cNvPr>
          <p:cNvSpPr>
            <a:spLocks xmlns:a="http://schemas.openxmlformats.org/drawingml/2006/main" noGrp="1"/>
          </p:cNvSpPr>
          <p:nvPr/>
        </p:nvSpPr>
        <p:spPr>
          <a:xfrm xmlns:a="http://schemas.openxmlformats.org/drawingml/2006/main">
            <a:off x="742950" y="17716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item-610">
            <a:extLst xmlns:a="http://schemas.openxmlformats.org/drawingml/2006/main">
              <a:ext uri="{FF2B5EF4-FFF2-40B4-BE49-F238E27FC236}">
                <a16:creationId xmlns:a16="http://schemas.microsoft.com/office/drawing/2014/main" id="{4C33FD00-7963-46B1-8F7F-2D8919597512}"/>
              </a:ext>
            </a:extLst>
          </p:cNvPr>
          <p:cNvSpPr>
            <a:spLocks xmlns:a="http://schemas.openxmlformats.org/drawingml/2006/main" noGrp="1"/>
          </p:cNvSpPr>
          <p:nvPr/>
        </p:nvSpPr>
        <p:spPr>
          <a:xfrm xmlns:a="http://schemas.openxmlformats.org/drawingml/2006/main">
            <a:off x="1447800" y="16383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Tool</a:t>
            </a:r>
          </a:p>
        </p:txBody>
      </p:sp>
      <p:sp>
        <p:nvSpPr>
          <p:cNvPr id="7" name="item-611">
            <a:extLst xmlns:a="http://schemas.openxmlformats.org/drawingml/2006/main">
              <a:ext uri="{FF2B5EF4-FFF2-40B4-BE49-F238E27FC236}">
                <a16:creationId xmlns:a16="http://schemas.microsoft.com/office/drawing/2014/main" id="{809A3C5A-C5C5-48D0-98CC-3821AEF64557}"/>
              </a:ext>
            </a:extLst>
          </p:cNvPr>
          <p:cNvSpPr>
            <a:spLocks xmlns:a="http://schemas.openxmlformats.org/drawingml/2006/main" noGrp="1"/>
          </p:cNvSpPr>
          <p:nvPr/>
        </p:nvSpPr>
        <p:spPr>
          <a:xfrm xmlns:a="http://schemas.openxmlformats.org/drawingml/2006/main">
            <a:off x="4810125" y="16383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Which capability was called?</a:t>
            </a:r>
          </a:p>
        </p:txBody>
      </p:sp>
      <p:sp>
        <p:nvSpPr>
          <p:cNvPr id="8" name="item-612">
            <a:extLst xmlns:a="http://schemas.openxmlformats.org/drawingml/2006/main">
              <a:ext uri="{FF2B5EF4-FFF2-40B4-BE49-F238E27FC236}">
                <a16:creationId xmlns:a16="http://schemas.microsoft.com/office/drawing/2014/main" id="{8DB9452F-069E-4C17-85BD-F11C0181B0D2}"/>
              </a:ext>
            </a:extLst>
          </p:cNvPr>
          <p:cNvSpPr>
            <a:spLocks xmlns:a="http://schemas.openxmlformats.org/drawingml/2006/main" noGrp="1"/>
          </p:cNvSpPr>
          <p:nvPr/>
        </p:nvSpPr>
        <p:spPr>
          <a:xfrm xmlns:a="http://schemas.openxmlformats.org/drawingml/2006/main">
            <a:off x="857250" y="2838450"/>
            <a:ext cx="381000" cy="381000"/>
          </a:xfrm>
          <a:prstGeom xmlns:a="http://schemas.openxmlformats.org/drawingml/2006/main" prst="ellipse">
            <a:avLst/>
          </a:prstGeom>
          <a:solidFill xmlns:a="http://schemas.openxmlformats.org/drawingml/2006/main">
            <a:srgbClr val="8872B3"/>
          </a:solidFill>
          <a:ln xmlns:a="http://schemas.openxmlformats.org/drawingml/2006/main" w="0">
            <a:noFill/>
          </a:ln>
        </p:spPr>
      </p:sp>
      <p:sp>
        <p:nvSpPr>
          <p:cNvPr id="9" name="item-613">
            <a:extLst xmlns:a="http://schemas.openxmlformats.org/drawingml/2006/main">
              <a:ext uri="{FF2B5EF4-FFF2-40B4-BE49-F238E27FC236}">
                <a16:creationId xmlns:a16="http://schemas.microsoft.com/office/drawing/2014/main" id="{80B48308-6138-4E6C-AA8C-55A3935B6731}"/>
              </a:ext>
            </a:extLst>
          </p:cNvPr>
          <p:cNvSpPr>
            <a:spLocks xmlns:a="http://schemas.openxmlformats.org/drawingml/2006/main" noGrp="1"/>
          </p:cNvSpPr>
          <p:nvPr/>
        </p:nvSpPr>
        <p:spPr>
          <a:xfrm xmlns:a="http://schemas.openxmlformats.org/drawingml/2006/main">
            <a:off x="742950" y="2838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item-614">
            <a:extLst xmlns:a="http://schemas.openxmlformats.org/drawingml/2006/main">
              <a:ext uri="{FF2B5EF4-FFF2-40B4-BE49-F238E27FC236}">
                <a16:creationId xmlns:a16="http://schemas.microsoft.com/office/drawing/2014/main" id="{AF616A1E-4CB7-46BC-976A-8BBCFABBE3A7}"/>
              </a:ext>
            </a:extLst>
          </p:cNvPr>
          <p:cNvSpPr>
            <a:spLocks xmlns:a="http://schemas.openxmlformats.org/drawingml/2006/main" noGrp="1"/>
          </p:cNvSpPr>
          <p:nvPr/>
        </p:nvSpPr>
        <p:spPr>
          <a:xfrm xmlns:a="http://schemas.openxmlformats.org/drawingml/2006/main">
            <a:off x="1447800" y="27051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Input</a:t>
            </a:r>
          </a:p>
        </p:txBody>
      </p:sp>
      <p:sp>
        <p:nvSpPr>
          <p:cNvPr id="11" name="item-615">
            <a:extLst xmlns:a="http://schemas.openxmlformats.org/drawingml/2006/main">
              <a:ext uri="{FF2B5EF4-FFF2-40B4-BE49-F238E27FC236}">
                <a16:creationId xmlns:a16="http://schemas.microsoft.com/office/drawing/2014/main" id="{0F8895AD-70C9-4110-B010-65B8074F7D89}"/>
              </a:ext>
            </a:extLst>
          </p:cNvPr>
          <p:cNvSpPr>
            <a:spLocks xmlns:a="http://schemas.openxmlformats.org/drawingml/2006/main" noGrp="1"/>
          </p:cNvSpPr>
          <p:nvPr/>
        </p:nvSpPr>
        <p:spPr>
          <a:xfrm xmlns:a="http://schemas.openxmlformats.org/drawingml/2006/main">
            <a:off x="4810125" y="27051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Which target and arguments?</a:t>
            </a:r>
          </a:p>
        </p:txBody>
      </p:sp>
      <p:sp>
        <p:nvSpPr>
          <p:cNvPr id="12" name="item-616">
            <a:extLst xmlns:a="http://schemas.openxmlformats.org/drawingml/2006/main">
              <a:ext uri="{FF2B5EF4-FFF2-40B4-BE49-F238E27FC236}">
                <a16:creationId xmlns:a16="http://schemas.microsoft.com/office/drawing/2014/main" id="{F9BEF5BE-268A-4FF7-A76D-2A45918A2C53}"/>
              </a:ext>
            </a:extLst>
          </p:cNvPr>
          <p:cNvSpPr>
            <a:spLocks xmlns:a="http://schemas.openxmlformats.org/drawingml/2006/main" noGrp="1"/>
          </p:cNvSpPr>
          <p:nvPr/>
        </p:nvSpPr>
        <p:spPr>
          <a:xfrm xmlns:a="http://schemas.openxmlformats.org/drawingml/2006/main">
            <a:off x="857250" y="3905250"/>
            <a:ext cx="381000" cy="381000"/>
          </a:xfrm>
          <a:prstGeom xmlns:a="http://schemas.openxmlformats.org/drawingml/2006/main" prst="ellipse">
            <a:avLst/>
          </a:prstGeom>
          <a:solidFill xmlns:a="http://schemas.openxmlformats.org/drawingml/2006/main">
            <a:srgbClr val="B98030"/>
          </a:solidFill>
          <a:ln xmlns:a="http://schemas.openxmlformats.org/drawingml/2006/main" w="0">
            <a:noFill/>
          </a:ln>
        </p:spPr>
      </p:sp>
      <p:sp>
        <p:nvSpPr>
          <p:cNvPr id="13" name="item-617">
            <a:extLst xmlns:a="http://schemas.openxmlformats.org/drawingml/2006/main">
              <a:ext uri="{FF2B5EF4-FFF2-40B4-BE49-F238E27FC236}">
                <a16:creationId xmlns:a16="http://schemas.microsoft.com/office/drawing/2014/main" id="{984F4CDA-6661-4AFB-9F03-3DDC18B4E5C4}"/>
              </a:ext>
            </a:extLst>
          </p:cNvPr>
          <p:cNvSpPr>
            <a:spLocks xmlns:a="http://schemas.openxmlformats.org/drawingml/2006/main" noGrp="1"/>
          </p:cNvSpPr>
          <p:nvPr/>
        </p:nvSpPr>
        <p:spPr>
          <a:xfrm xmlns:a="http://schemas.openxmlformats.org/drawingml/2006/main">
            <a:off x="742950" y="39052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item-618">
            <a:extLst xmlns:a="http://schemas.openxmlformats.org/drawingml/2006/main">
              <a:ext uri="{FF2B5EF4-FFF2-40B4-BE49-F238E27FC236}">
                <a16:creationId xmlns:a16="http://schemas.microsoft.com/office/drawing/2014/main" id="{B07543D8-FF8B-4963-AA7A-684CDA0C066F}"/>
              </a:ext>
            </a:extLst>
          </p:cNvPr>
          <p:cNvSpPr>
            <a:spLocks xmlns:a="http://schemas.openxmlformats.org/drawingml/2006/main" noGrp="1"/>
          </p:cNvSpPr>
          <p:nvPr/>
        </p:nvSpPr>
        <p:spPr>
          <a:xfrm xmlns:a="http://schemas.openxmlformats.org/drawingml/2006/main">
            <a:off x="1447800" y="37719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Observation</a:t>
            </a:r>
          </a:p>
        </p:txBody>
      </p:sp>
      <p:sp>
        <p:nvSpPr>
          <p:cNvPr id="15" name="item-619">
            <a:extLst xmlns:a="http://schemas.openxmlformats.org/drawingml/2006/main">
              <a:ext uri="{FF2B5EF4-FFF2-40B4-BE49-F238E27FC236}">
                <a16:creationId xmlns:a16="http://schemas.microsoft.com/office/drawing/2014/main" id="{BB7CD943-B54C-46A4-A955-92F3A882F112}"/>
              </a:ext>
            </a:extLst>
          </p:cNvPr>
          <p:cNvSpPr>
            <a:spLocks xmlns:a="http://schemas.openxmlformats.org/drawingml/2006/main" noGrp="1"/>
          </p:cNvSpPr>
          <p:nvPr/>
        </p:nvSpPr>
        <p:spPr>
          <a:xfrm xmlns:a="http://schemas.openxmlformats.org/drawingml/2006/main">
            <a:off x="4810125" y="37719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What actually came back?</a:t>
            </a:r>
          </a:p>
        </p:txBody>
      </p:sp>
      <p:sp>
        <p:nvSpPr>
          <p:cNvPr id="16" name="item-620">
            <a:extLst xmlns:a="http://schemas.openxmlformats.org/drawingml/2006/main">
              <a:ext uri="{FF2B5EF4-FFF2-40B4-BE49-F238E27FC236}">
                <a16:creationId xmlns:a16="http://schemas.microsoft.com/office/drawing/2014/main" id="{E6581533-E636-47D1-A9F4-8D4E7D5B4CF7}"/>
              </a:ext>
            </a:extLst>
          </p:cNvPr>
          <p:cNvSpPr>
            <a:spLocks xmlns:a="http://schemas.openxmlformats.org/drawingml/2006/main" noGrp="1"/>
          </p:cNvSpPr>
          <p:nvPr/>
        </p:nvSpPr>
        <p:spPr>
          <a:xfrm xmlns:a="http://schemas.openxmlformats.org/drawingml/2006/main">
            <a:off x="857250" y="4972050"/>
            <a:ext cx="381000" cy="381000"/>
          </a:xfrm>
          <a:prstGeom xmlns:a="http://schemas.openxmlformats.org/drawingml/2006/main" prst="ellipse">
            <a:avLst/>
          </a:prstGeom>
          <a:solidFill xmlns:a="http://schemas.openxmlformats.org/drawingml/2006/main">
            <a:srgbClr val="378775"/>
          </a:solidFill>
          <a:ln xmlns:a="http://schemas.openxmlformats.org/drawingml/2006/main" w="0">
            <a:noFill/>
          </a:ln>
        </p:spPr>
      </p:sp>
      <p:sp>
        <p:nvSpPr>
          <p:cNvPr id="17" name="item-621">
            <a:extLst xmlns:a="http://schemas.openxmlformats.org/drawingml/2006/main">
              <a:ext uri="{FF2B5EF4-FFF2-40B4-BE49-F238E27FC236}">
                <a16:creationId xmlns:a16="http://schemas.microsoft.com/office/drawing/2014/main" id="{0F1C59A6-D172-4DCD-8C1E-9C01EB1CB893}"/>
              </a:ext>
            </a:extLst>
          </p:cNvPr>
          <p:cNvSpPr>
            <a:spLocks xmlns:a="http://schemas.openxmlformats.org/drawingml/2006/main" noGrp="1"/>
          </p:cNvSpPr>
          <p:nvPr/>
        </p:nvSpPr>
        <p:spPr>
          <a:xfrm xmlns:a="http://schemas.openxmlformats.org/drawingml/2006/main">
            <a:off x="742950" y="49720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8" name="item-622">
            <a:extLst xmlns:a="http://schemas.openxmlformats.org/drawingml/2006/main">
              <a:ext uri="{FF2B5EF4-FFF2-40B4-BE49-F238E27FC236}">
                <a16:creationId xmlns:a16="http://schemas.microsoft.com/office/drawing/2014/main" id="{B9A68C64-0633-4ED2-B69D-4B54A8750A89}"/>
              </a:ext>
            </a:extLst>
          </p:cNvPr>
          <p:cNvSpPr>
            <a:spLocks xmlns:a="http://schemas.openxmlformats.org/drawingml/2006/main" noGrp="1"/>
          </p:cNvSpPr>
          <p:nvPr/>
        </p:nvSpPr>
        <p:spPr>
          <a:xfrm xmlns:a="http://schemas.openxmlformats.org/drawingml/2006/main">
            <a:off x="1447800" y="483870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1">
                <a:solidFill>
                  <a:srgbClr val="152D46"/>
                </a:solidFill>
                <a:latin typeface="Arial"/>
                <a:ea typeface="Arial"/>
                <a:cs typeface="Arial"/>
              </a:defRPr>
            </a:defPPr>
            <a:lvl1pPr algn="l">
              <a:defRPr sz="2475" b="1">
                <a:solidFill>
                  <a:srgbClr val="152D46"/>
                </a:solidFill>
                <a:latin typeface="Arial"/>
                <a:ea typeface="Arial"/>
                <a:cs typeface="Arial"/>
              </a:defRPr>
            </a:lvl1pPr>
            <a:lvl2pPr algn="l">
              <a:defRPr sz="2475" b="1">
                <a:solidFill>
                  <a:srgbClr val="152D46"/>
                </a:solidFill>
                <a:latin typeface="Arial"/>
                <a:ea typeface="Arial"/>
                <a:cs typeface="Arial"/>
              </a:defRPr>
            </a:lvl2pPr>
            <a:lvl3pPr algn="l">
              <a:defRPr sz="2475" b="1">
                <a:solidFill>
                  <a:srgbClr val="152D46"/>
                </a:solidFill>
                <a:latin typeface="Arial"/>
                <a:ea typeface="Arial"/>
                <a:cs typeface="Arial"/>
              </a:defRPr>
            </a:lvl3pPr>
            <a:lvl4pPr algn="l">
              <a:defRPr sz="2475" b="1">
                <a:solidFill>
                  <a:srgbClr val="152D46"/>
                </a:solidFill>
                <a:latin typeface="Arial"/>
                <a:ea typeface="Arial"/>
                <a:cs typeface="Arial"/>
              </a:defRPr>
            </a:lvl4pPr>
            <a:lvl5pPr algn="l">
              <a:defRPr sz="2475" b="1">
                <a:solidFill>
                  <a:srgbClr val="152D46"/>
                </a:solidFill>
                <a:latin typeface="Arial"/>
                <a:ea typeface="Arial"/>
                <a:cs typeface="Arial"/>
              </a:defRPr>
            </a:lvl5pPr>
            <a:lvl6pPr algn="l">
              <a:defRPr sz="2475" b="1">
                <a:solidFill>
                  <a:srgbClr val="152D46"/>
                </a:solidFill>
                <a:latin typeface="Arial"/>
                <a:ea typeface="Arial"/>
                <a:cs typeface="Arial"/>
              </a:defRPr>
            </a:lvl6pPr>
            <a:lvl7pPr algn="l">
              <a:defRPr sz="2475" b="1">
                <a:solidFill>
                  <a:srgbClr val="152D46"/>
                </a:solidFill>
                <a:latin typeface="Arial"/>
                <a:ea typeface="Arial"/>
                <a:cs typeface="Arial"/>
              </a:defRPr>
            </a:lvl7pPr>
            <a:lvl8pPr algn="l">
              <a:defRPr sz="2475" b="1">
                <a:solidFill>
                  <a:srgbClr val="152D46"/>
                </a:solidFill>
                <a:latin typeface="Arial"/>
                <a:ea typeface="Arial"/>
                <a:cs typeface="Arial"/>
              </a:defRPr>
            </a:lvl8pPr>
            <a:lvl9pPr algn="l">
              <a:defRPr sz="2475" b="1">
                <a:solidFill>
                  <a:srgbClr val="152D46"/>
                </a:solidFill>
                <a:latin typeface="Arial"/>
                <a:ea typeface="Arial"/>
                <a:cs typeface="Arial"/>
              </a:defRPr>
            </a:lvl9pPr>
          </a:lstStyle>
          <a:p xmlns:a="http://schemas.openxmlformats.org/drawingml/2006/main">
            <a:pPr algn="l">
              <a:defRPr sz="2475" b="1">
                <a:solidFill>
                  <a:srgbClr val="152D46"/>
                </a:solidFill>
                <a:latin typeface="Arial"/>
                <a:ea typeface="Arial"/>
                <a:cs typeface="Arial"/>
              </a:defRPr>
            </a:pPr>
            <a:r>
              <a:rPr sz="2475" b="1">
                <a:solidFill>
                  <a:srgbClr val="152D46"/>
                </a:solidFill>
                <a:latin typeface="Arial"/>
                <a:ea typeface="Arial"/>
                <a:cs typeface="Arial"/>
              </a:rPr>
              <a:t>Outcome</a:t>
            </a:r>
          </a:p>
        </p:txBody>
      </p:sp>
      <p:sp>
        <p:nvSpPr>
          <p:cNvPr id="19" name="item-623">
            <a:extLst xmlns:a="http://schemas.openxmlformats.org/drawingml/2006/main">
              <a:ext uri="{FF2B5EF4-FFF2-40B4-BE49-F238E27FC236}">
                <a16:creationId xmlns:a16="http://schemas.microsoft.com/office/drawing/2014/main" id="{BFA4E757-FBAF-46A2-87F3-8680AD1290D0}"/>
              </a:ext>
            </a:extLst>
          </p:cNvPr>
          <p:cNvSpPr>
            <a:spLocks xmlns:a="http://schemas.openxmlformats.org/drawingml/2006/main" noGrp="1"/>
          </p:cNvSpPr>
          <p:nvPr/>
        </p:nvSpPr>
        <p:spPr>
          <a:xfrm xmlns:a="http://schemas.openxmlformats.org/drawingml/2006/main">
            <a:off x="4810125" y="48387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152D46"/>
                </a:solidFill>
                <a:latin typeface="Arial"/>
                <a:ea typeface="Arial"/>
                <a:cs typeface="Arial"/>
              </a:defRPr>
            </a:defPPr>
            <a:lvl1pPr algn="l">
              <a:defRPr sz="2325" b="0">
                <a:solidFill>
                  <a:srgbClr val="152D46"/>
                </a:solidFill>
                <a:latin typeface="Arial"/>
                <a:ea typeface="Arial"/>
                <a:cs typeface="Arial"/>
              </a:defRPr>
            </a:lvl1pPr>
            <a:lvl2pPr algn="l">
              <a:defRPr sz="2325" b="0">
                <a:solidFill>
                  <a:srgbClr val="152D46"/>
                </a:solidFill>
                <a:latin typeface="Arial"/>
                <a:ea typeface="Arial"/>
                <a:cs typeface="Arial"/>
              </a:defRPr>
            </a:lvl2pPr>
            <a:lvl3pPr algn="l">
              <a:defRPr sz="2325" b="0">
                <a:solidFill>
                  <a:srgbClr val="152D46"/>
                </a:solidFill>
                <a:latin typeface="Arial"/>
                <a:ea typeface="Arial"/>
                <a:cs typeface="Arial"/>
              </a:defRPr>
            </a:lvl3pPr>
            <a:lvl4pPr algn="l">
              <a:defRPr sz="2325" b="0">
                <a:solidFill>
                  <a:srgbClr val="152D46"/>
                </a:solidFill>
                <a:latin typeface="Arial"/>
                <a:ea typeface="Arial"/>
                <a:cs typeface="Arial"/>
              </a:defRPr>
            </a:lvl4pPr>
            <a:lvl5pPr algn="l">
              <a:defRPr sz="2325" b="0">
                <a:solidFill>
                  <a:srgbClr val="152D46"/>
                </a:solidFill>
                <a:latin typeface="Arial"/>
                <a:ea typeface="Arial"/>
                <a:cs typeface="Arial"/>
              </a:defRPr>
            </a:lvl5pPr>
            <a:lvl6pPr algn="l">
              <a:defRPr sz="2325" b="0">
                <a:solidFill>
                  <a:srgbClr val="152D46"/>
                </a:solidFill>
                <a:latin typeface="Arial"/>
                <a:ea typeface="Arial"/>
                <a:cs typeface="Arial"/>
              </a:defRPr>
            </a:lvl6pPr>
            <a:lvl7pPr algn="l">
              <a:defRPr sz="2325" b="0">
                <a:solidFill>
                  <a:srgbClr val="152D46"/>
                </a:solidFill>
                <a:latin typeface="Arial"/>
                <a:ea typeface="Arial"/>
                <a:cs typeface="Arial"/>
              </a:defRPr>
            </a:lvl7pPr>
            <a:lvl8pPr algn="l">
              <a:defRPr sz="2325" b="0">
                <a:solidFill>
                  <a:srgbClr val="152D46"/>
                </a:solidFill>
                <a:latin typeface="Arial"/>
                <a:ea typeface="Arial"/>
                <a:cs typeface="Arial"/>
              </a:defRPr>
            </a:lvl8pPr>
            <a:lvl9pPr algn="l">
              <a:defRPr sz="2325" b="0">
                <a:solidFill>
                  <a:srgbClr val="152D46"/>
                </a:solidFill>
                <a:latin typeface="Arial"/>
                <a:ea typeface="Arial"/>
                <a:cs typeface="Arial"/>
              </a:defRPr>
            </a:lvl9pPr>
          </a:lstStyle>
          <a:p xmlns:a="http://schemas.openxmlformats.org/drawingml/2006/main">
            <a:pPr algn="l">
              <a:defRPr sz="2325" b="0">
                <a:solidFill>
                  <a:srgbClr val="152D46"/>
                </a:solidFill>
                <a:latin typeface="Arial"/>
                <a:ea typeface="Arial"/>
                <a:cs typeface="Arial"/>
              </a:defRPr>
            </a:pPr>
            <a:r>
              <a:rPr sz="2325" b="0">
                <a:solidFill>
                  <a:srgbClr val="152D46"/>
                </a:solidFill>
                <a:latin typeface="Arial"/>
                <a:ea typeface="Arial"/>
                <a:cs typeface="Arial"/>
              </a:rPr>
              <a:t>Did it meet the requested check?</a:t>
            </a:r>
          </a:p>
        </p:txBody>
      </p:sp>
    </p:spTree>
    <p:extLst>
      <p:ext uri="{BB962C8B-B14F-4D97-AF65-F5344CB8AC3E}">
        <p14:creationId xmlns:p14="http://schemas.microsoft.com/office/powerpoint/2010/main" val="370391478"/>
      </p:ext>
    </p:extLst>
  </p:cSld>
</p:sld>
</file>

<file path=ppt/slides/slide4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item-624">
            <a:extLst xmlns:a="http://schemas.openxmlformats.org/drawingml/2006/main">
              <a:ext uri="{FF2B5EF4-FFF2-40B4-BE49-F238E27FC236}">
                <a16:creationId xmlns:a16="http://schemas.microsoft.com/office/drawing/2014/main" id="{E7057EEF-3867-4847-9CF4-5983F98BBE3D}"/>
              </a:ext>
            </a:extLst>
          </p:cNvPr>
          <p:cNvSpPr>
            <a:spLocks xmlns:a="http://schemas.openxmlformats.org/drawingml/2006/main" noGrp="1"/>
          </p:cNvSpPr>
          <p:nvPr/>
        </p:nvSpPr>
        <p:spPr>
          <a:xfrm xmlns:a="http://schemas.openxmlformats.org/drawingml/2006/main">
            <a:off x="533400" y="3429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xmlns:a="http://schemas.openxmlformats.org/drawingml/2006/main">
            <a:pPr algn="ctr">
              <a:defRPr sz="3600" b="1">
                <a:solidFill>
                  <a:srgbClr val="1C1C1C"/>
                </a:solidFill>
                <a:latin typeface="Arial"/>
                <a:ea typeface="Arial"/>
                <a:cs typeface="Arial"/>
              </a:defRPr>
            </a:pPr>
            <a:r>
              <a:rPr sz="3600" b="1">
                <a:solidFill>
                  <a:srgbClr val="1C1C1C"/>
                </a:solidFill>
                <a:latin typeface="Arial"/>
                <a:ea typeface="Arial"/>
                <a:cs typeface="Arial"/>
              </a:rPr>
              <a:t>Sources and useful boundaries</a:t>
            </a:r>
          </a:p>
        </p:txBody>
      </p:sp>
      <p:sp>
        <p:nvSpPr>
          <p:cNvPr id="2" name="item-625">
            <a:extLst xmlns:a="http://schemas.openxmlformats.org/drawingml/2006/main">
              <a:ext uri="{FF2B5EF4-FFF2-40B4-BE49-F238E27FC236}">
                <a16:creationId xmlns:a16="http://schemas.microsoft.com/office/drawing/2014/main" id="{26E47D69-72CA-4C12-9DD5-A1C2556E9106}"/>
              </a:ext>
            </a:extLst>
          </p:cNvPr>
          <p:cNvSpPr>
            <a:spLocks xmlns:a="http://schemas.openxmlformats.org/drawingml/2006/main" noGrp="1"/>
          </p:cNvSpPr>
          <p:nvPr/>
        </p:nvSpPr>
        <p:spPr>
          <a:xfrm xmlns:a="http://schemas.openxmlformats.org/drawingml/2006/main">
            <a:off x="609600" y="6486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125" b="0">
                <a:solidFill>
                  <a:srgbClr val="687282"/>
                </a:solidFill>
                <a:latin typeface="Arial"/>
                <a:ea typeface="Arial"/>
                <a:cs typeface="Arial"/>
              </a:defRPr>
            </a:defPPr>
            <a:lvl1pPr algn="l">
              <a:defRPr sz="1125" b="0">
                <a:solidFill>
                  <a:srgbClr val="687282"/>
                </a:solidFill>
                <a:latin typeface="Arial"/>
                <a:ea typeface="Arial"/>
                <a:cs typeface="Arial"/>
              </a:defRPr>
            </a:lvl1pPr>
            <a:lvl2pPr algn="l">
              <a:defRPr sz="1125" b="0">
                <a:solidFill>
                  <a:srgbClr val="687282"/>
                </a:solidFill>
                <a:latin typeface="Arial"/>
                <a:ea typeface="Arial"/>
                <a:cs typeface="Arial"/>
              </a:defRPr>
            </a:lvl2pPr>
            <a:lvl3pPr algn="l">
              <a:defRPr sz="1125" b="0">
                <a:solidFill>
                  <a:srgbClr val="687282"/>
                </a:solidFill>
                <a:latin typeface="Arial"/>
                <a:ea typeface="Arial"/>
                <a:cs typeface="Arial"/>
              </a:defRPr>
            </a:lvl3pPr>
            <a:lvl4pPr algn="l">
              <a:defRPr sz="1125" b="0">
                <a:solidFill>
                  <a:srgbClr val="687282"/>
                </a:solidFill>
                <a:latin typeface="Arial"/>
                <a:ea typeface="Arial"/>
                <a:cs typeface="Arial"/>
              </a:defRPr>
            </a:lvl4pPr>
            <a:lvl5pPr algn="l">
              <a:defRPr sz="1125" b="0">
                <a:solidFill>
                  <a:srgbClr val="687282"/>
                </a:solidFill>
                <a:latin typeface="Arial"/>
                <a:ea typeface="Arial"/>
                <a:cs typeface="Arial"/>
              </a:defRPr>
            </a:lvl5pPr>
            <a:lvl6pPr algn="l">
              <a:defRPr sz="1125" b="0">
                <a:solidFill>
                  <a:srgbClr val="687282"/>
                </a:solidFill>
                <a:latin typeface="Arial"/>
                <a:ea typeface="Arial"/>
                <a:cs typeface="Arial"/>
              </a:defRPr>
            </a:lvl6pPr>
            <a:lvl7pPr algn="l">
              <a:defRPr sz="1125" b="0">
                <a:solidFill>
                  <a:srgbClr val="687282"/>
                </a:solidFill>
                <a:latin typeface="Arial"/>
                <a:ea typeface="Arial"/>
                <a:cs typeface="Arial"/>
              </a:defRPr>
            </a:lvl7pPr>
            <a:lvl8pPr algn="l">
              <a:defRPr sz="1125" b="0">
                <a:solidFill>
                  <a:srgbClr val="687282"/>
                </a:solidFill>
                <a:latin typeface="Arial"/>
                <a:ea typeface="Arial"/>
                <a:cs typeface="Arial"/>
              </a:defRPr>
            </a:lvl8pPr>
            <a:lvl9pPr algn="l">
              <a:defRPr sz="1125" b="0">
                <a:solidFill>
                  <a:srgbClr val="687282"/>
                </a:solidFill>
                <a:latin typeface="Arial"/>
                <a:ea typeface="Arial"/>
                <a:cs typeface="Arial"/>
              </a:defRPr>
            </a:lvl9pPr>
          </a:lstStyle>
          <a:p xmlns:a="http://schemas.openxmlformats.org/drawingml/2006/main">
            <a:pPr algn="l">
              <a:defRPr sz="1125" b="0">
                <a:solidFill>
                  <a:srgbClr val="687282"/>
                </a:solidFill>
                <a:latin typeface="Arial"/>
                <a:ea typeface="Arial"/>
                <a:cs typeface="Arial"/>
              </a:defRPr>
            </a:pPr>
            <a:r>
              <a:rPr sz="1125" b="0">
                <a:solidFill>
                  <a:srgbClr val="687282"/>
                </a:solidFill>
                <a:latin typeface="Arial"/>
                <a:ea typeface="Arial"/>
                <a:cs typeface="Arial"/>
              </a:rPr>
              <a:t>CODEX &amp; COFFEE</a:t>
            </a:r>
          </a:p>
        </p:txBody>
      </p:sp>
      <p:sp>
        <p:nvSpPr>
          <p:cNvPr id="3" name="item-626">
            <a:extLst xmlns:a="http://schemas.openxmlformats.org/drawingml/2006/main">
              <a:ext uri="{FF2B5EF4-FFF2-40B4-BE49-F238E27FC236}">
                <a16:creationId xmlns:a16="http://schemas.microsoft.com/office/drawing/2014/main" id="{688A3E9D-5EA0-41AC-BE1B-7D5514EA8C2A}"/>
              </a:ext>
            </a:extLst>
          </p:cNvPr>
          <p:cNvSpPr>
            <a:spLocks xmlns:a="http://schemas.openxmlformats.org/drawingml/2006/main" noGrp="1"/>
          </p:cNvSpPr>
          <p:nvPr/>
        </p:nvSpPr>
        <p:spPr>
          <a:xfrm xmlns:a="http://schemas.openxmlformats.org/drawingml/2006/main">
            <a:off x="8524875" y="6486525"/>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687282"/>
                </a:solidFill>
                <a:latin typeface="Arial"/>
                <a:ea typeface="Arial"/>
                <a:cs typeface="Arial"/>
              </a:defRPr>
            </a:defPPr>
            <a:lvl1pPr algn="r">
              <a:defRPr sz="1125" b="0">
                <a:solidFill>
                  <a:srgbClr val="687282"/>
                </a:solidFill>
                <a:latin typeface="Arial"/>
                <a:ea typeface="Arial"/>
                <a:cs typeface="Arial"/>
              </a:defRPr>
            </a:lvl1pPr>
            <a:lvl2pPr algn="r">
              <a:defRPr sz="1125" b="0">
                <a:solidFill>
                  <a:srgbClr val="687282"/>
                </a:solidFill>
                <a:latin typeface="Arial"/>
                <a:ea typeface="Arial"/>
                <a:cs typeface="Arial"/>
              </a:defRPr>
            </a:lvl2pPr>
            <a:lvl3pPr algn="r">
              <a:defRPr sz="1125" b="0">
                <a:solidFill>
                  <a:srgbClr val="687282"/>
                </a:solidFill>
                <a:latin typeface="Arial"/>
                <a:ea typeface="Arial"/>
                <a:cs typeface="Arial"/>
              </a:defRPr>
            </a:lvl3pPr>
            <a:lvl4pPr algn="r">
              <a:defRPr sz="1125" b="0">
                <a:solidFill>
                  <a:srgbClr val="687282"/>
                </a:solidFill>
                <a:latin typeface="Arial"/>
                <a:ea typeface="Arial"/>
                <a:cs typeface="Arial"/>
              </a:defRPr>
            </a:lvl4pPr>
            <a:lvl5pPr algn="r">
              <a:defRPr sz="1125" b="0">
                <a:solidFill>
                  <a:srgbClr val="687282"/>
                </a:solidFill>
                <a:latin typeface="Arial"/>
                <a:ea typeface="Arial"/>
                <a:cs typeface="Arial"/>
              </a:defRPr>
            </a:lvl5pPr>
            <a:lvl6pPr algn="r">
              <a:defRPr sz="1125" b="0">
                <a:solidFill>
                  <a:srgbClr val="687282"/>
                </a:solidFill>
                <a:latin typeface="Arial"/>
                <a:ea typeface="Arial"/>
                <a:cs typeface="Arial"/>
              </a:defRPr>
            </a:lvl6pPr>
            <a:lvl7pPr algn="r">
              <a:defRPr sz="1125" b="0">
                <a:solidFill>
                  <a:srgbClr val="687282"/>
                </a:solidFill>
                <a:latin typeface="Arial"/>
                <a:ea typeface="Arial"/>
                <a:cs typeface="Arial"/>
              </a:defRPr>
            </a:lvl7pPr>
            <a:lvl8pPr algn="r">
              <a:defRPr sz="1125" b="0">
                <a:solidFill>
                  <a:srgbClr val="687282"/>
                </a:solidFill>
                <a:latin typeface="Arial"/>
                <a:ea typeface="Arial"/>
                <a:cs typeface="Arial"/>
              </a:defRPr>
            </a:lvl8pPr>
            <a:lvl9pPr algn="r">
              <a:defRPr sz="1125" b="0">
                <a:solidFill>
                  <a:srgbClr val="687282"/>
                </a:solidFill>
                <a:latin typeface="Arial"/>
                <a:ea typeface="Arial"/>
                <a:cs typeface="Arial"/>
              </a:defRPr>
            </a:lvl9pPr>
          </a:lstStyle>
          <a:p xmlns:a="http://schemas.openxmlformats.org/drawingml/2006/main">
            <a:pPr algn="r">
              <a:defRPr sz="1125" b="0">
                <a:solidFill>
                  <a:srgbClr val="687282"/>
                </a:solidFill>
                <a:latin typeface="Arial"/>
                <a:ea typeface="Arial"/>
                <a:cs typeface="Arial"/>
              </a:defRPr>
            </a:pPr>
            <a:r>
              <a:rPr sz="1125" b="0">
                <a:solidFill>
                  <a:srgbClr val="687282"/>
                </a:solidFill>
                <a:latin typeface="Arial"/>
                <a:ea typeface="Arial"/>
                <a:cs typeface="Arial"/>
              </a:rPr>
              <a:t>DAY 5  ·  48  ·  OPTIONAL</a:t>
            </a:r>
          </a:p>
        </p:txBody>
      </p:sp>
      <p:sp>
        <p:nvSpPr>
          <p:cNvPr id="4" name="item-627">
            <a:extLst xmlns:a="http://schemas.openxmlformats.org/drawingml/2006/main">
              <a:ext uri="{FF2B5EF4-FFF2-40B4-BE49-F238E27FC236}">
                <a16:creationId xmlns:a16="http://schemas.microsoft.com/office/drawing/2014/main" id="{6BF7A424-48EB-4EC6-9124-DAA6CD4DCD11}"/>
              </a:ext>
            </a:extLst>
          </p:cNvPr>
          <p:cNvSpPr>
            <a:spLocks xmlns:a="http://schemas.openxmlformats.org/drawingml/2006/main" noGrp="1"/>
          </p:cNvSpPr>
          <p:nvPr/>
        </p:nvSpPr>
        <p:spPr>
          <a:xfrm xmlns:a="http://schemas.openxmlformats.org/drawingml/2006/main">
            <a:off x="762000" y="16383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2D46"/>
                </a:solidFill>
                <a:latin typeface="Arial"/>
                <a:ea typeface="Arial"/>
                <a:cs typeface="Arial"/>
              </a:defRPr>
            </a:defPPr>
            <a:lvl1pPr algn="l">
              <a:defRPr sz="2250" b="1">
                <a:solidFill>
                  <a:srgbClr val="152D46"/>
                </a:solidFill>
                <a:latin typeface="Arial"/>
                <a:ea typeface="Arial"/>
                <a:cs typeface="Arial"/>
              </a:defRPr>
            </a:lvl1pPr>
            <a:lvl2pPr algn="l">
              <a:defRPr sz="2250" b="1">
                <a:solidFill>
                  <a:srgbClr val="152D46"/>
                </a:solidFill>
                <a:latin typeface="Arial"/>
                <a:ea typeface="Arial"/>
                <a:cs typeface="Arial"/>
              </a:defRPr>
            </a:lvl2pPr>
            <a:lvl3pPr algn="l">
              <a:defRPr sz="2250" b="1">
                <a:solidFill>
                  <a:srgbClr val="152D46"/>
                </a:solidFill>
                <a:latin typeface="Arial"/>
                <a:ea typeface="Arial"/>
                <a:cs typeface="Arial"/>
              </a:defRPr>
            </a:lvl3pPr>
            <a:lvl4pPr algn="l">
              <a:defRPr sz="2250" b="1">
                <a:solidFill>
                  <a:srgbClr val="152D46"/>
                </a:solidFill>
                <a:latin typeface="Arial"/>
                <a:ea typeface="Arial"/>
                <a:cs typeface="Arial"/>
              </a:defRPr>
            </a:lvl4pPr>
            <a:lvl5pPr algn="l">
              <a:defRPr sz="2250" b="1">
                <a:solidFill>
                  <a:srgbClr val="152D46"/>
                </a:solidFill>
                <a:latin typeface="Arial"/>
                <a:ea typeface="Arial"/>
                <a:cs typeface="Arial"/>
              </a:defRPr>
            </a:lvl5pPr>
            <a:lvl6pPr algn="l">
              <a:defRPr sz="2250" b="1">
                <a:solidFill>
                  <a:srgbClr val="152D46"/>
                </a:solidFill>
                <a:latin typeface="Arial"/>
                <a:ea typeface="Arial"/>
                <a:cs typeface="Arial"/>
              </a:defRPr>
            </a:lvl6pPr>
            <a:lvl7pPr algn="l">
              <a:defRPr sz="2250" b="1">
                <a:solidFill>
                  <a:srgbClr val="152D46"/>
                </a:solidFill>
                <a:latin typeface="Arial"/>
                <a:ea typeface="Arial"/>
                <a:cs typeface="Arial"/>
              </a:defRPr>
            </a:lvl7pPr>
            <a:lvl8pPr algn="l">
              <a:defRPr sz="2250" b="1">
                <a:solidFill>
                  <a:srgbClr val="152D46"/>
                </a:solidFill>
                <a:latin typeface="Arial"/>
                <a:ea typeface="Arial"/>
                <a:cs typeface="Arial"/>
              </a:defRPr>
            </a:lvl8pPr>
            <a:lvl9pPr algn="l">
              <a:defRPr sz="2250" b="1">
                <a:solidFill>
                  <a:srgbClr val="152D46"/>
                </a:solidFill>
                <a:latin typeface="Arial"/>
                <a:ea typeface="Arial"/>
                <a:cs typeface="Arial"/>
              </a:defRPr>
            </a:lvl9pPr>
          </a:lstStyle>
          <a:p xmlns:a="http://schemas.openxmlformats.org/drawingml/2006/main">
            <a:pPr algn="l">
              <a:defRPr sz="2250" b="1">
                <a:solidFill>
                  <a:srgbClr val="152D46"/>
                </a:solidFill>
                <a:latin typeface="Arial"/>
                <a:ea typeface="Arial"/>
                <a:cs typeface="Arial"/>
              </a:defRPr>
            </a:pPr>
            <a:r>
              <a:rPr sz="2250" b="1">
                <a:solidFill>
                  <a:srgbClr val="152D46"/>
                </a:solidFill>
                <a:latin typeface="Arial"/>
                <a:ea typeface="Arial"/>
                <a:cs typeface="Arial"/>
              </a:rPr>
              <a:t>Computer Use in Codex</a:t>
            </a:r>
          </a:p>
        </p:txBody>
      </p:sp>
      <p:sp>
        <p:nvSpPr>
          <p:cNvPr id="5" name="item-628">
            <a:extLst xmlns:a="http://schemas.openxmlformats.org/drawingml/2006/main">
              <a:ext uri="{FF2B5EF4-FFF2-40B4-BE49-F238E27FC236}">
                <a16:creationId xmlns:a16="http://schemas.microsoft.com/office/drawing/2014/main" id="{3D7E6B6D-DFAA-432A-8450-B4984C360903}"/>
              </a:ext>
            </a:extLst>
          </p:cNvPr>
          <p:cNvSpPr>
            <a:spLocks xmlns:a="http://schemas.openxmlformats.org/drawingml/2006/main" noGrp="1"/>
          </p:cNvSpPr>
          <p:nvPr/>
        </p:nvSpPr>
        <p:spPr>
          <a:xfrm xmlns:a="http://schemas.openxmlformats.org/drawingml/2006/main">
            <a:off x="762000" y="20859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477BBD"/>
                </a:solidFill>
                <a:latin typeface="Arial"/>
                <a:ea typeface="Arial"/>
                <a:cs typeface="Arial"/>
              </a:defRPr>
            </a:defPPr>
            <a:lvl1pPr algn="l">
              <a:defRPr sz="1875" b="0">
                <a:solidFill>
                  <a:srgbClr val="477BBD"/>
                </a:solidFill>
                <a:latin typeface="Arial"/>
                <a:ea typeface="Arial"/>
                <a:cs typeface="Arial"/>
              </a:defRPr>
            </a:lvl1pPr>
            <a:lvl2pPr algn="l">
              <a:defRPr sz="1875" b="0">
                <a:solidFill>
                  <a:srgbClr val="477BBD"/>
                </a:solidFill>
                <a:latin typeface="Arial"/>
                <a:ea typeface="Arial"/>
                <a:cs typeface="Arial"/>
              </a:defRPr>
            </a:lvl2pPr>
            <a:lvl3pPr algn="l">
              <a:defRPr sz="1875" b="0">
                <a:solidFill>
                  <a:srgbClr val="477BBD"/>
                </a:solidFill>
                <a:latin typeface="Arial"/>
                <a:ea typeface="Arial"/>
                <a:cs typeface="Arial"/>
              </a:defRPr>
            </a:lvl3pPr>
            <a:lvl4pPr algn="l">
              <a:defRPr sz="1875" b="0">
                <a:solidFill>
                  <a:srgbClr val="477BBD"/>
                </a:solidFill>
                <a:latin typeface="Arial"/>
                <a:ea typeface="Arial"/>
                <a:cs typeface="Arial"/>
              </a:defRPr>
            </a:lvl4pPr>
            <a:lvl5pPr algn="l">
              <a:defRPr sz="1875" b="0">
                <a:solidFill>
                  <a:srgbClr val="477BBD"/>
                </a:solidFill>
                <a:latin typeface="Arial"/>
                <a:ea typeface="Arial"/>
                <a:cs typeface="Arial"/>
              </a:defRPr>
            </a:lvl5pPr>
            <a:lvl6pPr algn="l">
              <a:defRPr sz="1875" b="0">
                <a:solidFill>
                  <a:srgbClr val="477BBD"/>
                </a:solidFill>
                <a:latin typeface="Arial"/>
                <a:ea typeface="Arial"/>
                <a:cs typeface="Arial"/>
              </a:defRPr>
            </a:lvl6pPr>
            <a:lvl7pPr algn="l">
              <a:defRPr sz="1875" b="0">
                <a:solidFill>
                  <a:srgbClr val="477BBD"/>
                </a:solidFill>
                <a:latin typeface="Arial"/>
                <a:ea typeface="Arial"/>
                <a:cs typeface="Arial"/>
              </a:defRPr>
            </a:lvl7pPr>
            <a:lvl8pPr algn="l">
              <a:defRPr sz="1875" b="0">
                <a:solidFill>
                  <a:srgbClr val="477BBD"/>
                </a:solidFill>
                <a:latin typeface="Arial"/>
                <a:ea typeface="Arial"/>
                <a:cs typeface="Arial"/>
              </a:defRPr>
            </a:lvl8pPr>
            <a:lvl9pPr algn="l">
              <a:defRPr sz="1875" b="0">
                <a:solidFill>
                  <a:srgbClr val="477BBD"/>
                </a:solidFill>
                <a:latin typeface="Arial"/>
                <a:ea typeface="Arial"/>
                <a:cs typeface="Arial"/>
              </a:defRPr>
            </a:lvl9pPr>
          </a:lstStyle>
          <a:p xmlns:a="http://schemas.openxmlformats.org/drawingml/2006/main">
            <a:pPr algn="l">
              <a:defRPr sz="1875" b="0">
                <a:solidFill>
                  <a:srgbClr val="477BBD"/>
                </a:solidFill>
                <a:latin typeface="Arial"/>
                <a:ea typeface="Arial"/>
                <a:cs typeface="Arial"/>
              </a:defRPr>
            </a:pPr>
            <a:r>
              <a:rPr sz="1875" b="0">
                <a:solidFill>
                  <a:srgbClr val="477BBD"/>
                </a:solidFill>
                <a:latin typeface="Arial"/>
                <a:ea typeface="Arial"/>
                <a:cs typeface="Arial"/>
              </a:rPr>
              <a:t>learn.chatgpt.com/docs/computer-use</a:t>
            </a:r>
          </a:p>
        </p:txBody>
      </p:sp>
      <p:sp>
        <p:nvSpPr>
          <p:cNvPr id="6" name="item-629">
            <a:extLst xmlns:a="http://schemas.openxmlformats.org/drawingml/2006/main">
              <a:ext uri="{FF2B5EF4-FFF2-40B4-BE49-F238E27FC236}">
                <a16:creationId xmlns:a16="http://schemas.microsoft.com/office/drawing/2014/main" id="{6804510B-2470-426D-BDCA-218DC73789C7}"/>
              </a:ext>
            </a:extLst>
          </p:cNvPr>
          <p:cNvSpPr>
            <a:spLocks xmlns:a="http://schemas.openxmlformats.org/drawingml/2006/main" noGrp="1"/>
          </p:cNvSpPr>
          <p:nvPr/>
        </p:nvSpPr>
        <p:spPr>
          <a:xfrm xmlns:a="http://schemas.openxmlformats.org/drawingml/2006/main">
            <a:off x="762000" y="26955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2D46"/>
                </a:solidFill>
                <a:latin typeface="Arial"/>
                <a:ea typeface="Arial"/>
                <a:cs typeface="Arial"/>
              </a:defRPr>
            </a:defPPr>
            <a:lvl1pPr algn="l">
              <a:defRPr sz="2250" b="1">
                <a:solidFill>
                  <a:srgbClr val="152D46"/>
                </a:solidFill>
                <a:latin typeface="Arial"/>
                <a:ea typeface="Arial"/>
                <a:cs typeface="Arial"/>
              </a:defRPr>
            </a:lvl1pPr>
            <a:lvl2pPr algn="l">
              <a:defRPr sz="2250" b="1">
                <a:solidFill>
                  <a:srgbClr val="152D46"/>
                </a:solidFill>
                <a:latin typeface="Arial"/>
                <a:ea typeface="Arial"/>
                <a:cs typeface="Arial"/>
              </a:defRPr>
            </a:lvl2pPr>
            <a:lvl3pPr algn="l">
              <a:defRPr sz="2250" b="1">
                <a:solidFill>
                  <a:srgbClr val="152D46"/>
                </a:solidFill>
                <a:latin typeface="Arial"/>
                <a:ea typeface="Arial"/>
                <a:cs typeface="Arial"/>
              </a:defRPr>
            </a:lvl3pPr>
            <a:lvl4pPr algn="l">
              <a:defRPr sz="2250" b="1">
                <a:solidFill>
                  <a:srgbClr val="152D46"/>
                </a:solidFill>
                <a:latin typeface="Arial"/>
                <a:ea typeface="Arial"/>
                <a:cs typeface="Arial"/>
              </a:defRPr>
            </a:lvl4pPr>
            <a:lvl5pPr algn="l">
              <a:defRPr sz="2250" b="1">
                <a:solidFill>
                  <a:srgbClr val="152D46"/>
                </a:solidFill>
                <a:latin typeface="Arial"/>
                <a:ea typeface="Arial"/>
                <a:cs typeface="Arial"/>
              </a:defRPr>
            </a:lvl5pPr>
            <a:lvl6pPr algn="l">
              <a:defRPr sz="2250" b="1">
                <a:solidFill>
                  <a:srgbClr val="152D46"/>
                </a:solidFill>
                <a:latin typeface="Arial"/>
                <a:ea typeface="Arial"/>
                <a:cs typeface="Arial"/>
              </a:defRPr>
            </a:lvl6pPr>
            <a:lvl7pPr algn="l">
              <a:defRPr sz="2250" b="1">
                <a:solidFill>
                  <a:srgbClr val="152D46"/>
                </a:solidFill>
                <a:latin typeface="Arial"/>
                <a:ea typeface="Arial"/>
                <a:cs typeface="Arial"/>
              </a:defRPr>
            </a:lvl7pPr>
            <a:lvl8pPr algn="l">
              <a:defRPr sz="2250" b="1">
                <a:solidFill>
                  <a:srgbClr val="152D46"/>
                </a:solidFill>
                <a:latin typeface="Arial"/>
                <a:ea typeface="Arial"/>
                <a:cs typeface="Arial"/>
              </a:defRPr>
            </a:lvl8pPr>
            <a:lvl9pPr algn="l">
              <a:defRPr sz="2250" b="1">
                <a:solidFill>
                  <a:srgbClr val="152D46"/>
                </a:solidFill>
                <a:latin typeface="Arial"/>
                <a:ea typeface="Arial"/>
                <a:cs typeface="Arial"/>
              </a:defRPr>
            </a:lvl9pPr>
          </a:lstStyle>
          <a:p xmlns:a="http://schemas.openxmlformats.org/drawingml/2006/main">
            <a:pPr algn="l">
              <a:defRPr sz="2250" b="1">
                <a:solidFill>
                  <a:srgbClr val="152D46"/>
                </a:solidFill>
                <a:latin typeface="Arial"/>
                <a:ea typeface="Arial"/>
                <a:cs typeface="Arial"/>
              </a:defRPr>
            </a:pPr>
            <a:r>
              <a:rPr sz="2250" b="1">
                <a:solidFill>
                  <a:srgbClr val="152D46"/>
                </a:solidFill>
                <a:latin typeface="Arial"/>
                <a:ea typeface="Arial"/>
                <a:cs typeface="Arial"/>
              </a:rPr>
              <a:t>MCP connections</a:t>
            </a:r>
          </a:p>
        </p:txBody>
      </p:sp>
      <p:sp>
        <p:nvSpPr>
          <p:cNvPr id="7" name="item-630">
            <a:extLst xmlns:a="http://schemas.openxmlformats.org/drawingml/2006/main">
              <a:ext uri="{FF2B5EF4-FFF2-40B4-BE49-F238E27FC236}">
                <a16:creationId xmlns:a16="http://schemas.microsoft.com/office/drawing/2014/main" id="{79F4EA51-9783-44E5-89C1-2552FEDE16A1}"/>
              </a:ext>
            </a:extLst>
          </p:cNvPr>
          <p:cNvSpPr>
            <a:spLocks xmlns:a="http://schemas.openxmlformats.org/drawingml/2006/main" noGrp="1"/>
          </p:cNvSpPr>
          <p:nvPr/>
        </p:nvSpPr>
        <p:spPr>
          <a:xfrm xmlns:a="http://schemas.openxmlformats.org/drawingml/2006/main">
            <a:off x="762000" y="31432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477BBD"/>
                </a:solidFill>
                <a:latin typeface="Arial"/>
                <a:ea typeface="Arial"/>
                <a:cs typeface="Arial"/>
              </a:defRPr>
            </a:defPPr>
            <a:lvl1pPr algn="l">
              <a:defRPr sz="1875" b="0">
                <a:solidFill>
                  <a:srgbClr val="477BBD"/>
                </a:solidFill>
                <a:latin typeface="Arial"/>
                <a:ea typeface="Arial"/>
                <a:cs typeface="Arial"/>
              </a:defRPr>
            </a:lvl1pPr>
            <a:lvl2pPr algn="l">
              <a:defRPr sz="1875" b="0">
                <a:solidFill>
                  <a:srgbClr val="477BBD"/>
                </a:solidFill>
                <a:latin typeface="Arial"/>
                <a:ea typeface="Arial"/>
                <a:cs typeface="Arial"/>
              </a:defRPr>
            </a:lvl2pPr>
            <a:lvl3pPr algn="l">
              <a:defRPr sz="1875" b="0">
                <a:solidFill>
                  <a:srgbClr val="477BBD"/>
                </a:solidFill>
                <a:latin typeface="Arial"/>
                <a:ea typeface="Arial"/>
                <a:cs typeface="Arial"/>
              </a:defRPr>
            </a:lvl3pPr>
            <a:lvl4pPr algn="l">
              <a:defRPr sz="1875" b="0">
                <a:solidFill>
                  <a:srgbClr val="477BBD"/>
                </a:solidFill>
                <a:latin typeface="Arial"/>
                <a:ea typeface="Arial"/>
                <a:cs typeface="Arial"/>
              </a:defRPr>
            </a:lvl4pPr>
            <a:lvl5pPr algn="l">
              <a:defRPr sz="1875" b="0">
                <a:solidFill>
                  <a:srgbClr val="477BBD"/>
                </a:solidFill>
                <a:latin typeface="Arial"/>
                <a:ea typeface="Arial"/>
                <a:cs typeface="Arial"/>
              </a:defRPr>
            </a:lvl5pPr>
            <a:lvl6pPr algn="l">
              <a:defRPr sz="1875" b="0">
                <a:solidFill>
                  <a:srgbClr val="477BBD"/>
                </a:solidFill>
                <a:latin typeface="Arial"/>
                <a:ea typeface="Arial"/>
                <a:cs typeface="Arial"/>
              </a:defRPr>
            </a:lvl6pPr>
            <a:lvl7pPr algn="l">
              <a:defRPr sz="1875" b="0">
                <a:solidFill>
                  <a:srgbClr val="477BBD"/>
                </a:solidFill>
                <a:latin typeface="Arial"/>
                <a:ea typeface="Arial"/>
                <a:cs typeface="Arial"/>
              </a:defRPr>
            </a:lvl7pPr>
            <a:lvl8pPr algn="l">
              <a:defRPr sz="1875" b="0">
                <a:solidFill>
                  <a:srgbClr val="477BBD"/>
                </a:solidFill>
                <a:latin typeface="Arial"/>
                <a:ea typeface="Arial"/>
                <a:cs typeface="Arial"/>
              </a:defRPr>
            </a:lvl8pPr>
            <a:lvl9pPr algn="l">
              <a:defRPr sz="1875" b="0">
                <a:solidFill>
                  <a:srgbClr val="477BBD"/>
                </a:solidFill>
                <a:latin typeface="Arial"/>
                <a:ea typeface="Arial"/>
                <a:cs typeface="Arial"/>
              </a:defRPr>
            </a:lvl9pPr>
          </a:lstStyle>
          <a:p xmlns:a="http://schemas.openxmlformats.org/drawingml/2006/main">
            <a:pPr algn="l">
              <a:defRPr sz="1875" b="0">
                <a:solidFill>
                  <a:srgbClr val="477BBD"/>
                </a:solidFill>
                <a:latin typeface="Arial"/>
                <a:ea typeface="Arial"/>
                <a:cs typeface="Arial"/>
              </a:defRPr>
            </a:pPr>
            <a:r>
              <a:rPr sz="1875" b="0">
                <a:solidFill>
                  <a:srgbClr val="477BBD"/>
                </a:solidFill>
                <a:latin typeface="Arial"/>
                <a:ea typeface="Arial"/>
                <a:cs typeface="Arial"/>
              </a:rPr>
              <a:t>learn.chatgpt.com/docs/extend/mcp</a:t>
            </a:r>
          </a:p>
        </p:txBody>
      </p:sp>
      <p:sp>
        <p:nvSpPr>
          <p:cNvPr id="8" name="item-631">
            <a:extLst xmlns:a="http://schemas.openxmlformats.org/drawingml/2006/main">
              <a:ext uri="{FF2B5EF4-FFF2-40B4-BE49-F238E27FC236}">
                <a16:creationId xmlns:a16="http://schemas.microsoft.com/office/drawing/2014/main" id="{80306FCF-0AD1-472F-A042-5A3DD90541AF}"/>
              </a:ext>
            </a:extLst>
          </p:cNvPr>
          <p:cNvSpPr>
            <a:spLocks xmlns:a="http://schemas.openxmlformats.org/drawingml/2006/main" noGrp="1"/>
          </p:cNvSpPr>
          <p:nvPr/>
        </p:nvSpPr>
        <p:spPr>
          <a:xfrm xmlns:a="http://schemas.openxmlformats.org/drawingml/2006/main">
            <a:off x="762000" y="37528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2D46"/>
                </a:solidFill>
                <a:latin typeface="Arial"/>
                <a:ea typeface="Arial"/>
                <a:cs typeface="Arial"/>
              </a:defRPr>
            </a:defPPr>
            <a:lvl1pPr algn="l">
              <a:defRPr sz="2250" b="1">
                <a:solidFill>
                  <a:srgbClr val="152D46"/>
                </a:solidFill>
                <a:latin typeface="Arial"/>
                <a:ea typeface="Arial"/>
                <a:cs typeface="Arial"/>
              </a:defRPr>
            </a:lvl1pPr>
            <a:lvl2pPr algn="l">
              <a:defRPr sz="2250" b="1">
                <a:solidFill>
                  <a:srgbClr val="152D46"/>
                </a:solidFill>
                <a:latin typeface="Arial"/>
                <a:ea typeface="Arial"/>
                <a:cs typeface="Arial"/>
              </a:defRPr>
            </a:lvl2pPr>
            <a:lvl3pPr algn="l">
              <a:defRPr sz="2250" b="1">
                <a:solidFill>
                  <a:srgbClr val="152D46"/>
                </a:solidFill>
                <a:latin typeface="Arial"/>
                <a:ea typeface="Arial"/>
                <a:cs typeface="Arial"/>
              </a:defRPr>
            </a:lvl3pPr>
            <a:lvl4pPr algn="l">
              <a:defRPr sz="2250" b="1">
                <a:solidFill>
                  <a:srgbClr val="152D46"/>
                </a:solidFill>
                <a:latin typeface="Arial"/>
                <a:ea typeface="Arial"/>
                <a:cs typeface="Arial"/>
              </a:defRPr>
            </a:lvl4pPr>
            <a:lvl5pPr algn="l">
              <a:defRPr sz="2250" b="1">
                <a:solidFill>
                  <a:srgbClr val="152D46"/>
                </a:solidFill>
                <a:latin typeface="Arial"/>
                <a:ea typeface="Arial"/>
                <a:cs typeface="Arial"/>
              </a:defRPr>
            </a:lvl5pPr>
            <a:lvl6pPr algn="l">
              <a:defRPr sz="2250" b="1">
                <a:solidFill>
                  <a:srgbClr val="152D46"/>
                </a:solidFill>
                <a:latin typeface="Arial"/>
                <a:ea typeface="Arial"/>
                <a:cs typeface="Arial"/>
              </a:defRPr>
            </a:lvl6pPr>
            <a:lvl7pPr algn="l">
              <a:defRPr sz="2250" b="1">
                <a:solidFill>
                  <a:srgbClr val="152D46"/>
                </a:solidFill>
                <a:latin typeface="Arial"/>
                <a:ea typeface="Arial"/>
                <a:cs typeface="Arial"/>
              </a:defRPr>
            </a:lvl7pPr>
            <a:lvl8pPr algn="l">
              <a:defRPr sz="2250" b="1">
                <a:solidFill>
                  <a:srgbClr val="152D46"/>
                </a:solidFill>
                <a:latin typeface="Arial"/>
                <a:ea typeface="Arial"/>
                <a:cs typeface="Arial"/>
              </a:defRPr>
            </a:lvl8pPr>
            <a:lvl9pPr algn="l">
              <a:defRPr sz="2250" b="1">
                <a:solidFill>
                  <a:srgbClr val="152D46"/>
                </a:solidFill>
                <a:latin typeface="Arial"/>
                <a:ea typeface="Arial"/>
                <a:cs typeface="Arial"/>
              </a:defRPr>
            </a:lvl9pPr>
          </a:lstStyle>
          <a:p xmlns:a="http://schemas.openxmlformats.org/drawingml/2006/main">
            <a:pPr algn="l">
              <a:defRPr sz="2250" b="1">
                <a:solidFill>
                  <a:srgbClr val="152D46"/>
                </a:solidFill>
                <a:latin typeface="Arial"/>
                <a:ea typeface="Arial"/>
                <a:cs typeface="Arial"/>
              </a:defRPr>
            </a:pPr>
            <a:r>
              <a:rPr sz="2250" b="1">
                <a:solidFill>
                  <a:srgbClr val="152D46"/>
                </a:solidFill>
                <a:latin typeface="Arial"/>
                <a:ea typeface="Arial"/>
                <a:cs typeface="Arial"/>
              </a:rPr>
              <a:t>Internal browser</a:t>
            </a:r>
          </a:p>
        </p:txBody>
      </p:sp>
      <p:sp>
        <p:nvSpPr>
          <p:cNvPr id="9" name="item-632">
            <a:extLst xmlns:a="http://schemas.openxmlformats.org/drawingml/2006/main">
              <a:ext uri="{FF2B5EF4-FFF2-40B4-BE49-F238E27FC236}">
                <a16:creationId xmlns:a16="http://schemas.microsoft.com/office/drawing/2014/main" id="{12B689D8-E5DE-444E-8E62-6C41E243B971}"/>
              </a:ext>
            </a:extLst>
          </p:cNvPr>
          <p:cNvSpPr>
            <a:spLocks xmlns:a="http://schemas.openxmlformats.org/drawingml/2006/main" noGrp="1"/>
          </p:cNvSpPr>
          <p:nvPr/>
        </p:nvSpPr>
        <p:spPr>
          <a:xfrm xmlns:a="http://schemas.openxmlformats.org/drawingml/2006/main">
            <a:off x="762000" y="42005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477BBD"/>
                </a:solidFill>
                <a:latin typeface="Arial"/>
                <a:ea typeface="Arial"/>
                <a:cs typeface="Arial"/>
              </a:defRPr>
            </a:defPPr>
            <a:lvl1pPr algn="l">
              <a:defRPr sz="1875" b="0">
                <a:solidFill>
                  <a:srgbClr val="477BBD"/>
                </a:solidFill>
                <a:latin typeface="Arial"/>
                <a:ea typeface="Arial"/>
                <a:cs typeface="Arial"/>
              </a:defRPr>
            </a:lvl1pPr>
            <a:lvl2pPr algn="l">
              <a:defRPr sz="1875" b="0">
                <a:solidFill>
                  <a:srgbClr val="477BBD"/>
                </a:solidFill>
                <a:latin typeface="Arial"/>
                <a:ea typeface="Arial"/>
                <a:cs typeface="Arial"/>
              </a:defRPr>
            </a:lvl2pPr>
            <a:lvl3pPr algn="l">
              <a:defRPr sz="1875" b="0">
                <a:solidFill>
                  <a:srgbClr val="477BBD"/>
                </a:solidFill>
                <a:latin typeface="Arial"/>
                <a:ea typeface="Arial"/>
                <a:cs typeface="Arial"/>
              </a:defRPr>
            </a:lvl3pPr>
            <a:lvl4pPr algn="l">
              <a:defRPr sz="1875" b="0">
                <a:solidFill>
                  <a:srgbClr val="477BBD"/>
                </a:solidFill>
                <a:latin typeface="Arial"/>
                <a:ea typeface="Arial"/>
                <a:cs typeface="Arial"/>
              </a:defRPr>
            </a:lvl4pPr>
            <a:lvl5pPr algn="l">
              <a:defRPr sz="1875" b="0">
                <a:solidFill>
                  <a:srgbClr val="477BBD"/>
                </a:solidFill>
                <a:latin typeface="Arial"/>
                <a:ea typeface="Arial"/>
                <a:cs typeface="Arial"/>
              </a:defRPr>
            </a:lvl5pPr>
            <a:lvl6pPr algn="l">
              <a:defRPr sz="1875" b="0">
                <a:solidFill>
                  <a:srgbClr val="477BBD"/>
                </a:solidFill>
                <a:latin typeface="Arial"/>
                <a:ea typeface="Arial"/>
                <a:cs typeface="Arial"/>
              </a:defRPr>
            </a:lvl6pPr>
            <a:lvl7pPr algn="l">
              <a:defRPr sz="1875" b="0">
                <a:solidFill>
                  <a:srgbClr val="477BBD"/>
                </a:solidFill>
                <a:latin typeface="Arial"/>
                <a:ea typeface="Arial"/>
                <a:cs typeface="Arial"/>
              </a:defRPr>
            </a:lvl7pPr>
            <a:lvl8pPr algn="l">
              <a:defRPr sz="1875" b="0">
                <a:solidFill>
                  <a:srgbClr val="477BBD"/>
                </a:solidFill>
                <a:latin typeface="Arial"/>
                <a:ea typeface="Arial"/>
                <a:cs typeface="Arial"/>
              </a:defRPr>
            </a:lvl8pPr>
            <a:lvl9pPr algn="l">
              <a:defRPr sz="1875" b="0">
                <a:solidFill>
                  <a:srgbClr val="477BBD"/>
                </a:solidFill>
                <a:latin typeface="Arial"/>
                <a:ea typeface="Arial"/>
                <a:cs typeface="Arial"/>
              </a:defRPr>
            </a:lvl9pPr>
          </a:lstStyle>
          <a:p xmlns:a="http://schemas.openxmlformats.org/drawingml/2006/main">
            <a:pPr algn="l">
              <a:defRPr sz="1875" b="0">
                <a:solidFill>
                  <a:srgbClr val="477BBD"/>
                </a:solidFill>
                <a:latin typeface="Arial"/>
                <a:ea typeface="Arial"/>
                <a:cs typeface="Arial"/>
              </a:defRPr>
            </a:pPr>
            <a:r>
              <a:rPr sz="1875" b="0">
                <a:solidFill>
                  <a:srgbClr val="477BBD"/>
                </a:solidFill>
                <a:latin typeface="Arial"/>
                <a:ea typeface="Arial"/>
                <a:cs typeface="Arial"/>
              </a:rPr>
              <a:t>learn.chatgpt.com/docs/browser</a:t>
            </a:r>
          </a:p>
        </p:txBody>
      </p:sp>
      <p:sp>
        <p:nvSpPr>
          <p:cNvPr id="10" name="item-633">
            <a:extLst xmlns:a="http://schemas.openxmlformats.org/drawingml/2006/main">
              <a:ext uri="{FF2B5EF4-FFF2-40B4-BE49-F238E27FC236}">
                <a16:creationId xmlns:a16="http://schemas.microsoft.com/office/drawing/2014/main" id="{8DDF3753-A1F1-48AB-B4BE-88C12E60FBF0}"/>
              </a:ext>
            </a:extLst>
          </p:cNvPr>
          <p:cNvSpPr>
            <a:spLocks xmlns:a="http://schemas.openxmlformats.org/drawingml/2006/main" noGrp="1"/>
          </p:cNvSpPr>
          <p:nvPr/>
        </p:nvSpPr>
        <p:spPr>
          <a:xfrm xmlns:a="http://schemas.openxmlformats.org/drawingml/2006/main">
            <a:off x="762000" y="48101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2D46"/>
                </a:solidFill>
                <a:latin typeface="Arial"/>
                <a:ea typeface="Arial"/>
                <a:cs typeface="Arial"/>
              </a:defRPr>
            </a:defPPr>
            <a:lvl1pPr algn="l">
              <a:defRPr sz="2250" b="1">
                <a:solidFill>
                  <a:srgbClr val="152D46"/>
                </a:solidFill>
                <a:latin typeface="Arial"/>
                <a:ea typeface="Arial"/>
                <a:cs typeface="Arial"/>
              </a:defRPr>
            </a:lvl1pPr>
            <a:lvl2pPr algn="l">
              <a:defRPr sz="2250" b="1">
                <a:solidFill>
                  <a:srgbClr val="152D46"/>
                </a:solidFill>
                <a:latin typeface="Arial"/>
                <a:ea typeface="Arial"/>
                <a:cs typeface="Arial"/>
              </a:defRPr>
            </a:lvl2pPr>
            <a:lvl3pPr algn="l">
              <a:defRPr sz="2250" b="1">
                <a:solidFill>
                  <a:srgbClr val="152D46"/>
                </a:solidFill>
                <a:latin typeface="Arial"/>
                <a:ea typeface="Arial"/>
                <a:cs typeface="Arial"/>
              </a:defRPr>
            </a:lvl3pPr>
            <a:lvl4pPr algn="l">
              <a:defRPr sz="2250" b="1">
                <a:solidFill>
                  <a:srgbClr val="152D46"/>
                </a:solidFill>
                <a:latin typeface="Arial"/>
                <a:ea typeface="Arial"/>
                <a:cs typeface="Arial"/>
              </a:defRPr>
            </a:lvl4pPr>
            <a:lvl5pPr algn="l">
              <a:defRPr sz="2250" b="1">
                <a:solidFill>
                  <a:srgbClr val="152D46"/>
                </a:solidFill>
                <a:latin typeface="Arial"/>
                <a:ea typeface="Arial"/>
                <a:cs typeface="Arial"/>
              </a:defRPr>
            </a:lvl5pPr>
            <a:lvl6pPr algn="l">
              <a:defRPr sz="2250" b="1">
                <a:solidFill>
                  <a:srgbClr val="152D46"/>
                </a:solidFill>
                <a:latin typeface="Arial"/>
                <a:ea typeface="Arial"/>
                <a:cs typeface="Arial"/>
              </a:defRPr>
            </a:lvl6pPr>
            <a:lvl7pPr algn="l">
              <a:defRPr sz="2250" b="1">
                <a:solidFill>
                  <a:srgbClr val="152D46"/>
                </a:solidFill>
                <a:latin typeface="Arial"/>
                <a:ea typeface="Arial"/>
                <a:cs typeface="Arial"/>
              </a:defRPr>
            </a:lvl7pPr>
            <a:lvl8pPr algn="l">
              <a:defRPr sz="2250" b="1">
                <a:solidFill>
                  <a:srgbClr val="152D46"/>
                </a:solidFill>
                <a:latin typeface="Arial"/>
                <a:ea typeface="Arial"/>
                <a:cs typeface="Arial"/>
              </a:defRPr>
            </a:lvl8pPr>
            <a:lvl9pPr algn="l">
              <a:defRPr sz="2250" b="1">
                <a:solidFill>
                  <a:srgbClr val="152D46"/>
                </a:solidFill>
                <a:latin typeface="Arial"/>
                <a:ea typeface="Arial"/>
                <a:cs typeface="Arial"/>
              </a:defRPr>
            </a:lvl9pPr>
          </a:lstStyle>
          <a:p xmlns:a="http://schemas.openxmlformats.org/drawingml/2006/main">
            <a:pPr algn="l">
              <a:defRPr sz="2250" b="1">
                <a:solidFill>
                  <a:srgbClr val="152D46"/>
                </a:solidFill>
                <a:latin typeface="Arial"/>
                <a:ea typeface="Arial"/>
                <a:cs typeface="Arial"/>
              </a:defRPr>
            </a:pPr>
            <a:r>
              <a:rPr sz="2250" b="1">
                <a:solidFill>
                  <a:srgbClr val="152D46"/>
                </a:solidFill>
                <a:latin typeface="Arial"/>
                <a:ea typeface="Arial"/>
                <a:cs typeface="Arial"/>
              </a:rPr>
              <a:t>Public API execution loop</a:t>
            </a:r>
          </a:p>
        </p:txBody>
      </p:sp>
      <p:sp>
        <p:nvSpPr>
          <p:cNvPr id="11" name="item-634">
            <a:extLst xmlns:a="http://schemas.openxmlformats.org/drawingml/2006/main">
              <a:ext uri="{FF2B5EF4-FFF2-40B4-BE49-F238E27FC236}">
                <a16:creationId xmlns:a16="http://schemas.microsoft.com/office/drawing/2014/main" id="{EA0FA0D6-2197-440A-8B4E-A9819F04F182}"/>
              </a:ext>
            </a:extLst>
          </p:cNvPr>
          <p:cNvSpPr>
            <a:spLocks xmlns:a="http://schemas.openxmlformats.org/drawingml/2006/main" noGrp="1"/>
          </p:cNvSpPr>
          <p:nvPr/>
        </p:nvSpPr>
        <p:spPr>
          <a:xfrm xmlns:a="http://schemas.openxmlformats.org/drawingml/2006/main">
            <a:off x="762000" y="52578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477BBD"/>
                </a:solidFill>
                <a:latin typeface="Arial"/>
                <a:ea typeface="Arial"/>
                <a:cs typeface="Arial"/>
              </a:defRPr>
            </a:defPPr>
            <a:lvl1pPr algn="l">
              <a:defRPr sz="1875" b="0">
                <a:solidFill>
                  <a:srgbClr val="477BBD"/>
                </a:solidFill>
                <a:latin typeface="Arial"/>
                <a:ea typeface="Arial"/>
                <a:cs typeface="Arial"/>
              </a:defRPr>
            </a:lvl1pPr>
            <a:lvl2pPr algn="l">
              <a:defRPr sz="1875" b="0">
                <a:solidFill>
                  <a:srgbClr val="477BBD"/>
                </a:solidFill>
                <a:latin typeface="Arial"/>
                <a:ea typeface="Arial"/>
                <a:cs typeface="Arial"/>
              </a:defRPr>
            </a:lvl2pPr>
            <a:lvl3pPr algn="l">
              <a:defRPr sz="1875" b="0">
                <a:solidFill>
                  <a:srgbClr val="477BBD"/>
                </a:solidFill>
                <a:latin typeface="Arial"/>
                <a:ea typeface="Arial"/>
                <a:cs typeface="Arial"/>
              </a:defRPr>
            </a:lvl3pPr>
            <a:lvl4pPr algn="l">
              <a:defRPr sz="1875" b="0">
                <a:solidFill>
                  <a:srgbClr val="477BBD"/>
                </a:solidFill>
                <a:latin typeface="Arial"/>
                <a:ea typeface="Arial"/>
                <a:cs typeface="Arial"/>
              </a:defRPr>
            </a:lvl4pPr>
            <a:lvl5pPr algn="l">
              <a:defRPr sz="1875" b="0">
                <a:solidFill>
                  <a:srgbClr val="477BBD"/>
                </a:solidFill>
                <a:latin typeface="Arial"/>
                <a:ea typeface="Arial"/>
                <a:cs typeface="Arial"/>
              </a:defRPr>
            </a:lvl5pPr>
            <a:lvl6pPr algn="l">
              <a:defRPr sz="1875" b="0">
                <a:solidFill>
                  <a:srgbClr val="477BBD"/>
                </a:solidFill>
                <a:latin typeface="Arial"/>
                <a:ea typeface="Arial"/>
                <a:cs typeface="Arial"/>
              </a:defRPr>
            </a:lvl6pPr>
            <a:lvl7pPr algn="l">
              <a:defRPr sz="1875" b="0">
                <a:solidFill>
                  <a:srgbClr val="477BBD"/>
                </a:solidFill>
                <a:latin typeface="Arial"/>
                <a:ea typeface="Arial"/>
                <a:cs typeface="Arial"/>
              </a:defRPr>
            </a:lvl7pPr>
            <a:lvl8pPr algn="l">
              <a:defRPr sz="1875" b="0">
                <a:solidFill>
                  <a:srgbClr val="477BBD"/>
                </a:solidFill>
                <a:latin typeface="Arial"/>
                <a:ea typeface="Arial"/>
                <a:cs typeface="Arial"/>
              </a:defRPr>
            </a:lvl8pPr>
            <a:lvl9pPr algn="l">
              <a:defRPr sz="1875" b="0">
                <a:solidFill>
                  <a:srgbClr val="477BBD"/>
                </a:solidFill>
                <a:latin typeface="Arial"/>
                <a:ea typeface="Arial"/>
                <a:cs typeface="Arial"/>
              </a:defRPr>
            </a:lvl9pPr>
          </a:lstStyle>
          <a:p xmlns:a="http://schemas.openxmlformats.org/drawingml/2006/main">
            <a:pPr algn="l">
              <a:defRPr sz="1875" b="0">
                <a:solidFill>
                  <a:srgbClr val="477BBD"/>
                </a:solidFill>
                <a:latin typeface="Arial"/>
                <a:ea typeface="Arial"/>
                <a:cs typeface="Arial"/>
              </a:defRPr>
            </a:pPr>
            <a:r>
              <a:rPr sz="1875" b="0">
                <a:solidFill>
                  <a:srgbClr val="477BBD"/>
                </a:solidFill>
                <a:latin typeface="Arial"/>
                <a:ea typeface="Arial"/>
                <a:cs typeface="Arial"/>
              </a:rPr>
              <a:t>developers.openai.com/api/docs/guides/tools-computer-use</a:t>
            </a:r>
          </a:p>
        </p:txBody>
      </p:sp>
    </p:spTree>
    <p:extLst>
      <p:ext uri="{BB962C8B-B14F-4D97-AF65-F5344CB8AC3E}">
        <p14:creationId xmlns:p14="http://schemas.microsoft.com/office/powerpoint/2010/main" val="1773190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2026-10-30T13:48:11.8050000Z</dcterms:created>
  <dcterms:modified xsi:type="dcterms:W3CDTF">2026-10-30T13:48:11.8050000Z</dcterms:modified>
</coreProperties>
</file>